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354" r:id="rId4"/>
    <p:sldId id="259" r:id="rId5"/>
    <p:sldId id="355" r:id="rId6"/>
    <p:sldId id="356" r:id="rId7"/>
    <p:sldId id="291" r:id="rId8"/>
    <p:sldId id="353" r:id="rId9"/>
    <p:sldId id="346" r:id="rId10"/>
    <p:sldId id="347" r:id="rId11"/>
    <p:sldId id="352" r:id="rId12"/>
    <p:sldId id="327" r:id="rId13"/>
    <p:sldId id="328" r:id="rId14"/>
    <p:sldId id="357" r:id="rId15"/>
    <p:sldId id="338" r:id="rId16"/>
    <p:sldId id="381" r:id="rId17"/>
    <p:sldId id="382" r:id="rId18"/>
    <p:sldId id="383" r:id="rId19"/>
    <p:sldId id="358" r:id="rId20"/>
    <p:sldId id="359" r:id="rId21"/>
    <p:sldId id="360" r:id="rId22"/>
    <p:sldId id="325" r:id="rId23"/>
    <p:sldId id="361" r:id="rId24"/>
    <p:sldId id="362" r:id="rId25"/>
    <p:sldId id="379" r:id="rId26"/>
    <p:sldId id="265" r:id="rId27"/>
    <p:sldId id="266" r:id="rId28"/>
    <p:sldId id="267" r:id="rId29"/>
    <p:sldId id="297" r:id="rId30"/>
    <p:sldId id="268" r:id="rId31"/>
    <p:sldId id="296" r:id="rId32"/>
    <p:sldId id="384" r:id="rId33"/>
    <p:sldId id="363" r:id="rId34"/>
    <p:sldId id="329" r:id="rId35"/>
    <p:sldId id="380" r:id="rId36"/>
    <p:sldId id="336" r:id="rId37"/>
    <p:sldId id="332" r:id="rId38"/>
    <p:sldId id="333" r:id="rId39"/>
    <p:sldId id="385" r:id="rId40"/>
    <p:sldId id="345" r:id="rId41"/>
    <p:sldId id="376" r:id="rId42"/>
    <p:sldId id="337" r:id="rId43"/>
    <p:sldId id="371" r:id="rId44"/>
    <p:sldId id="388" r:id="rId45"/>
    <p:sldId id="386" r:id="rId46"/>
    <p:sldId id="387" r:id="rId47"/>
    <p:sldId id="335" r:id="rId48"/>
    <p:sldId id="331" r:id="rId49"/>
    <p:sldId id="369" r:id="rId50"/>
    <p:sldId id="315" r:id="rId51"/>
    <p:sldId id="270" r:id="rId52"/>
    <p:sldId id="370" r:id="rId53"/>
    <p:sldId id="300" r:id="rId54"/>
    <p:sldId id="378" r:id="rId55"/>
    <p:sldId id="364" r:id="rId56"/>
    <p:sldId id="271" r:id="rId57"/>
    <p:sldId id="365" r:id="rId58"/>
    <p:sldId id="366" r:id="rId59"/>
    <p:sldId id="367" r:id="rId60"/>
    <p:sldId id="368" r:id="rId61"/>
    <p:sldId id="27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45:04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2969 1473 682 0,'0'0'409'0,"0"0"-238"16,0 0-102-16,0 0 44 15,0 0 31-15,0 0-34 16,-6 0-26-16,6 0-11 15,0 0-30-15,0 0-9 16,0 0-10-16,0 0-4 16,0 0 9-16,0 0-9 15,0 0-4-15,0 0-7 16,0 0 1-16,0 0 2 16,1 0-12-16,4 0-19 15,2 0 19-15,2 0 13 16,5 0 3-16,2 1-15 15,-1 3-1-15,4-1 13 16,0 0-13-16,-2 0-4 16,5-2 4-16,2 2 0 0,-1-2 2 15,-1-1-2-15,5 2 1 16,-5-2-3-16,3 0-4 16,-5 0-51-16,2 0-31 15,-5 0-83-15,7 0-21 16,-7 0-116-16,-3-2-336 15</inkml:trace>
  <inkml:trace contextRef="#ctx0" brushRef="#br0" timeOffset="1228.33">4016 940 561 0,'0'0'556'0,"0"0"-448"15,0 0-33-15,0 0 35 16,0 0 11-16,0 0-21 16,0 0-36-16,0-3-22 15,0 1-14-15,0 2-7 16,0 0-12-16,0 0-8 15,0 0-2-15,0 0 1 16,0 7-7-16,0 7 7 16,0 9 1-16,0 4 32 0,0 7-4 15,0 2 2 1,0 4 9-16,0 2-21 0,0 2-5 16,0 1-3-16,0 0-1 15,0 0 0-15,2-4-9 16,3-4 0-16,0-7 0 15,-1-5-1-15,1-5 1 16,-2-5-1-16,0-5 0 16,0-4-55-16,-3-5-62 15,3-1-29-15,1 0-33 16,-4-28-8-16,0-2-208 16,0-3-292-16</inkml:trace>
  <inkml:trace contextRef="#ctx0" brushRef="#br0" timeOffset="1634.32">4016 1092 224 0,'0'0'228'0,"0"0"0"16,0 0-49-16,0 0-35 15,0 0-112-15,0-72 140 16,10 64-91-16,2 1-43 16,3 1-15-16,2 0 8 15,-3 5-17-15,0 1 11 16,2 0 1-16,-1 0 10 15,0 4 8-15,3 8-8 16,-2 1-1-16,-2 6-6 16,2 2-16-16,-4 4 19 15,-4 5 18-15,-2 2 8 16,-2 2 8-16,-4 4 10 0,0 1-4 16,0 0-30-1,-12 0-26-15,-1-2-7 0,-5-3 2 16,1-3-4-16,-2-3 0 15,-3-1-7-15,1-3-20 16,-3-1-46-16,-7-4-108 16,5-5-118-16,4-8-579 0</inkml:trace>
  <inkml:trace contextRef="#ctx0" brushRef="#br0" timeOffset="2393.48">3637 1221 1179 0,'0'0'207'15,"0"0"-152"-15,0 0-55 16,0 0 0-16,0 0 10 16,0 0-10-16,0 0 78 15,52 0-46-15,-25 2 2 16,3-2 9-16,1 0-9 16,0 0-4-16,4 0 0 15,1 0-23-15,1 0 1 16,6-2-8-16,2 0-33 15,15 0-113-15,-14 1-467 16,-6 1-166-16</inkml:trace>
  <inkml:trace contextRef="#ctx0" brushRef="#br0" timeOffset="3738.73">4642 1301 146 0,'0'0'626'0,"0"0"-555"15,0 0-28-15,0 0-2 16,0 0 83-16,0 0 5 15,0 0 34-15,20-34-70 16,-20 30-3-16,0 0-8 16,-1 1-12-16,-7 0 11 15,-4 0 7-15,-4 2-56 16,-1 1-19-16,-4 0 31 16,-1 1-17-16,1 10-21 15,-1 4-5-15,-1 0 13 0,4 3-13 16,1 0-1-1,5 2 0-15,1 2-4 0,1-2 3 16,5 2 1-16,2-1-9 16,4-2 9-16,0-4-10 15,0-1 1-15,7-4 0 16,7-3 9-16,2-3 0 16,-1-3 9-16,6-1 1 15,-3-1 2-15,1-13-12 16,0-4 0-16,-2-5-9 15,1 1-7-15,-5-4 4 16,-1 2 2-16,-3 2 3 16,-1 2 7-16,-2 3 0 15,-3 5 0-15,-2 5-2 0,-1 5 2 16,0 2-8-16,0 0-9 16,0 0-22-16,0 0 30 15,0 5 9-15,0 8 0 16,0 2 21-16,-1 8 33 15,-2 3-31-15,1 0-10 16,2 3-4-16,0-2 12 16,0-4-20-16,3-2-1 15,7-3-5-15,1-7-6 16,3-3 11-16,2-6 0 16,-1-2 14-16,6 0-14 0,-1-16-7 15,0-8-34 1,2-6 1-16,-4-2 15 15,-1 1 24-15,-3 3-5 16,-6 5 6-16,-2 8 15 0,-6 6 14 16,0 5 11-16,0 2-23 15,0 2-8-15,0 0-2 16,0 0-4-16,0 0-3 16,0 9 12-16,0 5-2 15,0 6 8-15,0 4-10 16,0 3 1-16,6 1-9 15,4-3 0-15,4-2-9 16,2-6 9-16,2-4-23 16,3-6 23-16,1-6 0 15,-2-1 1-15,1-4-1 16,-2-13-16-16,-7-6 10 16,2-4 6-16,-6-3 1 0,-6-3 12 15,-2-2-4-15,-3-1 15 16,-12 2 3-16,-3 4-17 15,-4 5 21-15,-1 7 26 16,0 7 4-16,0 4-40 16,-1 4-21-16,3 2-1 15,6 1 0-15,2 0-8 16,4 0-42-16,3 9-64 16,3 17-86-16,1-2-99 15,-1-1-635-15</inkml:trace>
  <inkml:trace contextRef="#ctx0" brushRef="#br0" timeOffset="3936.86">4775 1828 1903 0,'0'0'214'15,"0"0"-194"-15,0 0-11 16,0 0-9-16,0 0-6 16,0 0-44-16,0 0-114 15,11-5-456-15,2-5-675 0</inkml:trace>
  <inkml:trace contextRef="#ctx0" brushRef="#br0" timeOffset="4907.22">5870 946 1113 0,'0'0'153'0,"0"0"-120"0,0 0-21 16,0 0 49-16,-31 100 42 16,18-58-3-16,1 4 1 15,0 2-15-15,3 0-23 16,3 3-11-16,1-3-15 16,4-1-22-16,1-8-1 15,0-8-13-15,0-8 0 16,0-9-1-16,3-9-10 15,3-5 1-15,3 0 5 16,6-11 4-16,1-13 4 16,5-8-4-16,4-9-22 15,-1-3 10-15,0-1 11 16,-3 5-1-16,0 8 2 16,-6 8 2-16,-2 10 4 0,-4 5-6 15,-3 8-1 1,-3 1-31-16,2 0 32 0,-2 4 19 15,2 9-9-15,0 5 5 16,-2 5 21-16,0 4-14 16,0 4 6-16,0-1-10 15,0-1-9-15,0-4 3 16,3-5-12-16,-3-6 0 16,0-4 0-16,1-4-8 15,1-5-6-15,1-1-49 16,12-6-72-16,-3-9-152 15,1-3-505-15</inkml:trace>
  <inkml:trace contextRef="#ctx0" brushRef="#br0" timeOffset="6163.32">6546 1194 1341 0,'0'0'53'0,"0"0"-53"16,0 0 8-16,0 0 1 0,0 0 59 15,0 0 68 1,0 0-55-16,-85-51-25 0,69 51-27 16,5 0-4-1,-3 0-8-15,-3 10 11 0,5 1 25 16,-6 2-14-16,2 2-8 15,1 3 13-15,-1 5-12 16,2 3-1-16,2 2-5 16,2 0-8-16,4-1-2 15,3-2-15-15,3-5-1 16,0-3 5-16,0-5-5 16,4-3-14-16,7-5-9 15,5-4 21-15,5 0-6 16,0-11-34-16,6-11 41 15,-2-7-48-15,2-5-10 16,-5 0 36-16,-4 4-2 16,-3 2 25-16,-9 10 12 0,0 7 6 15,-3 7-2-15,-3 2-8 16,0 2-8-16,0 0 8 16,0 0 9-16,0 0-9 15,0 8 1-15,0 8 17 16,0 5 12-16,0 6-1 15,-3 1-24-15,3 2-9 16,0-4-4-16,0-4 0 16,11-5 0-16,-1-4-7 15,0-6 2-15,5-6-2 16,3-1-5-16,3-4-23 16,6-15-12-16,-3-4 34 15,6-4 4-15,-5-2-5 16,-3 4 11-16,-4 6 2 15,-4 3 1-15,-5 7 0 0,-5 5 0 16,-1 4-24-16,-3 0 5 16,0 0 19-16,0 2 7 15,0 9 25-15,0 5 38 16,0 4-11-16,-4 3-26 16,-1 1-8-16,2-1-11 15,0-4-13-15,3-5 0 16,0-4 0-16,0-4-1 15,0-3-14-15,5-3-8 16,5 0 16-16,2-6-3 16,5-11-13-16,3-7 7 15,4-7-37-15,0-1 18 16,-3 1 34-16,-2 7 5 0,-5 7-4 16,-1 8-2-16,-2 6-11 15,-4 3-11-15,0 0-3 16,-2 3 26-16,1 10 20 15,-3 3-5-15,-3 4 20 16,3 0 6-16,-3 1-16 16,0 1 0-16,0-5-11 15,0-4-2-15,0-4-11 16,0-4-1-16,0-4 1 16,0-1 4-16,5 0-5 15,2-4-12-15,5-10 12 16,4-9 13-16,7-8-13 15,-1-3-32-15,6-3-11 16,-2 8 25-16,-4 5 11 0,-4 8 5 16,1 9 0-16,-5 7-23 15,-1 0 6-15,-1 0 12 16,-3 10 7-16,1 3 18 16,-2 4 5-16,-2 4-3 15,-6 4 11-15,0 5 13 16,0 2 5-16,0 0-2 15,-3-3-4-15,-2-4-6 16,1-5-18-16,0-5-10 16,4-5-8-16,0-5 0 15,0-2-1-15,0-3-14 16,0 0-51-16,0 0-9 16,0 0 1-16,2-18-75 0,4-2-41 15,-1-5-567-15</inkml:trace>
  <inkml:trace contextRef="#ctx0" brushRef="#br0" timeOffset="6386.94">6719 773 1610 0,'0'0'155'16,"0"0"-155"-16,0 0-34 15,0 0-43-15,0 0 77 16,0 0 6-16,0 0 4 16,99 17 0-16,-56-3-9 15,5 2-1-15,35 4-18 16,-11-4-212-16,-4-3-465 0</inkml:trace>
  <inkml:trace contextRef="#ctx0" brushRef="#br0" timeOffset="8723.4">7795 1333 1177 0,'0'0'241'0,"0"0"-183"15,0 0-42-15,0 0 7 16,0 0 63-16,0 0-69 16,0 0 36-16,39-37-18 15,-15 15-9-15,-2-2-24 16,-4 1 8-16,-3 4-9 16,-6 5 0-16,-6 5 11 15,-3 4 5-15,0 5 21 16,0 0 9-16,0 0 28 15,-2 0-43-15,1 0-13 16,1 0-11-16,0 0-8 16,0 1-28-16,0 7 6 15,0 2 22-15,3 4-9 0,10 0-11 16,-1 2 4-16,4-2-1 16,-2-1 17-16,-1 0 0 15,-2-1 1-15,-4 2-2 16,-4 2 3-16,-1 2 12 15,-2 3 11-15,0 3 15 16,0 3 2-16,-5 2-4 16,-1-4-8-16,2-2-5 15,2-3-17-15,2-5-7 16,0-5-1-16,0-5-11 16,11-5-16-16,5 0 27 15,7-4-9-15,5-16-57 16,5-10 15-16,4-7-52 0,0-9 33 15,-1 0 45-15,-3-3-20 16,-5 9-70-16,-7 6 109 16,-7 12 6-16,-8 11 32 15,-5 7-4-15,-1 4-27 16,0 0-1-16,0 0 22 16,0 0-21-16,0 7 44 15,0 4 5-15,0 5 0 16,0 4 27-16,0 3-24 15,-1 2-31-15,1 3-9 16,0 2-12-16,0-2 0 16,3-1 0-16,8-5-1 15,3-3-9-15,4-5-18 0,0-5 27 16,4-4 13-16,2-5-3 16,3 0 1-16,1-12-11 15,-1-7-1-15,2-5 1 16,-4-3-6-16,-3-3 0 15,-7 2 6-15,-5 0 0 16,-5 0 1-16,-5 2 11 16,0 4-12-16,0 4 32 15,0 7-6-15,-6 6 11 16,1 2 25-16,0 3-34 16,2 0-15-16,1 0 5 15,1 0-18-15,-1 0 2 16,-1 0-2-16,-1 10-18 0,-2 8 18 15,1 6-8 1,-2 3 8-16,5 4-8 0,2 2 8 16,0-1 0-16,0-3-7 15,12 0 6-15,0-8 0 16,4-4-48-16,1-9-1 16,2-5 37-16,1-3-1 15,7-4-6-15,3-14-2 16,4-9-32-16,2-4-7 15,2-3 61-15,-2 0 0 16,-6 6 13-16,-5 5 3 16,-10 9-5-16,-7 7-11 0,-1 4-12 15,-5 3-15-15,-2 0 18 16,0 8 9-16,0 4 28 16,0 6 23-16,0 5 11 15,0 2-12-15,0 2-22 16,0-2 0-16,-2-2-19 15,2-3-9-15,0-6 0 16,0-4-1-16,6-5-24 16,3-5 5-16,4 0-1 15,4-9-3-15,5-12 13 16,5-11-30-16,3-4-64 16,-2-2 36-16,-2 4 48 15,1 6 4-15,-8 8 17 0,0 8-1 16,-8 10 0-16,-4 2-22 15,-4 0 23-15,-3 15 28 16,0 5 27-16,0 4 35 16,-3 4-35-16,-4 2-19 15,-1-1-25-15,5-2-2 16,3-5-9-16,0-5-6 16,0-5-1-16,11-5-34 15,4-6 22-15,10-1 4 16,4-4-134-16,0-14 98 15,6-5-22-15,-2-5-39 16,-4-1-2-16,-2-1 27 16,-6-1 71-16,-3 3 16 15,-5 2 48-15,-5 6 10 16,-5 6 48-16,-3 6 8 16,0 4-5-16,0 4-8 0,0 0-29 15,-8 0-19-15,1 0-43 16,-6 0-2-16,-3 9-7 15,-3 8 4-15,-3 6 24 16,4 5 5-16,0 3-12 16,6 2-4-16,6-4-12 15,3-2-6-15,3-4-1 16,0-6-11-16,0-6 6 16,9-5-55-16,3-5 52 15,3-1-8-15,1-4-5 16,5-13 22-16,0-6 0 15,0-7 8-15,-2-3-6 0,-2-4 4 16,-2 2 6 0,-5 4 3-16,-4 7 13 0,0 8 9 15,-6 9-12-15,0 4-7 16,0 3-5-16,0 0 9 16,0 0-11-16,0 2-11 15,0 12 0-15,0 10 2 16,0 7 7-16,-6 10 7 15,0 7 5-15,0 7-12 16,-1 14 4-16,-1-3 2 16,-1 4-8-16,-1-1 15 15,-1-13-22-15,-2 2 0 16,1-6 12-16,-1-9-11 16,-1-10 0-16,1-7-1 0,-2-6 9 15,-4-8 9-15,-4-5-11 16,-7-3 5-16,-7-4-12 15,-2 0-7-15,-1-12-32 16,1-9-36-16,2-6-5 16,11-9-26-16,7-21-64 15,7 8-132-15,6 0-652 0</inkml:trace>
  <inkml:trace contextRef="#ctx0" brushRef="#br0" timeOffset="9216.68">8586 1099 1128 0,'0'0'194'0,"0"0"-144"16,0 0 23-16,0 0-16 15,0 0-21-15,0 0 3 16,0 0 54-16,34-21-40 16,-16 8-17-16,3 0-21 15,0 2-5-15,-5 3-1 16,-1 3-9-16,-3 5-12 16,0 0 5-16,0 0-9 15,-3 6 16-15,6 1 9 16,-3 1 4-16,1 1-11 15,-1-1 5-15,0 1-7 0,1-2-10 16,1-5-117 0,-4-1-280-16,-2-1-651 0</inkml:trace>
  <inkml:trace contextRef="#ctx0" brushRef="#br0" timeOffset="9429.79">8250 1005 1655 0,'0'0'260'0,"0"0"-186"0,0 0-65 15,0 0-8-15,0 0 11 16,0 0-11-16,0 0 6 15,-3 5-7-15,3 2-19 16,0 6 17-16,0 3-13 16,6 12-103-16,-3-6-117 15,2-6-525-15</inkml:trace>
  <inkml:trace contextRef="#ctx0" brushRef="#br0" timeOffset="11883.66">10709 1082 126 0,'0'0'718'16,"0"0"-560"-16,0 0-82 15,0 0-3-15,0 0 11 16,0 0-26-16,0 2-28 16,0-1-17-16,0-1-12 15,0 0 13-15,0 0 22 16,0 0 5-16,0 0-11 15,0 0-5-15,0 0 1 16,0 0-8-16,0 0 4 16,0 0 8-16,0 0-2 15,0 0-12-15,0 0-15 0,0 0 1 16,0 0 14-16,0 0-8 16,0 0-2-16,0 0 0 15,0 0 1-15,0 0-1 16,0 0-5-16,0 0 0 15,0 0 9-15,0 0-10 16,0 0 0-16,0 0 0 16,0 0 0-16,0 0-9 15,0 0 0-15,0 0 9 16,0 0 3-16,0 0-2 16,0 0 0-16,0 0 1 15,0 0-2-15,0 0-15 0,0 0-69 16,0 0-159-16,0 3-402 15,1 0 128-15</inkml:trace>
  <inkml:trace contextRef="#ctx0" brushRef="#br0" timeOffset="13505.12">10822 1163 697 0,'0'0'324'16,"0"0"-216"-16,0 0-76 16,0 0 85-16,0 0 31 15,0 0-20-15,0 0-44 16,10 0-8-16,-10-5-7 16,0-2-12-16,0-1-46 15,0-5-11-15,0 0-7 16,0 1 7-16,-3 2 0 15,-8 0 1-15,-1 1 54 16,-3 2-9-16,4 2-24 16,1 2 9-16,-2 3 21 15,3 0-33-15,-2 0-12 16,1 7-7-16,0 9-11 0,-2 2 10 16,1 6 1-16,2 3-8 15,3 2 7-15,3 2 0 16,3 3 0-16,0-3-9 15,5-1-2-15,8-5 11 16,5-5-9-16,3-4 1 16,2-8-16-16,3-7 25 15,4-1 6-15,2-8-6 16,0-13-25-16,1-6-26 16,-3-6-9-16,-5 4 29 15,-5-1 24-15,-10 6 7 16,-4 6 20-16,-3 2 21 0,-3 7 3 15,0 3 18-15,0 2-10 16,0 2-24-16,0 2 5 16,0 0 0-16,0 0-20 15,-1 0-13-15,-2 7-16 16,-2 10 16-16,1 7 0 16,-1 7 0-16,1 3 1 15,2-3-1-15,2-3 0 16,0-5 0-16,0-6-13 15,9-7 11-15,5-7-26 16,2-3 27-16,5-2 1 16,3-15-31-16,4-7-39 15,1-6-47-15,0 0 62 16,-3-2 6-16,-4 4 49 16,-7 6 13-16,-4 6 27 0,-6 6-1 15,-3 8-8-15,-2 2 3 16,0 0 17-16,0 0-20 15,-2 11-21-15,-3 6 2 16,-1 5-12-16,0 4 7 16,1 4 4-16,2-3-11 15,3 3 1-15,0 0 18 16,0-3-13-16,12-4-6 16,6-3 0-16,0-5-15 15,10-7-2-15,2-8-9 16,6 0-39-16,5-14-78 0,0-10-66 15,-2-4-54 1,-5-3 72-16,-7 2 174 0,-6 2 17 16,-11 4 139-16,-7 1 35 15,-3 2-20-15,0 3-13 16,-7 4-9-16,-4 4-3 16,2 4-58-16,-1 3-31 15,1 2-21-15,-2 0 6 16,-2 0-12-16,-1 6-7 15,0 8-6-15,-1 4-1 16,-2 5 1-16,5 4 10 16,1 2-9-16,3 4 7 15,4-1-7-15,2-4 0 16,2-2-1-16,0-6 0 0,3-8-7 16,6-3-7-1,4-7-37-15,1-2 50 0,4 0 1 16,1-15-19-16,4-8-28 15,0-7 21-15,1 0-11 16,-4-3 36-16,-4 3 1 16,-2 5 0-16,-6 7 13 15,-3 5 9-15,-4 7 4 16,-1 5-7-16,0 1-4 16,0 0 14-16,0 0-18 15,0 7 8-15,0 7-18 16,-3 6 6-16,0 7-1 15,0 4-5-15,3 0-1 16,0-2 5-16,0-3-5 16,5-5-2-16,7-5-13 0,4-7-10 15,2-7 9-15,3-2-17 16,3-6-84-16,0-12-7 16,4-25-164-16,-5 4-47 15,-7 1-444-15</inkml:trace>
  <inkml:trace contextRef="#ctx0" brushRef="#br0" timeOffset="13781.46">11585 711 1400 0,'0'0'87'0,"0"0"-87"0,0 0-68 16,0 0 68-16,0 0 13 15,0 0 25-15,0 0 10 16,89 27 21-16,-68-7 0 16,-5 5 21-16,-2 5-1 15,-11 5-29-15,-3 4-7 16,-8 5 1-16,-14 0-28 16,-8-2-9-16,0-4-17 15,0-5-23-15,-4 0-104 16,9-9-275-16,4-8-749 0</inkml:trace>
  <inkml:trace contextRef="#ctx0" brushRef="#br0" timeOffset="14595.07">12832 1078 1283 0,'0'0'198'0,"0"0"-174"15,0 0-23-15,0 0 4 16,0 0-5-16,0 0 0 16,0 0 5-16,0 43-4 15,18-43 50-15,6 0-16 16,2-4-13-16,3-12-22 15,-3-6-5-15,-1-3 5 16,-8-1 17-16,-6 1 6 16,-2 1 12-16,-9 0 2 15,0 3 5-15,-3 1 24 16,-9 5 49-16,1 3-2 16,2 5-32-16,2 3-16 15,3 2-28-15,2 1-25 16,2 1-11-16,0 0-1 0,0 0-9 15,0 0-5 1,-1 6 3-16,-4 12 0 0,-3 11 11 16,0 8 0-16,-3 12 0 15,-1 18 12-15,-1 22-12 16,-2 21 1-16,2 4 12 16,-1-4-12-16,6-15-1 15,3-26 1-15,0-14 0 16,1-14 11-16,1-5-12 15,0 3 0-15,-2 4 0 16,2 0 0-16,2-6-1 16,-1-10-18-16,2-8-27 0,0-6-13 15,0-9-41-15,0-4-40 16,0-14 18-16,0-10-74 16,-1-5-686-16</inkml:trace>
  <inkml:trace contextRef="#ctx0" brushRef="#br0" timeOffset="14817.95">12714 1637 1243 0,'0'0'283'0,"0"0"-185"15,0 0-25-15,0 0-31 16,0 0-16-16,0 0 50 0,0 0-22 16,86-71-10-1,-48 44-17-15,2-4 1 0,2-4-15 16,-2-3-4-1,3-5-9-15,0-2-58 0,13-18-91 16,-10 9-93 0,-9 6-573-16</inkml:trace>
  <inkml:trace contextRef="#ctx0" brushRef="#br0" timeOffset="15108.46">13358 917 1294 0,'0'0'239'0,"0"0"-171"16,0 0 27-16,0 0-13 0,0 0-28 15,0 0-1 1,0 0-9-16,-41 18-12 0,24 5 5 16,-2 5-1-16,2 7 2 15,1 6-17-15,4 3 5 16,2 1-11-16,7 2-14 15,3-2 12-15,0-1-13 16,7-6-1-16,8-4-22 16,3-6-84-16,1-9-49 15,7-7-3-15,14-12-48 16,-3-2-35-16,-4-12-371 0</inkml:trace>
  <inkml:trace contextRef="#ctx0" brushRef="#br0" timeOffset="15684.19">13542 1027 1560 0,'0'0'217'16,"0"0"-189"-16,0 0-19 16,0 0 0-16,0 0 7 15,0 0 38-15,0 0-54 16,-16-17-15-16,27 17-10 15,4 0 25-15,5 6 0 16,-2 8 0-16,1 2-1 16,-5 4-10-16,-3 5 11 15,-5 0 19-15,-4 4 12 16,-2 4 39-16,0 1-18 16,-6 1-15-16,-7-1-17 0,-1-5 0 15,6-4-14-15,1-10-6 16,3-6 6-16,4-6-6 15,0-3-2-15,0 0 1 16,0 0-62-16,8-10-23 16,3-12 39-16,7-9-80 15,1-9 13-15,4-9-1 16,-4 0 24-16,1 1 15 16,-4 9 76-16,-6 9 33 15,-2 12 66-15,-5 9 38 16,-3 7-13-16,0 2-38 15,0 0-27-15,0 0-36 16,0 1-14-16,-2 11 1 0,-4 9-2 16,0 8 11-16,0 5 15 15,-1 4-13-15,4 1 9 16,0 1 2-16,3-2-3 16,0-4-14-16,0-5-5 15,3-3-10-15,9-6 0 16,1-7-18-16,5-6-13 15,2-4-10-15,18-4-33 16,-5-14-180-16,0-2-261 0</inkml:trace>
  <inkml:trace contextRef="#ctx0" brushRef="#br0" timeOffset="15924.22">14115 1133 1275 0,'0'0'187'16,"0"0"-181"-16,0 0-6 16,0 0 14-16,0 0 28 15,0 0 31-15,-2 80 23 16,-4-47-21-16,0 2-37 16,-1 0-12-16,0 1-17 15,1-4 7-15,1-4-15 16,-1-5 6-16,6-6-7 15,0-6-8-15,0-5-47 16,0-6-129-16,9 0-47 16,13-18 158-16,-1-8-225 0,0-3-322 0</inkml:trace>
  <inkml:trace contextRef="#ctx0" brushRef="#br0" timeOffset="16524.06">14319 1024 1228 0,'0'0'237'16,"0"0"-185"-16,0 0-29 16,0 0-4-16,0 0 39 15,0 0 34-15,0 0 15 16,-16 71-18-16,10-40-26 0,1 3-17 16,1 1 0-1,4 1-12-15,0-1-1 0,0-5-14 16,0-4 9-1,4-5 7-15,7-4-35 0,2-6 5 16,1-5-5-16,2-5 26 16,6-1-26-16,1-8-7 15,5-13-32-15,1-9-17 16,-1-5-6-16,-1-6 24 16,-5-3 20-16,-7-1 0 15,-2 3 5-15,-4 5 13 16,-4 8 22-16,-4 10 27 15,-1 8 12-15,0 7-22 16,0 2-15-16,0 2-17 16,0 0-7-16,0 0 0 0,0 3-16 15,-1 12 15 1,-2 9-7-16,-2 9 8 0,-1 5 0 16,1 7 0-16,-1 4 14 15,0 5-13-15,-2 4 24 16,-1 0-2-16,-1 3-12 15,-4-2-1-15,-2-2-3 16,-2-4 1-16,-1-8-2 16,-1-8-5-16,4-9 0 15,1-9 12-15,4-4-13 16,2-7 0-16,2-2-2 16,3-5-29-16,1-1-22 15,3-1-39-15,0-11-122 16,0-6-325-16</inkml:trace>
  <inkml:trace contextRef="#ctx0" brushRef="#br0" timeOffset="16906.56">15073 719 1202 0,'0'0'211'16,"0"0"-171"-16,0 0-39 15,0 0-1-15,0 0 30 16,0 0 40-16,0 0 19 15,0 91-25-15,0-59-28 16,0 3-5-16,0 4-5 16,0 1 1-16,0 3-3 15,0 0 3-15,0 3 2 16,0-1 6-16,0 3-4 16,-12 0-4-16,-9 3-14 15,-7 1 26-15,-13 1-23 16,-11 6-3-16,-20 7-13 0,-34 15-73 15,15-16-116 1,2-11-441-16</inkml:trace>
  <inkml:trace contextRef="#ctx0" brushRef="#br0" timeOffset="23920.34">13563 1624 340 0,'0'0'254'0,"0"0"-254"16,0 0-14-1,0 0 14-15,0 0 89 0,0 0 18 16,0 0 6 0,0 0 51-16,0 0 29 0,0 0-69 15,0 0-22-15,0 0-9 16,0 0-16-16,0 0-21 15,0 0-30-15,0 0-26 16,0 0 0-16,7 0-120 16,8 3-221-16,4-2-36 0</inkml:trace>
  <inkml:trace contextRef="#ctx0" brushRef="#br0" timeOffset="24270.48">14545 1545 230 0,'0'0'18'0,"0"0"-18"16,0 0-27-16</inkml:trace>
  <inkml:trace contextRef="#ctx0" brushRef="#br0" timeOffset="29969.98">3019 2687 421 0,'0'0'209'0,"0"0"-151"0,0 0-19 16,0 0 50-16,0 0 60 15,0 0-40-15,-7 0-2 16,7 0-3-16,0 0-27 16,0 0-19-16,-2 0 29 15,2 0 19-15,0 0-11 16,0 0 11-16,0 0-13 16,0 0-17-16,0 0-6 15,0 0-16-15,0 0-2 16,0 0-15-16,0 0 13 15,0 0-14-15,0 0-10 16,0 0-17-16,0 0 0 16,0 0-9-16,0 0-9 15,0 0-28-15,3 0 3 16,6 0 34-16,6 0 13 0,3 1 2 16,6 5-6-16,3-2-6 15,1 1-2-15,-1-2 0 16,1 0 8-16,-2-2-9 15,-1 1 0-15,-1-2 1 16,-3 0 5-16,-3 0-6 16,-2 0-11-16,1 0-26 15,-4 0-14-15,-1 0-36 16,1 0-67-16,-1 0-69 16,-1 0-26-16,-4 0-426 0</inkml:trace>
  <inkml:trace contextRef="#ctx0" brushRef="#br0" timeOffset="32291.62">4368 2082 700 0,'0'0'398'0,"0"0"-258"16,0 0-40-16,0 0 45 16,0 0-31-16,0 0-17 15,0-4-40-15,0 4-31 16,0 0-14-16,0 0 11 16,0 0-12-16,0 0-5 15,0 11-4-15,0 9 10 16,-2 10 5-16,-2 8 10 0,-2 9-5 15,-1 5 13 1,1 6-13-16,-2 0-3 0,2 1-7 16,-1-5-2-16,4-4-4 15,1-7-6-15,2-8 0 16,0-7-2-16,0-8 2 16,0-6-1-16,0-6-14 15,0-4 0-15,0-2-83 16,2-2-57-16,1 0-111 15,0-4 185-15,1-12-50 16,-1-22-187-16,-3 4-274 16,0-2 454-16</inkml:trace>
  <inkml:trace contextRef="#ctx0" brushRef="#br0" timeOffset="32699.41">4329 2211 2 0,'0'0'576'16,"0"0"-424"-16,0 0-51 15,0 0 66-15,0 0 4 16,0 0 9-16,0-73-58 16,3 67-48-16,0 0-19 15,6 2-17-15,2 1 3 16,2 0-21-16,-1 2-7 16,9 1-11-16,-2 0 12 15,2 0-1-15,0 11-12 0,3 4 0 16,-6 4 6-1,1 6 19-15,-5 4-5 16,-3 5 7-16,-3 4 27 16,-5 4 16-16,-3 0-13 0,0 2-21 15,0-3-4-15,-6-1-15 16,-2-4-6-16,-3-2-11 16,-1-3 0-16,-3-4 13 15,3-3-14-15,0-4 0 16,-3-3-1-16,0-3-56 15,-4-5-85-15,-13-2-107 16,4-2-294-16,0-5-236 0</inkml:trace>
  <inkml:trace contextRef="#ctx0" brushRef="#br0" timeOffset="32907.07">4180 2482 1302 0,'0'0'191'0,"0"0"-125"15,0 0-18-15,0 0 23 16,0 0 11-16,0 0 16 16,0 0-12-16,79-73-34 15,-52 63-26-15,3 1-12 16,1 3-14-16,2 4 0 0,3 0-18 15,2 2-73-15,12 0-54 16,-6 0-94-16,-8 2-603 0</inkml:trace>
  <inkml:trace contextRef="#ctx0" brushRef="#br0" timeOffset="33931.28">4992 2472 110 0,'0'0'732'15,"0"0"-632"-15,0 0 1 0,0 0 71 16,0 0-42 0,0 0-22-16,0 0-4 0,-30-10-28 15,22 4-43-15,1 1-9 16,-3-2-4-16,-4 1 4 15,2 2 16-15,-3 2 4 16,-1 2 59-16,1 0-15 16,-1 2-42-16,-1 9-24 15,2 3-22-15,2 5 0 16,-1 1 5-16,2 1-5 16,5-1 0-16,1 2 7 15,3-1-6-15,3-2 0 16,0-3 0-16,0-2 2 15,7-2-3-15,5-5-9 16,3-3-19-16,5-4-10 0,2 0 38 16,5-6 12-16,0-11-12 15,1-5-24-15,-1-5-10 16,-3 0-64-16,-3-1 44 16,-5 3 26-16,-7 2 16 15,-3 5 12-15,-3 3 1 16,-3 6 6-16,0 3 27 15,0 5 26-15,0 1-22 16,0 0-24-16,0 0 13 16,0 0 4-16,0 4-17 15,-3 8-13-15,-3 10 11 16,0 5-4-16,-1 4 4 16,2 2 0-16,2 2-6 15,3-3 1-15,0-4-7 16,0-4 1-16,10-6-1 0,1-5-15 15,8-8 1-15,1-3 8 16,2-2 6-16,2-9 22 16,4-10-22-16,-2-8-19 15,8-7-50-15,-5-1 69 16,-4 1 6-16,0 3 2 16,-9 6-6-16,-5 8 23 15,-5 7-15-15,-6 6 1 16,0 4-3-16,0 0-8 15,0 0-3-15,0 0 3 16,0 2 7-16,0 8 2 0,0 6-2 16,0 5-1-16,0 4 2 15,0 4-7-15,0-1-1 16,5-2-1-16,6-1-1 16,1-7-8-16,6-4-5 15,-1-5 14-15,0-5 1 16,0-4 14-16,-1 0 0 15,-4-7-7-15,0-9 5 16,-1-2 2-16,-5-5-8 16,-3-4 0-16,-3-1 15 15,0-4-20-15,-9-1 10 16,-6 1-4-16,1 3 5 16,1 7 0-16,-5 5 7 15,4 5-19-15,-2 4 36 0,1 6-36 16,2 2-33-16,-4 0-55 15,-2 7-32-15,-8 20-142 16,2-2-124-16,5 0-648 0</inkml:trace>
  <inkml:trace contextRef="#ctx0" brushRef="#br0" timeOffset="34129.46">4975 3030 1685 0,'0'0'274'0,"0"0"-208"16,0 0-49-16,0 0-16 16,0 0-1-16,0 0 0 15,0 0-52-15,17-3-193 16,2-4 35-16,-1-5-604 0</inkml:trace>
  <inkml:trace contextRef="#ctx0" brushRef="#br0" timeOffset="34993.25">6400 2152 1215 0,'0'0'190'16,"0"0"-136"-16,0 0-3 16,0 0-22-16,0 0 17 0,0 0 0 15,-31 73 37 1,23-38 10-16,4 8-18 0,-1 5-27 15,2 4 0-15,3 1-14 16,0 1-14-16,0-3-9 16,0-7 0-16,0-11 2 15,3-7-13-15,2-10-2 16,-1-8 2-16,-1-5-12 16,3-3 12-16,0 0 3 15,3-9 5-15,6-9 18 16,3-11-26-16,4-7-19 15,4-8-10-15,-1-2 3 16,2 0 4-16,-6 7 22 16,0 8 1-16,-5 11 1 15,-7 10-2-15,-3 6-6 16,-3 4-12-16,-3 0-5 16,0 3 1-16,3 9 22 0,-1 8 30 15,-1 5 10-15,-1 4-5 16,2 2-6-16,-2 0-7 15,0 0-8-15,1-5 3 16,3-5-11-16,-1-4 0 16,0-5-4-16,2-5-2 15,-1-3-8-15,2-2-6 16,2-2-70-16,4 0 20 16,10-17-51-16,-4-5-119 15,3-2-469-15</inkml:trace>
  <inkml:trace contextRef="#ctx0" brushRef="#br0" timeOffset="36181.15">6952 2417 204 0,'0'0'732'0,"0"0"-650"16,0 0-28-16,0 0 98 15,0 0 93-15,0 0-43 16,0 0-34-16,-6-10-79 15,-3 6-35-15,-1 0-9 16,-5 1 5-16,4 3-22 16,-4 0-26-16,-4 6-2 15,1 9 1-15,0 5 0 16,0 2 7-16,3 4-8 0,1 2 6 16,3 0 6-1,2 0-5-15,2-1-5 0,4-2 7 16,3-3-9-16,0-5 0 15,0-4-6-15,10-6-6 16,2-5-10-16,7-2 21 16,1-1 0-16,7-16 1 15,-2-7-19-15,2-6 0 16,-5 1-50-16,-1-1 63 16,-5 5 6-16,-5 5 1 15,-3 7 20-15,-3 5-6 16,-3 3 1-16,-2 4 4 15,1 1-10-15,-1 0-9 16,0 0-1-16,0 0-13 16,0 3 8-16,0 8 5 0,0 9 19 15,0 5 20-15,0 6-8 16,2 3-17-16,-1-2 1 16,4-3-14-16,2-5-1 15,1-7 0-15,-1-5-1 16,4-6-3-16,-4-3 3 15,3-3 2-15,1 0 13 16,3-13-14-16,3-6 1 16,4-7-1-16,2-4-14 15,2 1 7-15,-1 4 1 16,-5 3 6-16,-1 8 0 16,-7 7 0-16,-3 4-1 0,-3 3-18 15,-2 0 12-15,0 4-20 16,-3 9 27-16,0 4 8 15,0 5 17-15,0 0-8 16,0 0 3-16,0 1-10 16,0-6-3-16,0-4-5 15,0-6-2-15,0-3-7 16,0-4 6-16,0 0-3 16,6 0 4-16,7-10 1 15,2-8-1-15,6-8-6 16,4-3-21-16,2-2 14 15,-1 2 13-15,-1 5 0 16,-4 9 0-16,1 5-1 0,-7 7 1 16,-4 3-2-1,2 0-7-15,-7 9-1 0,0 5 10 16,-4 5 15-16,-2 4 3 16,0 4 1-16,0 0 6 15,0-2-2-15,-6-2-15 16,3-5-8-16,0-5 12 15,3-6-12-15,0-5-1 16,0-2-5-16,0 0 5 16,0 0 1-16,4-5 0 15,8-10 2-15,3-8-2 16,7-5-9-16,-2-5-21 16,4 4 10-16,-4 2 2 0,-1 5 8 15,-2 10 2-15,-6 5 1 16,4 6 6-16,-8 1-8 15,1 0 8-15,-2 8-16 16,-1 7 17-16,-3 7 3 16,-2 5 19-16,0 3 2 15,0 3 17-15,-6-2-21 16,0-4-9-16,2-6-10 16,2-7 11-16,2-5-12 15,0-6-7-15,0-3-5 16,0 0-16-16,0-2 0 15,5-16-14-15,5-9-35 16,2-28-166-16,0 4-160 16,-5 3-459-16</inkml:trace>
  <inkml:trace contextRef="#ctx0" brushRef="#br0" timeOffset="36413.17">7279 2050 1515 0,'0'0'270'16,"0"0"-178"-16,0 0 28 16,0 0-50-16,0 0-21 15,0 0-32-15,0 0-17 16,10-14-29-16,14 18 29 16,12 8 31-16,9 2-24 15,10 0-5-15,21 1-2 0,-2-1-27 16,31 0-187-16,-17-4-191 15,-24-4-727-15</inkml:trace>
  <inkml:trace contextRef="#ctx0" brushRef="#br0" timeOffset="37053.89">8672 2194 1189 0,'0'0'248'0,"0"0"-160"0,0 0-25 16,0 0 1-16,0 0 35 0,0 0 2 15,0 0-25 1,0 5-30-16,-4 13-7 0,-2 9 11 16,1 10-22-1,-4 10 1-15,-2 8 8 0,0 3-30 16,-1 3 2-16,2-2 6 16,1-6-14-16,3-4 6 15,3-12-7-15,1-8-1 16,2-9 0-16,0-9-16 15,0-7-23-15,0-4-57 16,0 0-114-16,0-17 39 16,0-6-215-16,-3-5-534 0</inkml:trace>
  <inkml:trace contextRef="#ctx0" brushRef="#br0" timeOffset="38593.46">8529 2452 955 0,'0'0'282'0,"0"0"-241"15,0 0 1-15,0 0 3 16,0 0 0-16,99-3 13 16,-67 2 20-1,6-2-2-15,0-1-31 0,3-3-1 16,1-3-5-16,1-4-21 16,-3-2-2-16,-1-4-3 15,-5-1-13-15,-4-2 31 16,-6 0-31-16,-8 2-2 15,-7 1 2-15,-7 2 16 16,-2 1 0-16,0 0 11 16,-3 1 17-16,-6 3 35 15,-3 5-8-15,7 2 3 16,-1 4-33-16,3 2-13 16,2 0 0-16,-1 0-13 0,1 0-1 15,-2 0-2-15,-3 8-12 16,0 12-9-16,-3 7 8 15,-2 6 1-15,1 7 25 16,0 4-16-16,-1 2 0 16,-1 5 22-16,3-1-21 15,2-3 1-15,1-3-10 16,3-9 0-16,3-8-1 16,0-8-1-16,0-9-11 15,0-6 0-15,2-4-44 16,6 0-38-16,3 0 94 15,1-13 12-15,9-8-12 16,-1-6-24-16,2-8-27 16,0-2 36-16,-1 2-10 15,-2 5-10-15,-1 9 8 0,-3 8 27 16,-5 9-1-16,1 4-5 16,-5 0-11-16,6 0 17 15,-6 10-17-15,1 5 11 16,3 7 6-16,-2 2 5 15,1 5 10-15,2 2-3 16,3 1-4-16,0-3 7 16,5-4-14-16,3-3-1 0,1-7 2 15,4-7 22 1,3-6-11-16,0-2-3 0,-2-7-3 16,-1-11 10-16,-5-6-17 15,-2-3-47-15,-6-3 47 16,-8-1 8-16,-4 1-2 15,-2 1-4-15,-3 3 7 16,-8 4 10-16,0 6-9 16,0 6 24-16,5 6 23 15,1 3-21-15,2 1-14 16,1 0-20-16,0 0-1 16,-2 0-1-16,-1 10 0 15,-1 8-6-15,-1 6 2 16,-2 4 4-16,6 4 23 15,1 3 10-15,2-2-21 16,0 0-4-16,0-3-8 16,12-5-1-16,2-4-8 0,5-7-8 15,5-5-65 1,3-8 60-16,10-1 21 0,0-11-8 16,4-13-34-16,1-7 3 15,1-6-47-15,-6 1 38 16,-3-1 25-16,-7 3 4 15,-8 3 18-15,-8 7 2 16,-3 5 8-16,-5 9 21 16,-3 5 29-16,0 3-6 15,0 2-15-15,0 0 8 16,0 0-20-16,0 0-10 16,-2 2-15-16,-2 9 0 15,-1 6-6-15,-1 6 6 0,6 2-1 16,0 3-5-16,0 2 2 15,6 0 4-15,8-4 0 16,5-2 0-16,2-4-10 16,0-6 10-16,1-5 10 15,2-7-9-15,-2-2 0 16,-1-2 12-16,0-12-12 16,0-6 12-16,-5-1-13 15,-1-3 1-15,-6 0 8 16,-4 3-1-16,-4 2-8 15,-1 6 19-15,0 6 8 16,0 4-5-16,0 3 5 0,0 0 1 16,-3 0-28-1,0 0 0-15,-1 0-13 0,-1 9 12 16,2 2-7-16,-1 2 7 16,1 1-10-16,3 1 10 15,0-3 0-15,0-2-14 16,9-2-1-16,0-2-21 15,1-3-21-15,2-2 36 16,-3-1 3-16,5 0 1 16,-1-11-4-16,-3-6 11 15,-2-2 11-15,-4-7 0 16,-4-1-12-16,0-1 11 16,-13-2-5-16,-4 2 6 15,-5 4 26-15,1 3-10 16,-1 7 33-16,1 2-16 0,0 4-29 15,2 1-4 1,4 2-43-16,1 1-28 0,4 0-125 16,4 0-154-16,0 1-389 0</inkml:trace>
  <inkml:trace contextRef="#ctx0" brushRef="#br0" timeOffset="39925.86">10767 2298 1147 0,'0'0'222'0,"0"0"-173"15,0 0 27-15,0 0 53 16,0 0-24-16,0 0-23 16,0 0-25-16,0-15-3 15,0 15-10-15,0 0-26 16,0 4-17-16,0 13 13 15,-7 14 29-15,-2 11 23 16,-4 12-20-16,-3 7-21 16,1 4-13-16,0-3-11 0,3-4 5 15,5-9 5-15,1-8-10 16,5-10-1-16,1-9-1 16,0-7 0-16,1-10-11 15,12-5-48-15,7 0 38 16,5-14-2-16,5-13-44 15,1-8-9-15,1-6-66 16,-2-2 41-16,-5 1 42 16,-1 6 48-16,-6 6 12 15,-2 10 23-15,-5 7-14 16,-1 8-2-16,-3 3-7 16,-1 2 0-16,0 0 1 15,-1 0 0-15,-1 0 5 16,-1 7 31-16,-1 5 20 15,-1 2 0-15,-1 5 20 16,0 3 19-16,0 2-32 0,0-1-32 16,0-1-11-16,0-1-2 15,5-4-19-15,1-3 0 16,1-1 0-16,5-3-7 16,-3-3 7-16,6-4 2 15,3-3-1-15,3 0 6 16,0-6-7-16,3-11-10 15,1-6-43-15,0-2-1 16,-1-4-6-16,-4-1 1 16,-4-2-2-16,-6-1 10 15,-2 3 2-15,-5 5 9 16,-3 7-20-16,0 6 15 16,0 7-32-16,0 3-167 15,0 2 37-15,0 0 98 0,0 0 65 16,0 0 35-16,0 0 6 15,0 0 2-15,0 3-38 16,0 1-520-16</inkml:trace>
  <inkml:trace contextRef="#ctx0" brushRef="#br0" timeOffset="42197">11282 2521 434 0,'0'0'110'0,"0"0"-100"15,0 0 10-15,0 0 37 16,0 0 25-16,0 0 3 16,0 0 31-16,27-4 15 15,-27 4-2-15,0 0-6 16,0 0-3-16,0 0-6 16,0 0-34-16,0 0-35 0,0 0-13 15,0 0-23 1,0 0-2-16,0 10-1 0,0 2 27 15,0 4 13-15,0 4-8 16,-2 0 3-16,1 2 26 16,-1 2-32-16,2 0-7 15,0 2-13-15,0-1 6 16,2 1-6-16,8-4-15 16,3-1-3-16,1-6 2 15,7-3 1-15,-2-6 10 16,1-5-2-16,2-1 5 15,0-6-13-15,-1-11-39 16,2-5-34-16,-4-5 19 16,-1-1-36-16,-3-3 36 15,-5 1 19-15,-1 2 34 16,-3 1 1-16,-5 5 0 16,1 5 31-16,-2 4 17 0,0 4-4 15,0 6 32-15,0 2-13 16,0 1-22-16,0 0-25 15,0 0 3-15,0 0-9 16,0 0 4-16,0 0-14 16,0 3 8-16,-2 7-6 15,-1 4 9-15,-1 5 6 16,1 3-2-16,-1 3 3 16,1 4 1-16,0 0-7 15,1 1 0-15,1-2-12 16,1-1 12-16,0-5-12 15,0-3-8-15,9-6-4 16,5-6 2-16,3-4 10 0,5-3 0 16,2-3-14-16,3-14-10 15,0-7-29-15,0-4-29 16,-2-2-25-16,-1 0 57 16,-5 2 20-16,-4 3-10 15,-4 6-5-15,-4 5 11 16,-4 4 23-16,-3 6 5 15,0 3-4-15,0 1-8 16,0 0 11-16,0 0 7 16,0 0 0-16,-4 0 0 15,-5 9 12-15,4 5-11 16,-2 5 9-16,1 4 21 16,1 1-11-16,3 1-5 0,2-1-9 15,0-1 7 1,0-4 26-16,10-2-24 0,2-3-14 15,4-2 4-15,-1-4 14 16,3-4 2 0,-1-2-8-16,-1-2-6 0,-3-2 5 15,1-10-12-15,-5-7 1 16,-5-2-1-16,-4-3-14 16,0-3 2-16,-6-1 2 15,-13 1 10-15,1 2 16 0,-4 2-10 16,1 8 14-1,1 3-4-15,4 6-7 0,4 3-1 16,2 3-8-16,5 0 0 16,2 0 0-16,3 0-19 15,0 0-3-15,0 9 21 16,10 4-7-16,4 2-1 16,4 0-7-16,1-1 15 15,5-3-10-15,1-2-2 16,4-5 13-16,-1-4 0 15,3 0 0-15,1-3 0 16,0-8-1-16,0-3 1 16,-4-1 0-16,-5 3 0 15,-7 2 0-15,-5 4 14 16,-7 2 4-16,-1 4 11 16,-3 0-1-16,0 0 7 15,0 0-10-15,0 0 4 0,0 0-16 16,0 10 3-16,0 5-9 15,0 10 11-15,0 6-12 16,0 5 13-16,-6 8 12 16,-1 2-19-16,-3 4 0 15,-1 1 2-15,-1-1-2 16,-2 0 6-16,-1-4-18 16,3-3 0-16,-1-4 7 15,1-5-7-15,-1-5 1 16,2-7 3-16,4-5-4 15,1-6-1-15,3-2-39 16,1-8-16-16,2-1-55 16,0-8-107-16,5-8-577 0</inkml:trace>
  <inkml:trace contextRef="#ctx0" brushRef="#br0" timeOffset="43659.28">11547 2339 717 0,'0'0'185'15,"0"0"-149"-15,0 0 13 0,0 0 43 16,0 0-5-1,0 0-10-15,0 0-13 0,69 0-9 16,-60 0-2-16,0 3 29 16,-5 4-10-16,-2 4-10 15,-2 5-11-15,0 4 33 16,0 1-3-16,-12 3-10 16,-3-2-37-16,-2 0-5 15,1-4-21-15,1-1-8 16,-1-5-34-16,4 0-25 15,3-4-34-15,6-3-130 16,3-4-451-16</inkml:trace>
  <inkml:trace contextRef="#ctx0" brushRef="#br0" timeOffset="44421.4">11968 2335 1194 0,'0'0'252'15,"0"0"-138"-15,0 0-37 16,0 0-1-16,0 0-24 16,0 0-21-16,0 0-24 15,7 2 2-15,-1 3 1 16,-1 2-10-16,-2 4 0 15,0 6 14-15,-3 5 8 16,0 3 25-16,-3 6 13 0,-9 0-19 16,-4 2-15-1,-1-3-20-15,2-1-4 0,2-5 5 16,-2-3-7-16,6-4-66 16,0-4-124-16,1-5-94 15,3-4-504-15</inkml:trace>
  <inkml:trace contextRef="#ctx0" brushRef="#br0" timeOffset="45395.56">12371 2089 887 0,'0'0'307'0,"0"0"-197"16,0 0-10-16,0 0-7 15,0 0 13-15,0 0 21 16,0 0-6-16,4-12-32 0,-4 12-18 15,0-1-28-15,0 1-15 16,0 0-10-16,0 0-3 16,0 0-6-16,0 0-8 15,0 0 5-15,0 6 0 16,-3 10-6-16,-3 8 9 16,-4 6 6-16,-1 3-6 15,2 1-9 1,-2-1-8-16,0-2-40 0,2 9-162 15,-1-11-146-15,2-5-734 0</inkml:trace>
  <inkml:trace contextRef="#ctx0" brushRef="#br0" timeOffset="49182.25">2999 3962 1234 0,'0'0'242'0,"0"0"-145"15,0 0-20 1,0 0 68-16,0 0 3 0,0 0-46 16,-5 0-39-16,5 0-23 15,0 0-16-15,0 0-1 16,0 0 1-16,0 0-23 15,0 0-1-15,0 0-1 16,6 0-2-16,7 0 3 16,4 0 10-16,8 3 2 15,2-2-3-15,7 2-9 16,-1 0 0-16,0-2 7 16,0 2-7-16,-3-3 0 0,-2 2-8 15,0-2-9-15,-2 0-70 16,2 1-130-16,-7 1-132 15,-8-1-760-15</inkml:trace>
  <inkml:trace contextRef="#ctx0" brushRef="#br0" timeOffset="53119.01">4205 3484 785 0,'0'0'174'0,"0"0"-106"0,0 0 54 16,0 0 2-16,0 0-3 15,0 0-31-15,-4-9-19 16,4 9-20-16,0 0-8 15,0 0-2-15,0 0 10 16,0 0-2-16,-1 0-16 16,-1 0-12-16,2 0-8 15,0 2-13-15,0 5 0 16,0 4 0-16,9 4 13 16,1 7 5-16,4 5-2 15,2 2-10-15,1 5 16 16,2 4-13-16,5 3 3 15,-2 1-10-15,4 1 7 0,-4-2-8 16,3-2 6 0,-4-3-6-16,0-4 10 0,-3-5-10 15,-4-5 1-15,-1-3-2 16,-3-5 0-16,-2-5-23 16,2-3-54-16,-2-3-59 15,1-3-47-15,1 0-220 16,-4-9-266-16</inkml:trace>
  <inkml:trace contextRef="#ctx0" brushRef="#br0" timeOffset="53464.2">4625 3406 879 0,'0'0'616'15,"0"0"-542"-15,0 0-47 16,0 0 45-16,0 0 12 16,0 0-22-16,0 0-16 15,-14-7-35-15,14 11-10 16,-3 7 21-16,3 9 7 0,-3 7 27 15,-4 7-4-15,2 6-9 16,-1 3 3-16,-3 5-15 16,-1 0-2-1,-2 5-5-15,0-1 17 0,-3 0-7 16,3-1-19-16,-1-8-15 16,2-5 15-16,5-8-15 15,-1-7 1-15,6-8-1 16,-1-4-34-16,2-5-31 15,0-3-50-15,0-2-71 16,6-1-29-16,3 0-78 16,0-8-327-16</inkml:trace>
  <inkml:trace contextRef="#ctx0" brushRef="#br0" timeOffset="54047.58">4905 3838 494 0,'0'0'56'0,"0"0"-33"16,0 0-23-16,0 0 26 16,0 0 36-16,0 0 38 15,0 0-8-15,-9-55-35 16,9 41 9-16,0-2 11 15,0 1 128-15,0 1-63 16,0 1-28-16,0 3-27 16,0 1-10-16,0 2-2 0,0 3-13 15,0 1-13 1,0 2 11-16,0 1-27 0,0 0-5 16,0 0 5-16,0 0 0 15,0 0-8-15,0 8-18 16,0 8 7-16,-1 8 9 15,-1 8 10-15,1 8 5 16,-4 2-22 0,5 1 12-16,-3-5-3 0,3-6-14 15,0-6-10-15,0-6 9 16,0-9-10-16,0-4 0 16,0-5-1-16,0-2 0 15,0 0-15-15,0 0-46 16,0-1-31-16,3-11 19 15,-3-10-32-15,6-9-89 0,0-22-48 16,0 4-153 0,0 5-293-16</inkml:trace>
  <inkml:trace contextRef="#ctx0" brushRef="#br0" timeOffset="54416.49">5017 3481 1420 0,'0'0'355'0,"0"0"-232"16,0 0-87-16,0 0-6 16,0 0 31-16,0 0-24 15,0 0-15-15,0 7-22 16,-3 1 0-16,1 3-5 16,2 1-62-16,0 1-68 15,0 2-91-15,0 0-338 0,2-6-397 16</inkml:trace>
  <inkml:trace contextRef="#ctx0" brushRef="#br0" timeOffset="54851.53">5456 3707 709 0,'0'0'709'0,"0"0"-617"0,0 0-63 15,0 0 28-15,0 0 18 16,0 0 57-16,0 0-34 16,-6 0-47-16,6 0-14 0,0 0-6 15,0 0-19-15,0 8-6 16,-2 8 16-16,1 8 24 15,-1 8 0-15,-4 11-17 16,2 4 4-16,-2 7-1 16,-2 3-10-16,1-3-7 15,1-1-14-15,0-5 15 16,3-6-5-16,0-8-11 16,3-9-1-16,0-6-10 15,0-9-1-15,0-5-8 16,0-3-45-16,0-2-13 15,0 0-29-15,3-2-84 16,0-12 17-16,1-8 3 16,2-7-205-16,-1-6 77 15,1-6 29-15,-2-26 104 0,-2 7-100 16</inkml:trace>
  <inkml:trace contextRef="#ctx0" brushRef="#br0" timeOffset="55255.42">5442 3787 675 0,'0'0'159'0,"0"0"-6"16,0 0 27-16,21-79 5 15,-11 62-112-15,1 3 17 16,1 3-26-16,3 1-13 16,-3 4 8-16,3 6-24 15,-2 0-19-15,0 3 12 16,-2 11-27-16,1 4 45 16,-2 4 0-16,-1 3-23 15,-3 5-2-15,-1 2-21 16,-5 5 22-16,0 1 12 0,0 2-25 15,-3-3 16-15,-11 0 11 16,-2-6 5-16,-2-5 2 16,-1-6-17-16,-2-6 5 15,6-4-13-15,-3-3-12 16,0-3-5-16,2-3-1 16,-4-1-45-16,1 0-60 15,-8 0-88-15,6-8-73 16,5-3-647-16</inkml:trace>
  <inkml:trace contextRef="#ctx0" brushRef="#br0" timeOffset="56072.57">5918 3447 768 0,'0'0'158'16,"0"0"-109"-16,0 0 36 0,0 0 106 16,0 0-5-1,0 0-50-15,0 0-75 0,0-1-21 16,0 5-20-16,0 5 2 15,0 3 22-15,3 5-3 16,-1 5 14-16,-1 7 20 16,-1 5-19-16,0 7-18 15,0 8 1-15,0 5-3 16,0 2-7-16,-3-2-14 16,0-4 1-16,2-6-3 15,-1-10-12-15,2-8 0 16,0-9-1-16,0-9 0 15,0-5-7-15,0-3-12 16,3 0-8-16,5-6 21 16,2-11 6-16,2-8 0 0,7-9 0 15,-2-4-20-15,7-1 3 16,-2 3-3-16,-1 5 15 16,3 5 5-16,1 8 0 15,-1 7-7-15,0 4 6 16,-6 6-10-16,1 1 10 15,-5 0-22-15,-1 8 14 16,-7 6 9-16,0 6 21 16,-1 4 9-16,-4 6 14 15,-1 0 2-15,0 1-14 16,0-2-2-16,0-4 1 16,-1-3 1-16,-1-4-23 0,2-6-3 15,0-3-6-15,0-5 0 16,0-2-22-16,0-2-39 15,0 0-20-15,2 0-30 16,6-5-50-16,6-6-22 16,11-22-9-16,-1 4-472 15,-3-2 71-15</inkml:trace>
  <inkml:trace contextRef="#ctx0" brushRef="#br0" timeOffset="57195.52">6615 3714 332 0,'0'0'232'16,"0"0"-109"-16,0 0 49 0,0 0 98 16,0 0-41-16,0 0-20 15,0 0-8 1,-27-29-53-16,15 29-66 0,-4 0-47 16,2 0-13-16,-4 6-9 15,2 7 0-15,1 3 4 16,-1 2-7-16,2 3 3 15,-2 3 8-15,7 1-2 16,1-1-3-16,2 0 2 16,2-1-9-16,4-3-4 15,0-3-5-15,0-3 0 16,1-5-1-16,7-2-8 16,1-4 8-16,0-3-3 0,7 0 3 15,2-6-9 1,0-9-26-16,1-4 35 0,-2-5-11 15,2-2 10-15,-5 2-6 16,-3 5 8-16,-3 3 9 16,-5 6-8-16,0 6-1 15,-1 2 1-15,-2 2-1 16,0 0-8-16,0 0-6 16,0 0 0-16,0 4 14 15,0 8 0-15,0 4 16 16,0 6 4-16,0 5 7 15,0 1-20-15,0 0-1 16,4-3 3-16,5-2-8 16,0-7-1-16,0-5-1 0,4-5-17 15,1-5 5-15,2-1-15 16,-1-1 28-16,7-13 0 16,-1-6-1-16,2-3 0 15,-1-2-1-15,0 2 2 16,-5 2 1-16,-1 5-1 15,-5 6 0-15,-7 5 0 16,-1 3 0-16,-3 2 0 16,0 0-13-16,0 0-9 15,0 7 22-15,0 9 12 16,0 3 25-16,0 3-3 16,0 1-14-16,0-2 1 15,0-4-20-15,0-6 6 0,2-4-7 16,3-2 0-16,0-4-10 15,4-1-2-15,3 0-2 16,4-6 5-16,5-8 7 16,3-7-11-16,6-6 13 15,4 0-27-15,-1 0 4 16,-2 5 21-16,-5 5 1 16,-1 7 1-16,-7 6-1 15,-1 4-9-15,-6 0 2 16,-2 0-8-16,-3 11 16 15,-4 3 12-15,1 6 17 16,-3 3 18-16,0 4-13 16,0-1-1-16,-3-1 22 0,-2-2-27 15,1-4-8-15,2-7-11 16,2-5-9-16,0-3 0 16,0-4-23-16,0 0-44 15,0 0-22-15,3-10-6 16,5-16-65-16,-1-1-148 15,-4-1-737-15</inkml:trace>
  <inkml:trace contextRef="#ctx0" brushRef="#br0" timeOffset="57541.17">6607 3467 1309 0,'0'0'264'0,"0"0"-193"16,0 0-42-16,0 0 14 15,0 0 34-15,0 0-2 16,0 0-11-16,2-17-11 16,11 6-25-16,5-4-14 15,5 0-13-15,-1 0 6 0,3 2 1 16,-4 3-8-16,0 3 0 16,-3 4 16-16,-4 2-15 15,0 1 6-15,-2 0-6 16,-4 0 8-16,2 7-9 15,-2 3-10-15,-2 0 10 16,0 2 18-16,1 2-8 16,-1 0-10-16,0 2-68 15,0-2-224-15,-1-5-458 0</inkml:trace>
  <inkml:trace contextRef="#ctx0" brushRef="#br0" timeOffset="61714.94">2999 5159 582 0,'0'0'122'0,"0"0"-73"16,0 0 25-16,0 0 37 15,0 0 25-15,0 0-16 16,0 0-33 0,-8 0-16-16,8 0 18 0,0 0 6 15,0 0-13-15,0 0 14 16,0 0-2-16,0 0-11 16,0 0-8-16,0 0-28 15,0 0-5-15,0 0-4 16,0 0-22-16,0 0 6 15,0 0-8-15,0 0 0 16,0 0-6-16,0 0-8 16,0 0-10-16,0 0 10 15,3 0 6-15,9 0 0 0,0 1-5 16,3 3 10-16,4-1-4 16,0 0-6-16,3 1-1 15,-2-1 12-15,1-2-12 16,3 2 0-16,-6-1 0 15,4-1 1-15,-5 0-1 16,-2 1-25-16,-3 2-37 16,-2 6-102-16,-4 0-228 15,-3-1-696-15</inkml:trace>
  <inkml:trace contextRef="#ctx0" brushRef="#br0" timeOffset="63570.2">4664 4635 385 0,'0'0'169'16,"0"0"-71"-16,0 0 17 31,0 0 7-31,0 0 50 0,0 0 8 0,0-12-27 16,0 12-58-16,0 0-25 15,0 0-4-15,0 0-7 16,0 0-15-16,0 0 9 15,0 0-15-15,0 0 1 16,0 0 10-16,0 0-10 16,0 0-1-16,0 0-20 0,0 0-8 15,0 0 7-15,0 0-15 16,0 0 13-16,0 5-14 16,0 5 6-16,-2 5 8 15,-1 7-4-15,0 5 1 16,3 3 6-16,-3 5-17 15,0 3 13-15,3 1-14 16,0 3 7-16,-3 4 9 16,0 0-15-16,3 1-1 15,-3-2 13-15,0-3-11 16,-1-5-4-16,2-8 4 16,2-6-2-16,0-7 0 15,0-6-12-15,0-6-47 0,0-4-37 16,0 0-79-16,4-6-119 15,4-8-111-15,-5-2-337 16</inkml:trace>
  <inkml:trace contextRef="#ctx0" brushRef="#br0" timeOffset="64885.85">4683 4627 925 0,'0'0'129'0,"0"0"-68"16,0 0-25-16,0 0 55 15,0 0 18-15,0 0 7 16,0 0-41-16,103-2-47 16,-72 11-8-16,1 2-5 15,-1 2 2-15,-1 4 8 16,1 1-10-16,-4 0 18 15,1 3-2-15,-7-1-31 0,-2 3 6 16,-8 0-1 0,-8 3 26-16,-3 5 67 0,-2 3-19 15,-15 4-20-15,-8 2-14 16,-3-1-27-16,-3-3 4 16,-1-4-21-16,1-4 14 15,3-5-2-15,4-5-12 16,2-2-1-16,5-7 0 15,1 0-33-15,5-6-24 16,0-2-15-16,0-1-18 16,2-1-80-16,-1-11-105 15,2 0-369-15</inkml:trace>
  <inkml:trace contextRef="#ctx0" brushRef="#br0" timeOffset="65161.34">4395 4870 937 0,'0'0'257'0,"0"0"-193"16,0 0-32-16,0 0 45 15,81-10 24-15,-59 7-11 16,2 0 34-16,-1 2-29 16,0 1-41-16,2 0-39 0,4 0 3 31,-1 0-17-31,8 4 1 0,3-1-2 0,2-3-57 16,19 0-99-16,-12 0-346 15,-7 0-191-15</inkml:trace>
  <inkml:trace contextRef="#ctx0" brushRef="#br0" timeOffset="65947.35">5359 4528 130 0,'0'0'1394'0,"0"0"-1206"16,0 0-151-16,0 0-23 0,0 0 23 16,0 0 11-16,0 0-14 15,-3 15-18-15,3 9 31 16,0 6 17-16,0 8-16 16,0 5-23-16,0 3 9 15,0 4-9-15,-2 1-1 16,2-1-14-16,0-2-4 15,0-7 12-15,0-7-13 16,0-7-4-16,0-10-2 16,2-7-3-16,1-6-12 15,0-4 1-15,-2 0-4 16,4 0-14-16,2-14 26 16,2-9-1-16,6-7-11 0,1-3-17 15,1-6 5-15,1 2 0 16,-1 1 12-16,0 5-3 15,1 9 22 1,-3 6-3-16,-2 8 2 0,-2 5 1 16,-4 3-13-16,-1 0-10 15,1 3 23-15,-2 7 11 16,-2 5 16-16,0 4 2 16,0 5 37-16,-3 6-24 15,0 3 1-15,0 1 1 16,0 0 4-16,0-5-16 15,0-2-10-15,0-6-16 16,0-7 10-16,0-4-16 16,0-4-10-16,0-5-14 15,0-1-32-15,3 0-35 0,2 0-62 16,5-13-24-16,-3-3-60 16,1-1-454-16</inkml:trace>
  <inkml:trace contextRef="#ctx0" brushRef="#br0" timeOffset="67282.89">6527 4634 77 0,'0'0'502'16,"0"0"-228"-16,0 0-47 15,0 0-48-15,0 0-61 16,0 0-18-16,0 0-6 16,-9-28 29-16,9 28-30 15,-2 0-24-15,2 1 20 16,0 10-40-16,0 9-24 0,0 10-2 15,0 12 12-15,0 10 3 16,-4 9-10-16,0 4-13 16,-4 0 7-16,5-5-16 15,-3-6 1-15,4-12-7 16,2-10 2-16,0-13-2 16,0-9-5-16,0-6-15 15,8-4 4-15,4-3 16 16,4-15-12-16,5-11 12 15,3-11-28-15,0-6-6 16,4-4 4-16,-2-1 10 16,-3 6 20-16,-3 6 0 15,-1 9 11-15,-5 9-10 16,-1 8 6-16,-4 9-4 16,-4 3-3-16,-1 1-13 0,-1 0 13 15,3 9 10 1,-2 5 11-16,1 6 11 0,-2 4 17 15,3 5-18-15,-1 0 5 16,0 2-16-16,1 0 14 16,0-3-20-16,0-2 3 15,2-5-16-15,-1-4 14 16,1-6-15-16,-2-4-6 16,1-4-9-16,2-3-10 15,0 0-49-15,5 0 7 16,3-11-45-16,13-24-67 15,-3 3-191-15,-6 0-600 0</inkml:trace>
  <inkml:trace contextRef="#ctx0" brushRef="#br0" timeOffset="68414.67">7312 4818 1056 0,'0'0'359'0,"0"0"-274"16,0 0-75-1,0 0-10-15,0 0 1 0,0 0 12 16,0 0 39-16,0 0 14 15,-5 0-30-15,-2-4-15 16,-4-1-14-16,-4-1 6 16,-1 2 15-16,-2 3 32 15,-3 1 14-15,3 0-6 16,-1 0-4-16,4 4-11 16,-3 7-30-16,6 1-4 15,0 4-5-15,3 1-6 16,3 2 6-16,0 2-5 15,3 1 7-15,-1 1 0 16,4 0-13-16,0-3 1 16,0-3-2-16,0-1-2 0,9-6 0 15,0-4-24-15,1-5 2 16,5-1 0-16,2-6-9 16,2-14-53-16,3-4 83 15,1-2-6-15,-4-4 6 16,3 2-5-16,-8 3 6 15,1 2 11-15,-6 7-10 16,-5 5-1-16,-1 4 6 16,-1 5-6-16,-2 2-1 15,0 0-13-15,0 0-11 16,0 5 25-16,0 10 0 16,0 7 56-16,-2 4 5 15,-2 5-27-15,1 1-12 0,1-3 0 16,2-4-7-16,0-5 1 15,0-5-16-15,3-5 0 16,5-5-6-16,3-5-13 16,3 0-2-16,4-8-35 15,3-12 25-15,4-7 22 16,2-7-27-16,6-3 11 16,-3 1 15-16,-5 5-5 15,-1 8 14-15,-8 9 0 16,-4 9-1-16,-4 5-7 15,-2 0 1-15,-2 10 8 16,-1 7 42-16,0 6 15 16,-3 4-11-16,0 1-11 15,0 2 2-15,0-2-9 16,0-3-10-16,0-5-5 0,0-4-1 16,4-6-11-16,-1-6-1 15,2-4-15-15,1 0-15 16,6-3 16-16,3-14 14 15,3-7-1-15,4-7-22 16,2-3-25-16,4 0 27 16,-4 3 6-16,-3 7 14 15,-3 7 1-15,-1 9-6 16,-6 5-10-16,-3 3-14 16,-2 1-9-16,-3 12 39 15,0 3 10-15,-3 4 35 0,0-1 2 16,0 1-24-16,0-2 10 15,0-2-7-15,-3-3-20 16,3-6 4-16,0-2-10 16,0-4-6-16,0-1-5 15,0 0-31-15,12-2 6 16,-2-11 36-16,5-4-25 16,0-4 3-16,6-2-8 15,-5 4 3-15,4 3 27 16,-5 6-9-16,-2 6 9 15,-4 4 0-15,0 0 3 16,0 6-3-16,-5 8 20 0,-2 4 31 16,-2 3-2-1,0 3-27-15,0 2 13 16,0-1-8-16,0-3-17 16,0 0 0-16,0-6-9 0,0-4 0 15,0-5-1-15,0-1 0 16,4-6-20-16,2 0-22 15,2 0-33-15,13-23 40 16,-4-1-133-16,0-2-182 0</inkml:trace>
  <inkml:trace contextRef="#ctx0" brushRef="#br0" timeOffset="69106.98">7109 4375 1213 0,'0'0'756'0,"0"0"-752"0,0 0-3 16,0 0-1-16,83 23 0 15,-41-14 11-15,6-1-11 16,9-1 11-16,2-1-11 16,34 2 0-16,-14-2-190 15,-9-2-747-15</inkml:trace>
  <inkml:trace contextRef="#ctx0" brushRef="#br0" timeOffset="70583.82">8587 4434 1060 0,'0'0'298'0,"0"0"-223"16,0 0-43-16,0 0-1 16,0 0 30-16,0 0 29 15,0 0-10-15,0 4-40 16,0 10 36-16,0 7 7 15,0 10-2-15,2 10-24 16,-2 8-9-16,0 8-15 16,0 3 5-16,0 1-1 15,0-2-19-15,0-1-11 16,6-7 12-16,0-6-17 16,4-8 8-16,-4-10-10 15,5-10-1-15,-5-8 0 16,2-6-23-16,0-3-11 0,1 0 6 15,4-17 21 1,5-5 8-16,3-9-46 0,4-4 13 16,2-5 16-16,-3 2 0 15,3 4 9-15,-3 4 7 16,0 8 1-16,-6 8-1 16,-4 5-9-16,-3 7 9 15,-3 2-8-15,-3 0-11 16,-2 1-1-16,0 10 21 15,-1 6 28-15,1 5 19 16,-3 6-11-16,0 2 1 16,0 1 2-16,1 1-7 0,2-6-20 15,3-2 4-15,3-2-16 16,2-7 0-16,1-4 0 16,2-5-8-16,2-5-2 15,1-1-12-15,3-5-27 16,5-11 48-16,-1-5-4 15,6-6-39-15,-2-1 28 16,-1-2 7-16,-2 1 9 16,-5 2 0-16,-1 6 1 15,-7 5 5-15,-3 6-6 16,-6 6 7-16,-2 4-6 16,-1 0 12-16,0 0-2 15,0 0-10-15,0 0-1 16,0 10 27-16,0 6-13 15,0 5 20-15,-1 5-13 0,1 4 3 16,0 1 4-16,0 0-9 16,1 0-9-16,10-1 4 15,4-4-14-15,1-3 0 16,5-6-1-16,-1-4-5 16,2-7-1-16,2-6-5 15,1 0 11-15,2-9 2 16,-1-12-6-16,-3-6 5 15,0-4-9-15,-8-3 8 16,-7-1 1-16,-6-2-2 16,-2 3 2-16,-5 4 0 15,-9 3 1-15,0 7 29 16,1 7 5-16,2 4-9 0,4 5-16 16,0 3-10-16,2 0-62 15,1 1 32-15,-4 0-13 16,3 0 42-16,-5 0-5 15,1 0 6-15,-1 5-1 16,-5 1 1-16,6 2-19 16,-3-1 4-16,-1 2-51 15,2-2-85-15,-1 1-76 16,3 0-312-16,3-6-330 0</inkml:trace>
  <inkml:trace contextRef="#ctx0" brushRef="#br0" timeOffset="70919.6">9493 4515 1243 0,'0'0'148'0,"0"0"-123"16,0 0-9-16,0 0-10 16,0 0 2-16,0 0 29 15,89 40 16-15,-81-23-15 16,-4 5-3-16,-4 5-17 0,0 4-4 16,0 5 27-16,-13-1-10 15,-2-3-11-15,2-2 9 16,2-8-18-16,5-4-11 15,4-6-26-15,2-9-114 16,0-3-214-16,3 0-594 0</inkml:trace>
  <inkml:trace contextRef="#ctx0" brushRef="#br0" timeOffset="71665.22">9791 4774 424 0,'0'0'856'0,"0"0"-730"0,0 0-63 15,0 0-20 1,0 0 18-16,0 0 59 0,0 0 10 16,0-2-31-16,0 2-31 15,0 0-48-15,0 6 8 16,0 2 14-16,0 4-3 16,0 3 0-16,0 2 15 15,0 6 8-15,0 6-21 16,0 6-17-16,0 8-5 15,0 3 1-15,0 4-19 0,0 2-1 16,0-1 7-16,0-5-6 16,0-2-2-16,0-6 0 15,0-7 0-15,0-7-11 16,0-6-28-16,0-6-13 16,0-6-11-16,0-2-7 15,0-3-19-15,0-1-79 16,0 0-65-16,0 0-61 15,0-3-500-15</inkml:trace>
  <inkml:trace contextRef="#ctx0" brushRef="#br0" timeOffset="72644.55">9824 4848 971 0,'0'0'246'16,"0"0"-140"-16,0 0 10 15,0 0-48-15,0 0-8 16,0 0-6-16,0 0 6 0,42-50-18 16,-23 43-14-16,2 1 7 15,-1 2-3-15,0 4 9 16,-2 0-12-16,-1 0 8 16,-3 3-12-16,-3 11-8 15,-3 4 7-15,-5 3 27 16,-3 6-13-16,0 2 12 15,-14 2-15-15,-5 2 18 16,-8-1 1-16,-4-1-17 16,-2-1-21-16,1-5 8 15,3-4-23-15,5-3 0 16,7-7-1-16,5-4-43 16,3-3-51-16,5-4-29 0,-2 0-110 15,1 0-264-15,1 0-766 16</inkml:trace>
  <inkml:trace contextRef="#ctx0" brushRef="#br0" timeOffset="72949">9369 5304 1706 0,'0'0'229'16,"0"0"-190"-16,0 0-17 15,0 0-9-15,0 0 7 16,0 0-5-16,0 0-8 15,13 5 0-15,-5-4-7 16,4 2-37-16,1 0-220 16,-2-3-501-16</inkml:trace>
  <inkml:trace contextRef="#ctx0" brushRef="#br0" timeOffset="74461.64">10539 5015 1493 0,'0'0'252'0,"0"0"-187"16,0 0-27-16,0 0 32 15,0 0-28-15,0 0-2 16,0 0 15-16,-27-16-38 0,27 16 5 16,0 0-16-1,0 0 4-15,0 0-1 0,0-1-8 16,0 1 6-16,0 0 0 15,0-2-6-15,0 2 10 16,0 0-11-16,0 0 16 16,0 0-1-16,0 0-6 15,0 0-6-15,0 0 9 16,0 0-12-16,0 0 7 16,0 0-6-16,0 0 0 15,0 0 9-15,0 0-4 16,0 0 3-16,0 0 10 15,0 0-7-15,0 0 8 16,0-1-13-16,0-1-6 16,10 1 8-16,5-3 2 0,4 1-10 15,5-1 8-15,2 1-8 16,2 0 1-16,-1 1-2 16,0-1 1-16,-2-1 1 15,0 1-2-15,-3 0 0 16,-2-1 1-16,-2 1-1 15,-6 0-8-15,-4 0-39 16,-5 3-5-16,-2 0 2 16,-1 0-15-16,0 0-61 15,0 0-97-15,-3 2-40 16,-4 2-292-16,-1-1-116 0</inkml:trace>
  <inkml:trace contextRef="#ctx0" brushRef="#br0" timeOffset="75344.69">11306 4395 899 0,'0'0'305'16,"0"0"-201"-16,0 0-23 15,0 0 47-15,0 0 44 16,0 0-9-16,0 0-60 0,0 0-43 15,0 10-29-15,0 9-11 16,0 7 23-16,0 10 5 16,-5 6-5-16,2 9 7 15,-3 4-8-15,-1 3-17 16,1 1-1-16,1-3-17 16,2-6-7-16,2-9 9 15,1-13-3-15,0-8-6 16,0-10-8-16,0-7-7 15,6-3-12-15,4-2-38 16,8-15 58-16,4-9-26 16,5-6-32-16,1-6 14 15,-2-1 26-15,-1-1 14 0,-1 3-2 16,-2 7 13 0,-5 7 0-16,-1 7 7 0,-5 8-7 15,-7 5-10-15,-2 3-2 16,1 0-13-16,-3 0 25 15,4 8 5-15,-4 6 24 16,0 6 3-16,0 3 2 16,0 5-10-16,0 2 2 15,-4 2-8-15,-1-1-1 16,1 0-15-16,2-4 5 16,2-5 1-16,0-4-8 15,0-7-11-15,2-5-21 16,7-4-58-16,3-2-55 0,3 0-84 15,10-21-141 1,-1 1-231-16,0 1 87 0</inkml:trace>
  <inkml:trace contextRef="#ctx0" brushRef="#br0" timeOffset="76550.42">12043 4714 416 0,'0'0'756'15,"0"0"-616"-15,0 0-73 16,0 0-2-16,0 0 63 16,0 0 37-16,0 0-28 15,-36-5-44-15,16 5-28 16,2 0-25-16,-4 0-5 16,3 4-13-16,-1 6 4 0,-1 2 9 15,2 2 2-15,1 2 12 16,0 1-1-16,3 0-16 15,0 2-4-15,5 1-22 16,1 2-5-16,3-1 8 16,3-2-9-16,3-2 0 15,0-2 0-15,0-5-12 16,10-3 11-16,4-3-30 16,4-4-23-16,1 0-2 15,5-9 29-15,1-8-51 16,2-4 61-16,0-1 11 15,-4-1 6-15,-3 2-8 0,-5 2 8 16,-4 7 0 0,-5 3 1-16,-3 5 4 0,-2 4-5 15,-1 0-1-15,0 0-5 16,0 0 3-16,0 7 3 16,0 7 29-16,0 6 13 15,-1 3 0-15,-4 2-6 16,2 2-8-16,2-3-7 15,1-3-21-15,0-4 0 16,0-5-1-16,4-3-7 16,5-5-10-16,3-4-22 15,3 0 0-15,3-4-5 16,3-13 22-16,3-5 3 16,3-5 2-16,-1-4-2 15,3 0 2-15,-3 2 11 0,-3 7 7 16,-4 6 6-16,-8 8-6 15,-4 5-1-15,-4 3-7 16,-1 0 8-16,-2 7 10 16,0 8 21-16,0 7 7 15,0 3 8-15,0 5-17 16,-2-1-2-16,-1 3 5 16,2-6-14-16,-1-2-3 15,2-5-8-15,0-7 1 16,0-3-8-16,2-6-10 15,7-3-15-15,3 0 4 16,7-13-6-16,5-10 7 16,4-5-13-16,5-4 2 0,-2-2 8 15,2 3 2-15,-5 5 16 16,-2 6 5-16,-8 9 0 16,-2 7 0-16,-5 4-6 15,-5 0 1-15,0 3 5 16,-3 11 15-16,-1 4 16 15,-2 5 16-15,0 2-16 16,0 1 5-16,0-1-11 16,-4-4-3-16,3-4-3 15,1-6-17-15,0-5-2 16,0-5 0-16,0-1-12 16,8 0-1-16,6-10 12 0,4-6 1 15,3-8-19 1,6-4-11-16,0-2 8 0,-1 1 21 15,1 1-5-15,-2 7-7 16,-2 4 4-16,-2 8 8 16,-5 4 1-16,-2 4-6 15,-5 1 2-15,-1 0-2 16,-3 8 12-16,-4 5 12 16,1 4 17-16,-2 4 14 15,0 3-6-15,0 6-9 16,-9-1-6-16,-3 3-1 15,3-5-14-15,2-1-6 16,1-7-7-16,3-5 1 0,1-6 1 16,2-4-2-1,0-2-21-15,0-2-38 0,2 0-67 16,11-2-35-16,2-23-54 16,0 1-295-16,-4-2-736 15</inkml:trace>
  <inkml:trace contextRef="#ctx0" brushRef="#br0" timeOffset="77003.86">12020 4339 1852 0,'0'0'208'0,"0"0"-208"16,0 0-60-16,0 0 60 15,0 0 7-15,0 0-5 16,112 9 7-16,-63-8 5 15,5 2-7-15,6 0-1 16,4-2-6-16,33 0-29 16,-15 1-276-16,-12-1-543 0</inkml:trace>
  <inkml:trace contextRef="#ctx0" brushRef="#br0" timeOffset="78804.7">13903 4800 560 0,'0'0'199'0,"0"0"-148"0,0 0 9 16,0 0-32-16,0 0 19 16,0 0 112-16,0 0 24 15,21-28-50-15,-21 24-33 16,0 0-30-16,-2-1 7 15,-7 3 21-15,-1-1-23 16,-2 0-21-16,-2 3 5 16,-3 0 1-16,-4 0-31 15,3 0-4-15,-6 8 0 16,0 5-12-16,-1 3 2 16,1 2 16-16,0 3-14 0,3 2 4 15,6 2-12 1,2 2-2-16,5 0 4 0,4-2-11 15,4-2-6-15,0-5 6 16,3-4-11-16,9-4 1 16,12-9-6-16,6-1-5 15,4-10-17-15,3-12-54 16,2-7-13-16,-6-4 19 16,-5 2 51-16,-7 3 28 15,-5 1 7-15,-5 4 11 16,-3 5-2-16,-3 5 13 15,-3 5 50-15,-2 4 16 0,0 2-15 16,0 2-25-16,0 0-33 16,0 0-8-1,0 0-6-15,0 10 10 0,0 6 9 16,-5 6 17-16,-2 6 3 16,5 2-1-16,1 2-14 15,1-2-9-15,0-2-1 16,0-5-15-16,3-5 0 15,7-5 0-15,1-7-9 16,1-5-7-16,4-1-1 16,3-4-12-16,2-13 12 15,5-6-15-15,-1-5 5 16,5-2 11-16,-3-1 10 16,-5 3 6-16,-1 4 1 15,-5 5 0-15,-4 7 2 0,-6 6-3 16,-3 5-2-1,-1 1-10-15,0 0-5 0,-2 7-1 16,0 7 18-16,0 6 22 16,0 4 11-16,0 5 2 15,-5 4 0-15,0 0-2 16,1-6-12-16,2-2-15 16,2-8 2-16,0-6-8 15,0-5 0-15,0-6-12 16,8 0-6-16,7-4 17 15,4-14 1-15,8-6-33 16,3-7 8-16,4-4-4 16,1-2 27-16,2 2-5 0,-5 5 7 15,0 8 6-15,-8 8-6 16,-5 7-1-16,-4 4 0 16,-6 3-14-16,-3 0 14 15,0 11 1-15,-3 4 6 16,0 5 38-16,-3 5-10 15,0 1 3-15,0 2-3 16,0 1-3-16,0-4-10 16,-3-3-12-16,2-5-8 15,1-4 14-15,0-6-15 16,0-2-13-16,0-5-26 16,0 0-48-16,0 0-12 15,0-9-46-15,0-22 5 0,0 2-210 16,0-3-998-16</inkml:trace>
  <inkml:trace contextRef="#ctx0" brushRef="#br0" timeOffset="79278.27">13682 4542 1570 0,'0'0'178'0,"0"0"-156"0,0 0-22 16,0 0 1-16,93-39 14 16,-59 24-8-16,-1 3 22 15,1 3 8 1,-3 2-9-16,-1 4-8 0,-6 3-1 15,-1 0-18-15,-4 0-1 16,-7 0-1-16,-3 6 1 16,0-1-1-16,-3 3-10 15,-3-3-62-15,0 1-64 16,3-5-39-16,0-1-198 16,1 0-360-16</inkml:trace>
  <inkml:trace contextRef="#ctx0" brushRef="#br0" timeOffset="79436.53">14155 4277 742 0,'0'0'335'0,"0"0"-182"15,0 0-11-15,0 0-15 16,0 0-23-16,0 0-35 16,0 0-34-16,18-72-13 15,0 70-6-15,2 2-9 16,0 0 12-16,2 13-12 15,1 4 9-15,-2 6 34 16,0 3 32-16,-5 3-39 16,-4 2-12-16,-7 0-1 15,-5 0 7-15,-5 0-9 16,-20 0-28-16,-38 9-15 16,3-10-140-16,-1-6-858 0</inkml:trace>
  <inkml:trace contextRef="#ctx0" brushRef="#br0" timeOffset="86204.08">2931 6211 1099 0,'0'0'217'0,"0"0"-137"16,0 0 10-16,0 0 6 15,0 0 53-15,0 0-28 16,-3 0-27-16,3 0-41 16,0 0-19-16,0 0-12 15,0 0-4-15,0 0-3 16,0 0-8-16,0 0-6 16,0 0 0-16,0 0-1 15,0 0-1-15,8 2 1 0,5-1 0 16,4 2 4-16,2-2-2 15,5 1-1-15,-3-1 5 16,3-1-5-16,-2 1 9 16,2 2-8-16,-3 0-2 15,1-1 1-15,0 0 6 16,-3-2-7-16,1 0 0 16,-2 0-39-16,0 0-74 15,3 0-158-15,-3 0-128 16,-6 0-629-16</inkml:trace>
  <inkml:trace contextRef="#ctx0" brushRef="#br0" timeOffset="87603.73">4653 5634 1079 0,'0'0'245'15,"0"0"-165"-15,0 0-8 16,0 0 0-16,0 0 13 16,0 0 19-16,0 0-24 15,0-7-17-15,0 7-14 16,0 0-10-16,0 3-15 15,0 8 21-15,0 8-10 16,0 7 15-16,-3 8 8 0,0 7-2 16,-5 3-24-1,0 3-7-15,2-1-2 0,0 1-13 16,-2-2-4-16,5-1 1 16,0-2-6-16,-1-2 4 15,4-5-5-15,0-5 0 16,0-8 0-16,0-7-13 15,0-6-31-15,0-5-42 16,0-4-39-16,7 0-65 16,5-11 111-16,2-13-60 15,13-26-107-15,-5 6-444 16,-3-2 279-16</inkml:trace>
  <inkml:trace contextRef="#ctx0" brushRef="#br0" timeOffset="88205.4">4857 5688 307 0,'0'0'709'0,"0"0"-448"0,0 0-119 16,0 0-29-16,0 0-11 15,0 0-10-15,0 0 28 16,0 4-8-16,0 0-50 16,-4 2-4-16,-3 2-18 15,-1 4-7-15,-3 3 2 16,-2 2 5-16,-2 0-3 15,-3 1-6-15,0 2-9 16,-4-1-10-16,0-2-6 16,2-1 3-16,-1-2-2 0,4-2-6 15,3-2 6 1,3-3-7-16,1-1-1 0,6-2 1 16,2-3 0-16,2-1 0 15,0 2-8-15,0 1-10 16,0 1 15-16,5 4 3 15,8 1 1-15,-1 2 6 16,7 1-5-16,-1 2 10 16,3 2-11-16,1 1 6 15,-2 1-6-15,5 2-1 16,-4-2 0-16,2 1 0 16,-4-2 0-16,-3-3 0 15,-2-3 6-15,-5-1-6 16,1-3-7-16,-1-1-33 0,-4-4-31 15,-2 1-14-15,-2-3 9 16,1 2 1-16,-2-2-33 16,1 0-27-16,-1 0-43 15,2 0-359-15,-1 0-255 0</inkml:trace>
  <inkml:trace contextRef="#ctx0" brushRef="#br0" timeOffset="89981.8">5257 5818 765 0,'0'0'309'0,"0"0"-208"16,0 0-69-16,0 0-9 16,0 0 9-16,0 0 52 15,0 0-13-15,-3 0-36 16,3 0-26-16,0 0-8 16,0 0 15-16,0 0 3 15,0 0-9-15,0 0-3 16,0 0 8-16,0 0-8 15,0 0-6-15,0 0 14 16,0 0 24-16,0 0 3 16,0 0 21-16,0-3-10 0,0-1 2 15,0-1-21-15,0 0-18 16,0-2-6-16,-4 1 5 16,-4 0 7-16,-2 3-5 15,-5 1 4-15,0 0-1 16,0 2 20-16,0 0-18 15,-1 0-8-15,4 9-8 16,0 2-4-16,2 2 6 16,2 1-7-16,5 2 8 15,0-1-8-15,3 2 4 0,0 0-5 16,9 1 0 0,6 2 1-16,1 0-1 15,7 1 10-15,-1-1 1 0,-1-2-4 16,0-1 0-16,-6-3-1 15,0-3 3-15,-8-2-1 16,-4-4-1-16,-3 1 6 16,0 3 20-16,-6 2 46 15,-13 5-24-15,-2 2-24 16,-6 0-13-16,-3-1-2 16,3-3-7-16,4-4-9 15,4-3 0-15,6-4-22 16,6-1-43-16,7-2-14 15,0 0-44-15,0-6-182 16,22-17 139-16,2 2-100 16,-5 0-510-16</inkml:trace>
  <inkml:trace contextRef="#ctx0" brushRef="#br0" timeOffset="90531.62">6260 5771 74 0,'0'0'118'16,"0"0"-118"-16,0 0-169 0</inkml:trace>
  <inkml:trace contextRef="#ctx0" brushRef="#br0" timeOffset="91288.54">6260 5771 814 0,'58'-108'261'0,"-58"101"-192"0,0-2-43 15,0 2 42 1,0 3 52-16,0 1 18 16,0 1 3-16,0 2-44 15,0 0-16-15,0 0-28 0,0 0-15 16,0 9-26-16,0 8 35 15,0 10-5-15,0 9 14 16,0 11-9-16,-6 7-3 16,0 3-14-16,0 1-4 15,-1-1-16-15,4-7 1 16,0-6-5-16,3-9 5 16,0-9-11-16,0-11 0 15,0-6-1-15,1-6-10 0,4-3 2 16,2-2 9-1,2-15 2-15,6-7-2 0,6-6-27 16,1-9-13 0,3-2 15-16,0 0 7 0,1 5 9 15,-2 6 8-15,-3 6-9 16,-3 10 9-16,-3 5 1 16,-5 8-6-16,-2 1-2 15,-5 0 1-15,4 1 7 16,-2 12 13-16,-4 6 23 15,-1 5 9-15,0 4 19 16,0 3-21-16,0 0 1 16,0-2-23-16,0-5-6 15,0-5-5-15,0-6-9 0,0-5-1 16,0-4 0-16,0-4-8 16,0 0-21-16,0 0-45 15,2 0-24-15,2-5 17 16,4-8 31-16,2-5-125 15,5-14-108-15,1 5-271 16,-2-1-163-16</inkml:trace>
  <inkml:trace contextRef="#ctx0" brushRef="#br0" timeOffset="92381.55">6989 5860 1005 0,'0'0'269'0,"0"0"-188"16,0 0-27-16,0 0 2 0,0 0 65 16,0 0 96-1,0 0-73-15,-10-3-72 0,0 0-2 16,-1 2-32-16,-1 1-17 16,-1 0 2-16,-4 0-4 15,2 8-8-15,-1 6-2 16,-2 3 4-16,2 5 2 15,2 0 8-15,-2 3 4 16,7 2-8-16,0 1 2 16,3-2-6-16,1 1-5 15,5-3-8-15,0-3-2 16,0-4-2-16,0-5 2 16,6-3-6-16,3-5-9 0,2-4-5 15,5 0-17-15,1-10 13 16,5-8 12-16,0-7-19 15,2-2-4-15,-3-3 11 16,0 2 12-16,-3 3 11 16,-3 2 0-16,-6 5 1 15,3 4 7-15,-6 5-7 16,-3 7 0-16,-2 0 6 16,-1 2 7-16,0 0-7 15,0 0-6-15,0 3 0 16,0 8 3-16,0 6 37 15,0 5 19-15,0 4-21 16,-3 1-10-16,2-2-14 16,1-4-7-16,0-2-7 15,0-8 0-15,4-4-11 0,5-4-14 16,3-3-8-16,5-1-8 16,2-15 16-16,5-5-3 15,2-8 0-15,3-3-6 16,2 0 2-16,-2-1 20 15,-2 7 6-15,-5 6 6 16,-6 8 0-16,-5 8-8 16,-5 4-5-16,-3 0-6 15,-2 6 19-15,-1 9 22 16,0 7 31-16,0 4-6 0,-7 5 2 16,-2 2-5-1,-3 0-4-15,4-3-6 0,2-4-19 16,3-7-5-16,3-6-9 15,0-6-1-15,0-4-6 16,0-3-21-16,5 0-5 16,4-4 19-16,10-13 13 15,3-7-1-15,4-7-24 16,4-5 0-16,3 1 5 16,1 3 3-16,-7 5 16 15,0 7-6-15,-5 8 7 16,-4 6-9-16,-5 6-3 15,-2 0-3-15,-4 4-6 16,-2 10 21-16,-4 4 22 16,-1 6 9-16,0 2 3 0,0-1 5 15,0-2-7-15,-1-3-10 16,-1-6-13-16,2-7-3 16,0-3-6-16,0-4-6 15,0 0-6-15,5-1-4 16,5-13 16-16,6-5 0 15,3-6 0-15,3-3-18 16,2-4-2-16,-1 3 8 16,0 4 4-16,-1 3 2 15,-2 7-1-15,-4 6 1 16,-3 5 5-16,-2 4-11 16,0 0 2-16,-1 1 2 15,-3 9 8-15,-1 3 0 16,-3 3 28-16,-1 5 22 15,-2 3 1-15,0 5-8 0,-6 3-6 16,-5-2-9-16,0 0-12 16,0-4-1-16,5-5-8 15,3-7-6-15,0-5 0 16,3-4-1-16,0-2-6 16,0-3-2-16,0 0-34 15,0 0-42-15,0 0-46 16,9-19-50-16,2 1 18 15,0-4-426-15</inkml:trace>
  <inkml:trace contextRef="#ctx0" brushRef="#br0" timeOffset="92809.43">7271 5474 1295 0,'0'0'276'0,"0"0"-216"0,0 0-36 16,0 0 24-16,0 0 28 16,0 0-11-16,0 0-38 15,15 0-10-15,5 0 31 16,5 4-20-16,9 2-9 16,9 2-12-16,8-1-6 15,6-2 0-15,7 0 1 16,2-3-2-16,1-2-26 15,15 3-109-15,-16-1-237 16,-13-1-815-16</inkml:trace>
  <inkml:trace contextRef="#ctx0" brushRef="#br0" timeOffset="94151.03">8866 5890 586 0,'0'0'181'0,"0"0"-144"0,0 0 56 15,0 0 53-15,0 0 72 16,0 0-42-16,0 0-21 15,15 0-59-15,-13-2-34 16,-2-1-14-16,0 0-12 16,0 2 17-16,0 0-3 15,-11-1-27-15,-4 1-15 16,-3 1-2-16,-1 0 29 16,1 1-14-16,-1 8-4 15,4 2-6-15,-2 2 0 16,7 1-3-16,2 0 7 15,3 1-3-15,5 2-3 0,0 3 3 16,0 3 1-16,14 1-13 16,3 1 10-16,8 1 3 15,2-1-13-15,3-1 1 16,-2-3 13-16,-4-1-7 16,-6-4-6-16,-5-4 1 15,-5-2 9-15,-7-2-11 16,-1-1 14-16,0 2 40 15,-12 0 4-15,-7-2-22 16,1-2-13-16,2 0-1 16,-2-4-4-16,7-1-11 15,4 0-7-15,2 0-11 16,5-13-36-16,0-7-45 16,5-4 27-16,13-5-22 15,7-4 2-15,8 1-76 0,0 2 7 16,5 2 19-16,-3 4 87 15,-4 3 24-15,-3 5 24 16,-6 5 6-16,-3 5 41 16,-7 3-17-16,-2 3 34 15,-5 0 14-15,-2 0 5 16,-2 5 5-16,1 5 0 16,-1 3-31-16,-1 2-1 15,2 2-6-15,-2 2 16 16,1 3-10-16,1-1-19 15,1-1-5-15,1-1-10 16,3 0-13-16,1-2-2 0,4-1-7 16,1-5-1-16,1-2 1 15,2-2-11-15,-2-4 11 16,2-3 0-16,-2 0 5 16,0 0-5-16,-2-5 0 15,-3-8 0-15,0-2-21 16,-6-4-1-16,-3-2 7 15,-3-2-4-15,-13 0-10 16,-6-4 12-16,-5-2 17 16,1 1 0-16,-1 1 2 15,2 0 11-15,6 2 5 16,2 1-2-16,4 4 3 16,4 0-7-16,4 4-3 0,2-1 0 15,3 1-9-15,0 1 0 16,0 0-1-16,9 3 1 15,6 0 0-15,2 1-1 16,5 3-9-16,5 0 4 16,3 0 0-16,1 6 0 15,0 0 0-15,-4 2-7 16,0 0-8-16,-4 6-16 16,-4 5-24-16,-6 2 4 15,-5-1-29-15,1 2-53 16,-6-2-32-16,-2-4-165 15,-1-2-413-15,0-5 101 0</inkml:trace>
  <inkml:trace contextRef="#ctx0" brushRef="#br0" timeOffset="94474.75">9512 5621 568 0,'0'0'303'15,"0"0"-105"-15,0 0-10 16,0 0-60-16,57-74-12 15,-45 65 28-15,-3 5-61 16,4 4-13-16,-2 0-1 16,2 0-13-16,-4 4-20 15,3 9 13-15,0 4 8 16,-5 3-9-16,-1 2-6 16,-3 2-9-16,-3 1-13 15,0-3-20-15,0-3-27 0,0 4-50 16,-1-6-182-16,-2-5-477 15</inkml:trace>
  <inkml:trace contextRef="#ctx0" brushRef="#br0" timeOffset="111854.74">16035 1406 588 0,'0'0'221'0,"0"0"-112"16,0 0-55-16,0 0 73 15,0 0 34-15,0 0-54 16,-29-1-16-16,28 0 20 16,1-1-21-16,0 1-10 15,0 1-18-15,0 0 1 0,0-2-9 16,0 1-22-16,0-1-32 16,0-2-4-16,11-1 4 15,8-5 38-15,9-5-18 16,9-7-6-16,7-5-2 15,5-3-12-15,2-4 0 16,0-2 1-16,-2 3-1 16,-3 0 0-16,0 1-45 15,-2 1-64-15,9-7-137 16,-9 11-251-16,-10 3-224 0</inkml:trace>
  <inkml:trace contextRef="#ctx0" brushRef="#br0" timeOffset="112271.84">16008 1467 1024 0,'0'0'181'0,"0"0"-140"16,0 0-25-16,0 0 49 15,97-93-65-15,-50 56-15 0,44-23-51 16,-10 6-164-1,-2 5-328-15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51:33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13715 4067 1064 0,'0'0'194'16,"0"0"-124"-16,0 0-34 16,0 0 19-16,0 0 28 15,0 0 3-15,-3-3-31 16,3 3-7-16,0 0-4 16,0 0-12-16,-1 0-14 15,1 0-8-15,0 0-1 16,0 0-8-16,0 0-1 15,0 0-12-15,0 0 5 0,0 0-12 16,6 0 19 0,4 1 12-16,3 5-2 0,4 1-1 15,1 0-3-15,4 0-12 16,3 0-15-16,2-1-84 16,15 1-107-16,-6-2-153 15,-6-2-409-15</inkml:trace>
  <inkml:trace contextRef="#ctx0" brushRef="#br0" timeOffset="413.83">14495 4088 1046 0,'0'0'230'16,"0"0"-147"-16,0 0 21 16,0 0-8-16,0 0-11 0,0 0-20 15,0 0-17-15,-7 0-40 16,7 0-8-16,9 0-1 16,3 5 1-16,7 2 13 15,4 2-12-15,7 0-1 16,1 1-8-16,13 3-138 15,-6-3-242-15,-7-1-558 0</inkml:trace>
  <inkml:trace contextRef="#ctx0" brushRef="#br0" timeOffset="3747.07">5818 853 1039 0,'0'0'171'0,"0"0"-119"15,0 0-1-15,0 0 20 16,0 0-6-16,0 0-8 16,-12 0-12-16,12 0-9 0,0 0-15 15,0 0-21 1,0 0 0-16,8 0 0 0,2 0 6 16,3 0-6-16,4 0 4 15,5 0-4-15,2 0 0 16,0 0 1-16,5-7 18 15,-1-6-13-15,-1-5-5 16,-2-2-2-16,-3-1-17 16,-5-1-78-16,-4 1 58 15,-5-1-26-15,-4 0 64 16,-4 0 5-16,0 2-3 16,0 0 8-16,0 4 16 15,-9 5-3-15,2 3 11 16,-1 3-4-16,-1 3 20 15,2 2-5-15,-2 0-9 0,0 0-15 16,0 4-20-16,-1 8-1 16,-1 4 0-16,2 5 1 15,0 5-1-15,-1 2 9 16,2 3-3-16,1 6 0 16,1 5 8-16,0 6-1 15,3 8 2-15,0 18-3 16,3 14 8-16,0 16-1 15,0 6-17-15,0-10 9 16,0-21-11-16,0-23-1 16,0-13-32-16,0-7 21 15,0 5-39-15,-3 0-12 16,3-1-24-16,-3-5-44 0,0-13-50 16,0-7-518-16</inkml:trace>
  <inkml:trace contextRef="#ctx0" brushRef="#br0" timeOffset="3978.02">5739 1401 1011 0,'0'0'197'16,"0"0"-140"-16,0 0-27 15,0 0 63-15,0 0-31 16,0 0 12-16,60-98-40 0,-30 68-4 16,4-4-30-16,6-3-56 15,2-2 37-15,21-19-255 16,-13 8-218-16,-9 7 102 0</inkml:trace>
  <inkml:trace contextRef="#ctx0" brushRef="#br0" timeOffset="4331.6">6361 635 1031 0,'0'0'194'15,"0"0"-135"-15,0 0 56 16,0 0 64-16,0 0-47 15,0 0-41-15,0 0-33 16,-7-6-18-16,1 12-14 16,-3 8-16-16,0 6-10 15,-6 5 6-15,6 6-6 16,-1 4 6-16,1 6-6 16,0 6 0-16,4 2 1 15,2 3-1-15,3-1 1 16,0-3-1-16,0-4 1 0,11-5-1 15,1-7-15 1,4-6-33-16,1-6-29 0,3-5-29 16,12-5-1-16,-7-5-200 15,0-5-365-15</inkml:trace>
  <inkml:trace contextRef="#ctx0" brushRef="#br0" timeOffset="4730.68">6503 919 844 0,'0'0'148'0,"0"0"-89"16,0 0 23-16,0 0 23 0,0 0-34 15,0 0-60-15,0 0 4 16,21-30 22-16,-9 30 7 15,1 0-24-15,1 0-7 16,-1 7 13-16,-4 4-26 16,-3 3 38-16,2 5-19 15,-7 3 26-15,-1 4-16 16,0 3-6-16,0 2 3 16,-9-1-5-16,-3-2-2 15,0-3 1-15,2-5-2 16,-1-3-10-16,4-7 3 15,2-3-11-15,4-5 7 16,1-2-7-16,0 0-34 16,0-9-66-16,9-12-12 0,6-9-184 15,5-22-84 1,-3 5 12-16,1 5 137 0</inkml:trace>
  <inkml:trace contextRef="#ctx0" brushRef="#br0" timeOffset="4968.79">6658 858 23 0,'0'0'357'16,"0"0"-170"-16,0 0 77 15,0 0 30-15,0 0-68 16,0 0-77-16,0 0-54 16,8-40-43-16,-16 49-23 15,-1 4-27-15,0 5 9 16,-1 4 0-16,5 5 9 16,-1 3 0-16,2 1 14 15,2-1-8-15,1 0 5 0,1 1-15 16,0-2-7-1,1-2-5-15,8-4 4 0,2-3-16 16,7-6-1-16,1-2-59 16,-1-7 18-16,7 0-1 15,11-5-102-15,-6 0-162 16,-3-7-211-16</inkml:trace>
  <inkml:trace contextRef="#ctx0" brushRef="#br0" timeOffset="5225.84">6886 1046 825 0,'0'0'161'0,"0"0"-61"15,0 0 75-15,0 0-57 16,0 0-33-16,0 0-18 16,0 0-44-16,0-1-15 15,0 15-7-15,0 6 14 16,-1 4 15-16,-3 4-1 15,1 2-14-15,-2-2 2 16,2 0-16-16,0-2 7 16,3-3-8-16,0-6-1 15,0-8-32-15,0-9-124 16,9 0-230-16,3-1-346 0</inkml:trace>
  <inkml:trace contextRef="#ctx0" brushRef="#br0" timeOffset="5833.12">7071 919 727 0,'0'0'381'16,"0"0"-210"-16,0 0-58 16,0 0 31-16,0 0-51 15,0 0-46-15,0 0-27 16,-10 14-8-16,4-2-5 15,0 5 8-15,1 4 1 16,1 5 14-16,2 2-3 16,2 0-10-16,0 2 8 15,0-2-10-15,0-3-5 0,5-3-9 16,4-5 1-16,0-6-2 16,3-4 0-16,0-4-15 15,0-3 4-15,4 0-46 16,-1 0 10-16,0-14-14 15,-1-3-4-15,-1-6-9 16,-4-4 52-16,-5 1 22 16,-2-3 23-16,-2 1-7 15,0 0 14-15,0 1 1 16,0 4 8-16,0 6 1 16,-2 6 2-16,1 6-6 15,-1 3 7-15,1 2-18 16,-1 0 1-16,2 0 11 0,-1 0-15 15,1 0-21-15,-2 9 1 16,-1 10 0-16,0 8 10 16,-3 11-12-16,-1 6 7 15,-2 9 1-15,0 15 1 16,-3 17-8-16,2-6 9 16,2-8-10-16,2-14 1 15,6-16-1-15,-4 1 0 16,4 1 0-16,0-12-2 15,0-7-8-15,0-10-6 16,0-7-78-16,4-7-46 16,5-7-80-16,-1-11-103 15,-1-7-250-15</inkml:trace>
  <inkml:trace contextRef="#ctx0" brushRef="#br0" timeOffset="6112.18">7353 1117 717 0,'0'0'348'16,"0"0"-203"-16,0 0-50 16,0 0 5-16,0 0 3 15,0 0-24-15,0 0-40 0,0 23-10 16,0-3 6-16,-3 2-11 15,-1 5-8-15,-2 1-3 16,0 1-12-16,0-6 8 16,3-2-3-16,1-5-6 15,1-6-18-15,1-6-59 16,0-4-116-16,0-4-337 16,3-10-77-16</inkml:trace>
  <inkml:trace contextRef="#ctx0" brushRef="#br0" timeOffset="6531.59">7502 785 722 0,'0'0'146'16,"0"0"39"-16,0 0 6 15,0 0-93-15,0 0-38 16,0 0-25-16,0 0-31 15,2-2-4-15,2 2-1 16,4 0 1-16,3 7 21 16,2 4-3-16,-1 2-4 15,1 1 1-15,-1 2-2 16,-1-1 23-16,0 2-2 16,-3 1-2-16,1 4 4 15,-6 0 1-15,-3 2-8 16,0 3 41-16,0-1-15 15,-4 0-21-15,-4 1-16 16,0-4-1-16,2-1-2 16,1-2-6-16,5-3-9 15,0-3-1-15,0-1 0 0,0-3-14 16,5-3 8-16,3-2-2 16,6-2-69-16,3-2-21 15,0-1 7-15,7 0-82 16,4-12-42-16,-1-2-326 15,-8-3 20-15</inkml:trace>
  <inkml:trace contextRef="#ctx0" brushRef="#br0" timeOffset="6794.44">7479 959 78 0,'0'0'935'0,"0"0"-748"16,0 0-109-16,0 0-16 15,0 0-1-15,0 0-43 16,0 0 25-16,34 1-14 16,-13 1-15-16,3-1-13 15,6 1 9-15,1-2-10 16,2 0-27-16,5 0-135 15,9-16-213-15,-11 2-230 16,-5-1 324-16</inkml:trace>
  <inkml:trace contextRef="#ctx0" brushRef="#br0" timeOffset="7115.76">7966 524 922 0,'0'0'55'0,"0"0"-55"16,0 0 0-16,0 0 30 0,0 0 7 15,0 0 11-15,0 0-5 16,65 82 12-16,-53-53 6 15,2 3-20-15,-3 6-24 16,3 5 3-16,-4 4-12 16,-4 4 5-16,-3 0-13 15,-3-2-19-15,0-2-78 16,-9 5-67-16,-6-11-154 16,-2-10-304-16</inkml:trace>
  <inkml:trace contextRef="#ctx0" brushRef="#br0" timeOffset="28312.02">17976 4163 1211 0,'0'0'217'16,"0"0"-178"-16,0 0 19 16,0 0-13-16,0 0-17 15,0 0 19-15,10-5-28 16,4 1 7-16,7-2-4 15,4 1-14-15,5-1-7 16,4 3 12-16,7 0-13 16,8 0 1-16,7 2 9 15,7-2 0-15,4 0 9 16,4-1-19-16,0 0 1 16,-2 0 5-16,-4 0-6 15,-2-1-19-15,-6 0-19 0,-5-1-42 16,-6 1-13-16,0-7-139 15,-13 4-172-15,-10-1-275 16</inkml:trace>
  <inkml:trace contextRef="#ctx0" brushRef="#br0" timeOffset="28611.51">18349 4098 952 0,'0'0'0'0,"0"0"-41"16,0 0-53-16,0 0 94 15,0 0 149-15,0 0 32 16,0 0-28-16,40 2-71 15,-24-2-32-15,4 0-19 16,5 0-22-16,4 0-7 16,4 0-1-16,-1 0-1 15,4 0-11-15,0 0-24 16,15 0-101-16,-11 0-141 16,-4 0-427-16</inkml:trace>
  <inkml:trace contextRef="#ctx0" brushRef="#br0" timeOffset="32563.68">7552 6018 152 0,'0'0'245'0,"0"0"-156"15,0 0-27-15,0 0 21 16,0 0-33-16,0 0 35 16,-27-2 25-16,24 0-32 15,0-1 15-15,0 2-30 16,0-1-27-16,0 2-18 15,-2-1 21-15,1 1-6 16,-3 0-18-16,-1 0 3 16,-1 0-12-16,-1 0-4 15,-2 0 21-15,-3 7-9 16,-3 1-1-16,0 2 11 16,0 3-16-16,-4-1 4 0,0 4-5 15,-1 0 6 1,1 1 6-16,-1 1-18 0,4 1 6 15,-2 3 9 1,3 1-15-16,0-1 12 0,0 0-11 16,0 4 8-16,-1 1 2 15,1 1-12-15,0 3 3 16,0 3 17-16,3 1-7 16,-1 2 0-16,2 2-5 15,1 0-7-15,3-2 14 16,-1 0-6-16,1-1-8 15,2-3 9-15,2 0-8 16,2-2 11-16,-1-2-6 16,0 1 2-16,2 0 1 15,-2-1-4-15,2 1 7 16,3 1 5-16,-3 3-17 0,3 2 14 16,0 0-5-16,0 2-4 15,0-3 7-15,0-1-13 16,0-2 1-16,0-5 6 15,0-1-7-15,0-3 1 16,3-1 0-16,6-1-1 16,1-1 0-16,-1 0 8 15,2-2-8-15,4-1 0 16,-2 1 1-16,5-1-9 0,-1 0 5 16,3 2-13-1,1-1 14-15,-1-1-4 0,-1 0-16 16,5-2-1-16,-6-2-39 15,6-2-21-15,-2-1 42 16,-1-3 25-16,1 0 7 16,1-3-25-16,-1-1-7 15,-2-1 40-15,2-2-28 16,-3 0 22-16,2 0-7 16,0 0 14-16,3 0 2 15,-3-5-2-15,4-2 0 16,-1-4 16-16,6 0-5 15,-3-2 14-15,1-1-14 16,2-2 10-16,0-1 5 16,1-1-20-16,0-1 4 15,1 0-4-15,-1-1-6 16,-1 0 2-16,0 1-2 0,-4-1 2 16,-1 0 0-16,-2 0-2 15,-2-2 0-15,-3-2 4 16,-3-3-2-16,2-2 6 15,-4-2 4-15,-3-5-10 16,2 1 4-16,-4-3-6 16,-4-2 1-16,1 0-7 15,-4-2-1-15,1 0 7 16,-2 1 1-16,0-1-1 16,0 2 8-16,0 1-8 15,0 1 0-15,0 1 9 16,0 2-9-16,0-1-9 15,0 3 8-15,0-1 2 0,-2 0 7 16,-1 2 2-16,-3 0 3 16,-3 3 28-16,-1 1 0 15,1 1-12-15,-3 0-4 16,-3 2-18-16,0 1-2 16,0 1-4-16,2 1-1 15,-4 0 0-15,2 1 1 16,-4 3 13-16,1 0-2 15,-1-1-6-15,-4 2-5 16,0 0-1-16,-3 1-1 16,-8 3 1-16,3 0-6 15,-5 5-4-15,0 2-19 0,0 3 19 16,0 3 0-16,3 0-6 16,0 0-3-16,-2 3-25 15,1 8-11-15,-4 2-3 16,-1 2 20-16,-5 6-13 15,-4 5-73-15,-36 24-80 16,14-4-146-16,1-1-193 0</inkml:trace>
  <inkml:trace contextRef="#ctx0" brushRef="#br0" timeOffset="35543.53">14040 3983 178 0,'0'0'0'15,"0"0"-12"-15,0 0-63 16,0 0-4-16</inkml:trace>
  <inkml:trace contextRef="#ctx0" brushRef="#br0" timeOffset="43981.71">7589 7335 5 0,'0'0'0'0,"0"0"-5"16,0 0 5-16,0 0 0 16,0 0 0-16</inkml:trace>
  <inkml:trace contextRef="#ctx0" brushRef="#br0" timeOffset="50801.31">26079 883 370 0,'0'0'138'16,"0"0"-90"-16,0 0 11 15,0 0 32-15,0 0-9 16,0 0 15-16,-8-3 22 15,6 3-12-15,2 0-13 16,0 0 9-16,-2 0-16 16,2 0-18-16,0-1-19 15,0 1-10-15,0 0-37 16,0 0-3-16,0 0-20 16,0 0 4-16,4 1 16 15,4 5-1-15,2-1 1 16,3 0 0-16,1-1 25 15,5-4-6-15,-1 0-10 16,5 0 8-16,-3-6-7 16,0-5-10-16,-2 0-11 0,-3-3-2 15,-2-2-11-15,-4-1 11 16,-3-1-10-16,-1-2-8 16,-4 2 31-16,-1 0 1 15,0 1-1-15,0 2 23 16,0 3-4-16,-4 2 13 15,-2 3-10-15,0 2 14 16,3 3 27-16,-2 0-28 16,2 2-21-16,-1 0 11 15,1 0-16-15,-3 3-9 16,0 8-1-16,0 6 1 16,-3 3 10-16,3 4-2 15,-1 4 8-15,0 2 10 16,0 2-14-16,0 6 10 0,2 5 3 15,1 5-2-15,1 4 1 16,0 5-16-16,0 2-2 16,0 1 12-16,1 3-11 15,2-4-6-15,-1-3-1 16,1-5 1-16,-3-7-1 16,1-6 0-16,-1-8-1 15,3-8 1-15,0-7-55 16,0-3-32-16,0-6-29 15,0-6-47-15,0 0-165 16,0-9-390-16</inkml:trace>
  <inkml:trace contextRef="#ctx0" brushRef="#br0" timeOffset="51069.42">26056 1246 1234 0,'0'0'174'0,"0"0"-97"15,0 0 65-15,0 0-24 16,0 0-11-16,0 0-51 16,0 0-39-16,29-64 14 15,-3 43-31-15,6-2 0 16,4-3-11-16,1-1-29 15,3-2-29-15,-4 4-134 16,-3 2 33-16,0-7-221 0,-8 5-140 16,-8 6 37-16</inkml:trace>
  <inkml:trace contextRef="#ctx0" brushRef="#br0" timeOffset="51490.86">26526 549 54 0,'0'0'925'0,"0"0"-806"15,0 0-90-15,0 0 23 0,0 0 62 16,0 0-47-16,0 0-18 15,-9 15-13-15,2-2-14 16,-1 4-3 0,0 1-16-16,0 3 3 15,-1 4-2-15,0-2-4 0,3 3-32 16,0 3-74-16,3-6-130 16,3-6-414-16</inkml:trace>
  <inkml:trace contextRef="#ctx0" brushRef="#br0" timeOffset="51936.46">26834 715 892 0,'0'0'143'15,"0"0"10"-15,0 0-43 16,0 0-8-16,0 0-16 16,0 0-9-16,-80 10-19 15,69-3-13-15,-1 3-14 16,0 3-2-16,-3 1 22 15,1 4-23-15,0 0 5 16,0 2-11-16,2 3-6 16,2-1 0-16,2 4-7 0,4-1-8 15,1 2 6 1,3 0-7-16,0 0-1 0,1-2-9 16,10-1 10-16,2-3-13 15,5-1 10-15,1-4-75 16,1-5-37-16,2-3-16 15,13-8-55-15,-7 0-215 16,-4 0-135-16</inkml:trace>
  <inkml:trace contextRef="#ctx0" brushRef="#br0" timeOffset="52598.93">26928 866 927 0,'0'0'146'15,"0"0"-114"-15,0 0-15 16,0 0 61-16,0 0-1 16,0 0-23-16,0 0-12 15,3-20-33-15,8 20 2 16,3 0-10-16,1 2 9 15,-2 5-9-15,1 1 13 16,-4 3 1-16,-2 2-2 0,-4 3-13 16,-2 4 38-16,-2 2-9 15,0 2 9-15,-6 0-5 16,-5 0-8 0,1-1 6-16,-1-5-18 0,4-2-6 15,2-5 3-15,4-2-9 16,-1-5 0-16,2-1-1 15,0-3-11-15,0 0-5 16,3-2-40-16,9-11 24 16,6-7-58-16,2-5-201 15,2-4 23-15,0-5-31 16,-1 0 66-16,-3 3 123 16,-2 1 110-16,-3 6 59 0,-6 5 55 15,-2 4 72 1,-4 7 47-16,-1 2-87 0,0 3 34 15,0 3-61-15,0 0-10 16,-3 0-35-16,-4 0-17 16,-3 2-25-16,1 8-8 15,-1 1-5-15,3 2 9 16,1 2 0-16,0 2-6 16,0 0 1-16,3 1 2 15,1 1-2-15,2 0-7 16,0 0-7-16,0-1-9 15,3-2 0-15,9-2-3 16,2-2 3-16,5-2-12 16,2-3-31-16,8-4-16 15,16-3-53-15,-7 0-174 0,-4-10-289 16</inkml:trace>
  <inkml:trace contextRef="#ctx0" brushRef="#br0" timeOffset="52949.4">27466 718 1124 0,'0'0'142'0,"0"0"-139"0,0 0 1 15,0 0 17-15,0 0 22 16,0 0 30-16,0 0-18 16,39 33-15-16,-24-18-6 15,0 3-5-15,0 2-9 16,-3 4 25-16,-2 3-18 16,-1 2-10-16,-8 7-2 15,-1 0-5-15,0 4-10 16,-11-1 12-16,-6 2-12 15,-5-2-1-15,-5-4-36 16,-1-4-87-16,-17 5-38 16,5-7-108-16,-1-8-736 0</inkml:trace>
  <inkml:trace contextRef="#ctx0" brushRef="#br0" timeOffset="58589.36">27056 1174 137 0,'0'0'371'0,"0"0"-160"15,0 0-44-15,0 0 8 16,0 0-29-16,0 0-49 15,0 1-36-15,0-1-42 0,0 0-18 16,0 0-1 0,0 0-9-16,0 3-46 0,0 0-145 15,0 0-326-15</inkml:trace>
  <inkml:trace contextRef="#ctx0" brushRef="#br0" timeOffset="62265.73">26386 1396 98 0,'0'0'163'16,"0"0"-106"-16,0 0 23 16,0 0 75-16,0 0-69 15,0 0 92-15,0 0-2 16,-3-1-37-16,1 0-39 15,1-1-38-15,-2 2 18 16,2 0-31-16,-2 0-23 16,0 0-20-16,-3 0-5 0,0 3 10 15,-2 4-11 1,-2 2 1-16,4-1 6 0,0 1-7 16,0-1 1-16,1 2 0 15,1 0 0-15,3 0 6 16,-1 0-7-16,2 1-5 15,0 0 5-15,0-1 0 16,2 0-1-16,5-1 1 16,2-1-4-16,0-2 10 15,3-2 13-15,0-1-19 16,0-3 1-16,2 0 9 16,0 0-10-16,1 0 10 0,-2-6-7 15,2-2 16-15,-3-2-19 16,0-2 1-16,0 1-2 15,-3 0 2-15,-3 1-1 16,-3 0 2-16,-3 2-2 16,0-2 16-16,0 0 0 15,0-1 4-15,-4 1 19 16,-2 0-21-16,-2 1-14 16,0 2-2-16,-2 1 12 15,1 2 5-15,-1 3-19 16,-4 1 10-16,2 0-2 15,-1 0 2-15,-1 3 0 16,-2 6-2-16,3 3-7 16,-2-1 6-16,4 2-7 15,2 1 0-15,2-1 0 0,1 1-1 16,5-3 1-16,1 2-1 16,0-3-8-16,0-2 2 15,1 1-1-15,11-2-6 16,-2-3 14-16,4 0 1 15,-1-2-1-15,1-2 3 16,2 0-3-16,2 0 22 16,-3-9-13-16,0-1-8 15,-3 0-1-15,-2 0-7 16,0 2 0-16,-4-1-9 16,-1 1 4-16,-2-2 10 15,-1 2-13-15,-2 0 12 16,0-1 3-16,0 1 0 15,-2 0 5-15,-4 1-5 16,-2 3-14-16,-2 0 14 0,0 4 13 16,-2 0-12-16,-2 0-1 15,1 3 0-15,-2 7 1 16,3 1-1-16,0 0 1 16,5 2 4-16,1-1-5 15,3 4-1-15,3 1-5 16,0 0-1-16,0 0-4 15,10-3-3-15,9-2-28 16,17-2-40-16,-4-5-85 16,-1-5-683-16</inkml:trace>
  <inkml:trace contextRef="#ctx0" brushRef="#br0" timeOffset="68426.92">29636 534 462 0,'0'0'189'16,"0"0"-118"-16,0 0 78 15,0 0 23-15,0 0-10 16,-2-12-75-16,-1 9-21 15,-1 0-3-15,-3 0 25 16,1 0 17-16,-4 1-28 16,0-1-20-16,-1 0-31 0,-4 0 2 15,0 2-15-15,-1 1-1 16,-1 0 9-16,-2 0-21 16,-2 3 2-16,0 5 13 15,-3 3-14-15,1 3 6 16,0 2-6-16,2 1 8 15,1 1 4-15,3 0-13 16,4 1 0-16,4-1-1 16,4 0 0-16,3-3-8 15,2 0 9-15,0-2-9 16,0-3 9-16,8-2-28 0,3-2 25 16,5-4 3-1,2-2 16-15,6 0-16 0,4-2-17 16,2-11-48-16,1-4-46 15,1-4-44-15,-4-1 30 16,-1-2 89-16,-6-3-33 16,-2 0 51-16,-5-3-81 15,-1-1 18-15,-5 1 81 16,-2-3 42-16,-2 3 17 16,0 4 41-16,-4 3-7 15,0 6 18-15,0 3-36 16,0 4 5-16,0 3 4 15,0 4 1-15,0 2 0 16,0 1-28-16,0 0-44 16,0 0-11-16,-1 0 12 0,1 0-14 15,-3 7 0 1,2 7-1-16,-1 5 1 0,-1 7 10 16,-1 4 0-16,1 3 3 15,0 3-2-15,-2 2 1 16,2 2 18-16,0-3-20 15,-1 2-9-15,2-4 16 16,1-4-17-16,1-1 0 16,0-5 0-16,0-6 1 15,0-2-1-15,0-5-1 16,0-4-42-16,0-3-7 16,0-4-48-16,4-1-77 15,2 0-209-15,0-3-527 0</inkml:trace>
  <inkml:trace contextRef="#ctx0" brushRef="#br0" timeOffset="69484.07">29926 559 849 0,'0'0'195'15,"0"0"-146"-15,0 0-24 16,0 0 57-16,0 0 34 16,0 0-32-16,0 0-50 15,0-5 15-15,6 5-42 0,3 0 28 16,6-1 0 0,0-3-10-16,6-2 11 0,1-3-21 15,-2-2-12-15,-1-3-3 16,-4 0-34-16,-2-1 27 15,-5-1-3-15,-3 2 10 16,-4 0 31-16,-1-1 2 16,0 4-6-16,0 2 11 15,-4 3 32-15,-1 3 31 16,2 2-37-16,-2 1-33 16,1 0-8-16,-3 0-17 15,-1 1-6-15,2 9 0 0,-1 3-1 16,-2 2 1-16,1 3-1 15,1 5 1-15,1 2 15 16,-1 6-12-16,1 4 15 16,0 2-1-16,1 4 5 15,-3 3-13-15,1 1 3 16,1 3-3-16,0 0 7 16,2-1-15-16,-1-3 5 15,4-7-6-15,-1-2 1 16,2-8-1-16,0-7 0 15,0-4-1-15,0-6-5 16,0-6-1-16,0-1-58 16,0-3-16-16,0 0-20 15,0-3-14-15,0-10-66 16,-7-1-560-16</inkml:trace>
  <inkml:trace contextRef="#ctx0" brushRef="#br0" timeOffset="69934.39">29835 815 1160 0,'0'0'205'15,"0"0"-131"-15,0 0 42 16,0 0 5-16,0 0-19 16,0 0-7-16,0 0-36 15,85-53-32-15,-44 36-5 16,4-3-22-16,5-1 5 15,1 0-13-15,0-2-19 0,-4 2-86 16,10-2-71-16,-15 6-78 16,-9 5-376-16</inkml:trace>
  <inkml:trace contextRef="#ctx0" brushRef="#br0" timeOffset="70395.23">29380 1208 1137 0,'0'0'249'16,"0"0"-164"-16,0 0 28 15,0 0 27-15,0 0 12 16,0 0-79-16,0 0-41 16,21 0-5-16,-4 0-1 15,8-2-7-15,5 1 15 16,4-2-12-16,5 2-9 16,7-2 5-16,2 0-12 15,6 0 0-15,2 0 8 16,-1-1-14-16,-3 0 0 0,-5 1-1 15,-5 0-33-15,-4 3-13 16,-6 0-41-16,-8 0-51 16,-3 0-51-16,-7 0-98 15,-4 2-113-15,-9 2-240 0</inkml:trace>
  <inkml:trace contextRef="#ctx0" brushRef="#br0" timeOffset="71174.61">29653 1663 1318 0,'0'0'199'0,"0"0"-152"16,0 0 56-16,0 0 18 15,0 0-29-15,0 0-68 0,0 0-14 16,-7-49 6-16,1 38 10 15,-3 1 5-15,-2 1-9 16,-2 1 9-16,0 1-6 16,-2 1 10-16,1 5-25 15,2 1-8-15,-2 0 3 16,0 2-5-16,-1 8-1 16,3 3-5-16,1 3 5 15,0-1-1-15,3 2 1 16,4 1-9-16,1-1 9 15,3 0 1-15,0 1-8 16,0-4-8-16,4-3 10 16,5-2-37-16,6-3-32 0,0-5 12 15,4-1 63 1,4 0 0-16,2-12 0 0,4-8-66 16,1-8-38-16,-2-5-5 15,-3-4 30-15,-3-5 36 16,-3-1 43-16,-6-5 0 15,-3 0 0-15,-2 0 10 16,-2 1 18-16,0 5-6 16,-2 5 11-16,-1 10 25 15,-1 9-12-15,-1 8-11 16,-1 5-6-16,0 3-4 16,0 2-5-16,0 0 1 15,0 0-5-15,0 0-15 16,0 0 9-16,0 7-9 15,0 8 6-15,0 7 15 0,0 5-3 16,-1 5-1-16,-2 2-4 16,0 3 2-16,-3 1-2 15,2 2-14-15,-1 0 2 16,0-1-1-16,2-2 0 16,2-3-1-16,1-5 0 15,0-4-11-15,0-5-28 16,1-6-81-16,12-1-100 15,0-5-107-15,-1-5-517 0</inkml:trace>
  <inkml:trace contextRef="#ctx0" brushRef="#br0" timeOffset="71786.42">29948 1528 405 0,'0'0'872'15,"0"0"-827"-15,0 0-35 16,0 0 33-16,0 0-14 16,0 0-19-16,0 0 2 15,14-59 14-15,1 57-17 16,2 2-2-16,-4 0 0 0,0 0-1 15,-2 2 4-15,-3 7 1 16,-1 5 7-16,-6 4 7 16,-1 4 0-16,0 5 32 15,-10 1-11-15,-2 3 5 16,-3-4-14-16,3-5-12 16,3-4-11-16,4-7-1 15,4-4-12-15,1-5-1 16,0-2-26-16,7 0 5 15,12-2 20-15,6-14-28 16,6-6-96-16,5-6 19 16,0-8 46-16,-5 1-30 15,-5 1 90-15,-6 6 66 16,-5 7 35-16,-9 9-22 16,-4 7 11-16,-2 3 4 0,0 2-17 15,0 0-18-15,-5 3-28 16,-5 10-14-16,-1 4 1 15,-1 4-12-15,1 5-6 16,3-1 14-16,5 0-8 16,3 1 2-16,0-1-8 15,11-1 0-15,14-1 1 16,9-3-1-16,14-6-47 16,47-14-75-16,-10 0-105 15,-2-9-874-15</inkml:trace>
  <inkml:trace contextRef="#ctx0" brushRef="#br0" timeOffset="85359.93">24997 2770 82 0,'0'0'1303'0,"0"0"-1185"16,0 0-81-16,0 0-3 15,0 0 1-15,0 0-16 16,-15-7-6-16,28 6 4 16,6 1-1-16,6-3 3 0,6 0 3 15,5-4-15 1,-2-3 9-16,1-2-5 0,-7-2-10 15,-3-1 18-15,-5-1-18 16,-7-1 5-16,-4 0-5 16,-5 0 11-16,-2 0-11 15,-2-1 9-15,0 3 6 16,0-1 0-16,-5 5 39 16,-2 1 11-16,1 4-39 15,0 2 16-15,3 1-7 16,0 3-9-16,2 0-20 15,1 0 10-15,-3 0-17 16,-3 6-6-16,0 11-2 16,-5 10 8-16,-3 8 6 15,0 10-6-15,-4 17 0 0,5-3 2 16,-2 7-2-16,4 2 0 16,4-9 0-16,-1 7 0 15,5-4 1-15,3-7-1 16,0-4 0-16,0-8-1 15,0-6 1-15,3-5 0 16,2-3-38-16,-2-8-38 16,0-4-112-16,-2-7-116 15,-1-5-57-15,0-5-359 0</inkml:trace>
  <inkml:trace contextRef="#ctx0" brushRef="#br0" timeOffset="85577.57">25040 3156 1237 0,'0'0'194'16,"0"0"-125"-16,0 0-14 16,0 0-17-16,0 0 23 15,0 0-4-15,0 0 3 16,76-73-12-16,-37 45-28 15,5-3-20-15,2-2-29 16,-1 1-59-16,8-13-62 16,-12 6-556-16,-12 6-42 0</inkml:trace>
  <inkml:trace contextRef="#ctx0" brushRef="#br0" timeOffset="85915.55">25579 2359 1300 0,'0'0'229'0,"0"0"-162"16,0 0 3-16,0 0-20 15,0 0-14-15,0 0-5 16,0 0-15-16,-36 51 1 16,24-23 5-16,0 5-10 15,-4 2-5-15,2 3-7 16,0 3 1-16,1-2-2 16,3 1-44-16,7 10-82 15,2-10-167-15,1-7-584 0</inkml:trace>
  <inkml:trace contextRef="#ctx0" brushRef="#br0" timeOffset="86591.9">25510 3127 1091 0,'0'0'179'16,"0"0"-148"-16,0 0-2 16,0 0 27-16,0 0-2 15,0 0 20-15,0 0 34 16,40-58-51-16,-40 56-34 15,2 2-4-15,-2 0-9 16,0 0 9-16,0 7-1 16,0 8 36-16,0 3 13 0,-7 3-26 15,2 3-23-15,-1 0 4 16,3 0-21-16,3-3 4 16,0-3-5-1,0-1-1-15,6-5-7 0,7-4-1 16,3-3 4-16,7-5 5 15,4 0 0-15,6-16-5 16,1-5-73-16,-1-6 16 16,-3 0 57-16,-9-1 5 15,-8 3 10-15,-5 2 23 16,-5 5 2-16,-3 3 34 16,0 7-5-16,0 4 6 0,0 2-18 15,0 2-15-15,0 0-25 16,0 0-1-16,-2 0-11 15,-2 7 0-15,-2 10 0 16,-5 9 5-16,-2 7 9 16,1 9-14-16,-1 4 8 15,1 7 15-15,3-1-22 16,1 1 0-16,4-3-1 16,1-3 0-16,3-4 0 15,0-5-13-15,0-6-34 16,-2 4-71-16,-1-11-148 15,-4-8-372-15</inkml:trace>
  <inkml:trace contextRef="#ctx0" brushRef="#br0" timeOffset="108065.74">25576 2284 173 0,'0'0'85'0,"0"0"-40"0,0 0 53 15,0 0 28-15,0 0-4 16,0 0-21-16,0-4 3 16,0 2 3-16,0 2-23 15,0-1-42-15,-1 0 9 16,-1-1 33-16,1 2-26 15,-2 0-37-15,1 0-20 16,1 0 17-16,1 0-18 16,-2 0 0-16,-1 0 1 15,0 0-1-15,-3 0-1 16,-1 0-12-16,2 0 13 16,-1 0 4-16,2 2-4 15,-2-1 0-15,0 3 0 16,-3-1 0-16,1 3 0 15,1 0 0-15,-1 1-2 16,-3 1 1-16,1 1 1 0,1-1-1 16,-1 2 0-16,3 0 0 15,-1-1 0-15,1 1 0 16,-1 2-2-16,2 1 2 16,-1-1 1-16,1 3-1 15,0-2 0-15,2 3-1 16,2-2 1-16,1 2-14 15,1-1 2-15,0 1 13 16,0-2 0-16,0 0 0 16,3-2-1-16,5 1-4 15,3 0 5-15,-1 0 1 16,7 0-1-16,-1-1-23 16,3 1 23-16,5-1 0 15,0-2-10-15,0-1-33 0,3-5 26 16,-2-1 4-16,1-3 0 15,-1 0 5-15,-2-4-5 16,0-6 13-16,0-3 21 16,-1 0-19-16,-1-2 26 15,-2-3-12-15,-2-1 7 16,-2-2 23-16,-5 0-20 16,-1-3-1-16,-3 0-24 15,-6 0 1-15,0-2 7 16,0 3 0-16,0 0-9 15,-10 0 33-15,-2 2-23 16,0 2-10-16,-5 0 19 0,1 3 3 16,-5 4-6-16,-1 2-15 15,-5 3 18-15,-4 4-10 16,-7 3-9-16,-5 1-80 16,-8 16 31-16,-4 10 13 15,-18 23-85-15,12-7-163 16,9-2-69-16</inkml:trace>
  <inkml:trace contextRef="#ctx0" brushRef="#br0" timeOffset="113466.51">23556 4144 472 0,'0'0'563'16,"0"0"-486"-16,0 0 2 15,0 0 60-15,0 0-15 16,0 0-14-16,-9-11-27 15,9 11-30-15,0-2-23 16,0 2-23-16,0 0-7 16,0 0-29-16,0 0 10 15,6 0 19-15,3 0 13 0,3 0-1 16,6 0-12-16,2 0 10 16,3-5-3-16,4-3 6 15,0-3-6-15,0-1-7 16,-2-2-42-16,-3 0-72 15,-5-2-44-15,-3 0 150 16,-5 1 8-16,-1-2 21 16,-5 0-5-16,-1 2 1 15,-2 0 9-15,0 2 30 16,0 4-13-16,-5 0 39 16,-1 5-24-16,0 1-10 15,0 2-7-15,-1 1-7 0,-1 0-18 16,1 0-8-16,-3 6-8 15,0 8-2 1,0 2 1-16,-3 7 1 0,2 3 0 16,-3 2 0-16,1 6 6 15,0 2 10-15,-2 7-15 16,3 5 0-16,1 4 14 16,1 3-7-16,4 3-2 15,3 1-6-15,3-1-1 16,0-1 1-16,0-7-1 15,0-3 1-15,3-5-9 16,0-6-34-16,0-7-2 16,2-6-31-16,-4-8-33 0,2-6-40 15,-3-5-196 1,0-4-284-16</inkml:trace>
  <inkml:trace contextRef="#ctx0" brushRef="#br0" timeOffset="113736.03">23475 4468 1239 0,'0'0'175'15,"0"0"-129"-15,0 0 5 0,0 0-19 16,0 0 22-16,0 0 33 15,0 0-47-15,108-90-1 16,-66 67-39 0,7-4-3-16,3-2-108 0,24-11-17 15,-12 5-269-15,-10 4-296 16</inkml:trace>
  <inkml:trace contextRef="#ctx0" brushRef="#br0" timeOffset="114866.63">24026 4450 436 0,'0'0'796'16,"0"0"-699"-16,0 0-59 15,0 0 56-15,0 0-21 16,0 0 7-16,0 0 0 0,-24-25-64 15,34 18-6 1,2 1-10-16,5 1 6 0,-2 0 1 16,-1 4-6-16,-2 1 2 15,-2 0-3-15,0 0 0 16,-4 0-11-16,-3 8-11 16,-3 7 15-16,0 3 7 15,0 4 23-15,-11 5 8 16,-5 2-8-16,-2-1-4 15,2-2-4-15,1-1-14 16,4-7 8-16,4-5-9 16,5-4-5-16,2-3 4 15,0-5-17-15,8-1-28 16,11 0 46-16,4-10-13 16,7-8-35-16,2-6-42 15,0-4 27-15,-2 0 62 16,-7-2 1-16,-5 5 0 0,-7 2 20 15,-7 6-6-15,-2 5 21 16,-2 5-3-16,0 4 56 16,-5 3 11-16,-4 0-58 15,-3 1-29-15,3 9-11 16,2 3 0-16,1 1-1 16,4 3-6-16,2 3 6 15,0 1 5-15,2 0-5 16,11 1 0-16,7 0-9 15,3-4 0-15,9-1-14 0,2-2-60 16,24 1-56 0,-10-6-204-16,-5-3-567 0</inkml:trace>
  <inkml:trace contextRef="#ctx0" brushRef="#br0" timeOffset="116604.59">24472 3949 846 0,'0'0'138'0,"0"0"-54"16,0 0 36-16,0 0 57 15,0 0-40-15,0 0-41 16,0 0-38-16,-29-19-26 16,22 19-10-16,0 0 3 15,-4 7-17-15,-4 8-8 16,-1 6 0-16,-2 2 0 16,1 2 5-16,3 1-5 15,3-1-1-15,4 1 1 16,4-1-1-16,3 0-1 15,0-2-14-15,10-2-7 16,9-1-30-16,4-6 8 16,5-3-19-16,4-4-26 0,1-4 26 15,1-3-147-15,9 0-106 16,-10-10-224-16,-8 0 266 16</inkml:trace>
  <inkml:trace contextRef="#ctx0" brushRef="#br0" timeOffset="117212.67">24618 4106 41 0,'0'0'314'0,"0"0"-223"15,0 0 0-15,0 0 78 0,0 0-109 16,0 0-6-16,0 0 57 16,-24-35-59-16,24 34-48 15,8 1 11 1,-1 0 57-16,1 0 15 0,0 0-34 15,-2 0 8-15,0 4-13 16,1 4 6-16,-3 1-37 16,-1 0 35-16,0 1-11 15,-3 1-16-15,0 1-3 16,0-1 8-16,0 2 14 16,0-2-12-16,0 2-18 15,-7-1 10-15,2 0 3 16,-1-2-26-16,1-2 12 15,2-2 0-15,2-3-13 16,1-3-9-16,0 0-26 0,3 0-58 16,11 0 53-1,6-12-54-15,3-2-124 0,-1-4 75 16,2-3 14-16,-5 0 129 16,-2-1 9-16,-2 1 53 15,-6 3-33-15,-3 3 20 16,-3 2 1-16,-3 4 55 15,0 3 7-15,0 4-47 16,0 0 3-16,-2 2-1 16,-4 0-20-16,2 0-34 15,-4 7-6-15,-1 5 20 16,0 3-10-16,2 2-7 16,1 0 6-16,-1 1-8 15,2 1 9-15,2-1-7 0,3-1-1 16,0 0 1-16,0-3-10 15,5 0-1-15,9-3-20 16,4-2 2-16,5-3 5 16,3-5-46-16,12-1-91 15,-7-4-96-15,-4-6-364 0</inkml:trace>
  <inkml:trace contextRef="#ctx0" brushRef="#br0" timeOffset="117472.36">25004 4105 599 0,'0'0'198'0,"0"0"-103"15,0 0 2-15,0 0 61 16,0 0-15-16,0 0-41 16,0 0-27-16,-23 66-14 15,18-48-13-15,1 3-3 16,-1 2-10-16,2 0-16 15,-1-2-14-15,4-3-5 16,0-4 0-16,0-5-14 16,4-5-67-16,7-4-6 15,11-1-228-15,-2-12-173 16,0-3 186-16</inkml:trace>
  <inkml:trace contextRef="#ctx0" brushRef="#br0" timeOffset="118004.36">25145 4058 707 0,'0'0'205'0,"0"0"-43"16,0 0 29-16,0 0-104 15,0 0-32-15,0 0-26 16,0 0-1-16,-15 24 10 16,10-6 18-16,-1 3-3 15,1 4-26-15,2 0-9 16,1 0 17-16,2 1-22 15,0-4-6-15,0-3 11 16,7-4-18-16,2-5-5 16,5-3-8-16,1-6 13 15,1-1 21-15,5-1-7 16,1-14-14-16,1-5-14 0,-2-4-46 16,-2-3 50-1,-5-1 10-15,-1 0 5 0,-6-1 17 16,-1 5-16-16,-3 5 12 15,-1 5 34-15,-2 5 8 16,0 6 9-16,0 3-25 16,0 0-27-16,0 0-15 15,-2 5-2-15,-2 6 1 16,-2 6 6-16,-2 5-6 16,-2 4 1-16,1 5 5 15,0 2-7-15,-1 4 9 16,1 4-8-16,1 0-1 15,2 0 19-15,2-3-17 0,2-2-1 16,2-7 4 0,0-5-5-16,2-4 0 0,10-7-31 15,-2-5-80-15,11-8-96 16,-6 0-128-16,0-4-402 16</inkml:trace>
  <inkml:trace contextRef="#ctx0" brushRef="#br0" timeOffset="118453.19">25580 3917 1129 0,'0'0'165'0,"0"0"-153"16,0 0-12-16,0 0 0 15,0 0 18-15,0 0 5 16,0 0 29-16,41 89-8 16,-31-60 10-16,3 4 1 15,0 5 10-15,-3 3-28 16,-1 3-15-16,-5 4 0 15,-4 2-9-15,0 3-13 16,-36 22-6-16,1-15-87 0,-7-9-572 16</inkml:trace>
  <inkml:trace contextRef="#ctx0" brushRef="#br0" timeOffset="141866.59">20194 4095 52 0,'0'0'283'0,"0"0"-189"16,0 0-29-16,0 0 67 16,0 0-21-16,-1 0-5 15,1 0-28-15,0 0-26 16,0 0 0-16,0 0 19 15,0 0-3-15,0 0 0 16,0 0-41-16,0 0 7 16,0 0-21-16,0 0-3 15,0 0 0-15,0 0-10 16,0 0 0-16,0 3 35 16,3 1-16-16,3 0-5 15,0 2-4-15,0-1 2 0,4 1-12 16,-1 1 22-1,2 0-9-15,1 0 1 0,0 0-13 16,1 0 5-16,-1 1-4 16,0-1 9-16,1 1-11 15,-1-1-6-15,1 1 6 16,3 1 7-16,1-1-7 16,2-1-3-16,3 2 3 15,0-1 0-15,-1-1-4 16,1 1 4-16,2-3 5 15,-2 2 5-15,1 0 1 16,-1 0-9-16,1 1-2 16,-2-1 1-16,1 2-1 15,0-2 0-15,1 0 0 16,-2-1 1-16,0 0-1 0,1-2-11 16,-1 0 3-1,3-2 8-15,-2 1 0 0,2-3 0 16,-1 0-1-16,-1 1-14 15,2-1 15-15,-1 0 0 16,-1 0 9-16,0 0-2 16,-1 0-1-16,-3 0 3 15,2 0-9-15,1 0 0 16,-1 0 0-16,4 0 0 16,1 0 0-16,2 0 1 15,-1 0-1-15,4-4-7 16,-1-2-67-16,-2 2 67 0,0-2 7 15,-2 0 0-15,-1 1 1 16,-4 0 1-16,-1 1 9 16,-3 0-9-16,-1 1-2 15,0-1 11-15,-2-2-11 16,2 1 0-16,-1-2-43 16,-2-2 37-16,2-2 6 15,0-2 12-15,-1 0-12 16,-1-1 0-16,3 0 23 15,-3 0-23-15,0 0-13 16,3 1-63-16,-3 1 114 16,3 0-54-16,-5 1 17 15,1 1-2-15,-1 0-1 16,-1 0 2-16,0-1 1 16,1-1 8-16,-1-1 18 0,1-2-15 15,1 1-5-15,-2 0 22 16,0-1-29-16,1-1 1 15,0-1-1-15,-3 2 6 16,-1-1-4-16,-1-1 6 16,-3-1 0-16,0 0 3 15,-2-1-1-15,0-1 5 16,0 2-1-16,0-1 15 16,0 0-8-16,0 2-20 15,0 0 0-15,0 2 14 16,0-1-14-16,0 1 9 15,-2 0-10-15,0 1 1 16,-1 0 17-16,0 2 4 16,0-2 0-16,0 1 2 0,-2 0-8 15,1 0-2-15,-1 2-12 16,2-2 17-16,-3 2 0 16,2 2-19-16,-1-3 6 15,1 2 7-15,-2 0 1 16,-3-1-13-16,0 1-1 15,1-3 0-15,-1 2 7 16,-2 0-7-16,2 1-8 16,-1-1 2-16,-1 1-5 15,2 1 9-15,-2-1-17 16,0 0 17-16,0 2-5 16,0 0-9-16,-2-1-2 0,0 2 4 15,-4-1-2 1,1-1 4-16,-2 2-1 0,-1-1-8 15,-1-1 19-15,1 2-19 16,-2-1 11-16,3-1-9 16,-1 2-4-16,0-2 11 15,0 0 11-15,0 0 1 16,1 1 0-16,0-1 0 16,0 2 0-16,-1 0 0 15,-2 0 0-15,-2 1 0 16,0-1 0-16,-4 2 0 15,-2 1 0-15,3-2-6 16,-3 2-1-16,1 0 6 16,0 1-24-16,0 0 13 0,2 0-5 15,-1 0 5-15,2 2 12 16,-1 0-1-16,1-1 1 16,1 1 0-16,-1 1 0 15,1-2-1-15,0 2 1 16,2 0 0-16,1 0 2 15,0 0-2-15,3 0 0 16,-2 0 0-16,3 0 0 16,0 0 1-16,-1 0-1 15,0 5 0-15,0-1 0 16,-2-1 0-16,2 1-6 16,-5 0 6-16,3 2 0 15,-3-2 1-15,1 2-1 0,1-2 1 16,1 1 0-16,2-1-1 15,3 1 0-15,1 0 0 16,1-1 0-16,0 2 1 16,3-2-1-16,1 2 0 15,-3 0 0-15,1 0 0 16,1-1 0-16,-2 1 0 16,2 1 0-16,-4-1 1 15,4 1-1-15,-1-2 0 16,0 2 0-16,0 0 0 15,0 0 0-15,0-1 1 16,0 0-1-16,0-2 0 16,0 1 0-16,2 0 0 15,0-1 6-15,-1 2-6 0,2-1 2 16,0 1 5-16,1 1-7 16,0 0 0-16,-1 1-6 15,2 2 6-15,0 0 7 16,-1 1-7-16,1 1 0 15,1-1 0-15,-1 2 0 16,0-2-1-16,-1 0-5 16,3 0 6-16,-4 2 1 15,2 0-1-15,0 3 0 16,-1-2 0-16,2 3 1 16,1-1-1-16,1 4 1 15,0 0 0-15,1 3 1 16,1 2-2-16,-1 2 0 0,2 3 1 15,0 0-1-15,0 3 0 16,0 2-6-16,0 2 6 16,6 1-1-16,5 1-10 15,3-2-65-15,5-3 24 16,12 7-61-16,-3-8-221 16,-3-8-292-16</inkml:trace>
  <inkml:trace contextRef="#ctx0" brushRef="#br0" timeOffset="149576.03">18526 4058 55 0,'0'0'27'0,"0"0"11"16,0 0-9-16,0 0 14 16,0 0 12-16,0 0-10 15,0 0-14-15,0 0-5 16,0 0 20-16,0 0-11 15,0 0-16-15,0 0-8 16,0 0-2-16,0 0 0 0,0 0-2 16,0 0-1-1,0 0 2-15,0 0-7 0,0 0 0 16,0 0 0-16,0 0 0 16,0 0 7-16,0 0-7 15,0 0 12-15,0 0 16 16,0 0 20-16,0 0 15 15,0 0-2-15,0 0 23 16,0 0 15-16,0 0-35 16,0 0-15-16,0 0 1 15,0 0-6-15,0 0 23 16,0 0 11-16,0 0-8 16,0 0-4-16,0 0-22 15,0 0-4-15,0 0-8 0,0 0 9 16,0 0-25-16,0 0-16 15,0 0 4-15,0 0-4 16,0 0 7-16,0-1-8 16,0 1 0-16,0 0 0 15,0 0 8-15,0 0-8 16,0 0 0-16,0 0 0 16,0 0 0-16,0 0 0 15,0 0 0-15,0 0 1 16,0 0-1-16,0 0-8 15,0 0-5-15,0 0-26 16,0 0-28-16,0 0-21 16,-4 3-72-16,1 5 2 15,0-2-442-15</inkml:trace>
  <inkml:trace contextRef="#ctx0" brushRef="#br0" timeOffset="171349.4">14325 4202 570 0,'0'0'182'16,"0"0"-113"-16,0 0-11 15,0 0-16-15,0 0-26 16,0 0-15-16,-4 0-1 15,4 0-1-15,0 0 0 16,0 0 0-16,0 0 1 16,0 0 0-16,0 0 0 15,0 0-23-15,0 0-74 0,0 4-100 16,0-1-103-16</inkml:trace>
  <inkml:trace contextRef="#ctx0" brushRef="#br0" timeOffset="173669.75">19284 5781 530 0,'0'0'118'15,"0"0"-58"-15,0 0 70 16,0 0-2-16,0 0 41 16,0 0-70-16,-48 0 25 15,43 0-41-15,-3 0-42 16,1 0-17-16,-2 0-2 16,-1 1 10-16,-3 6 2 15,1 2-15-15,-2 1-5 0,0 1 15 16,-2 2-14-16,2 1-6 15,1 1 1-15,2 2-9 16,1 2 14-16,1 4-14 16,2 0-1-16,1 4 9 15,-1 1-9-15,0 3 3 16,4-1-3-16,0 1 1 16,2-1 0-16,1-1-1 15,0-2-4-15,0 1 3 16,1-2-5-16,8 1 6 15,2-2 12-15,1 2-11 0,2 1 5 16,1 1-6 0,2 0 0-16,1-1 10 0,0-1-10 15,2-5-10 1,0-1 4-16,2-5-23 0,2-2 29 16,0-4-16-16,5-1 16 15,0-4 18-15,4 1-18 16,4-3 0-16,-1 1 15 15,0-1-15-15,1 1 0 16,-2 0-11-16,-4 2 0 16,-1-1-8-16,-2 0-14 15,-1-1-4-15,0-1 1 16,0-2 8-16,-2-1-8 16,1 0-16-16,0-4 37 15,1-6 14-15,1-3-27 0,-2-2-41 16,1 0 41-16,-4-2 28 15,-3 1 14-15,-1 2-2 16,-2-2-12-16,-1 2 29 16,-4-3-16-16,0-1-12 15,-2-2 32-15,-2-2-20 16,2 1 14-16,-2-2-11 16,-4 1-6-16,1 1-4 15,-2 1-4-15,0 0 17 16,-2-3-9-16,1 0-9 15,-1-2 0-15,2-3 1 16,0-1-1-16,-2-1 8 0,1-2-9 16,0 1 8-1,-2-1 3-15,0 1-10 16,0-1-1-16,-5-1 0 0,-11 2-5 16,-2 0 5-16,-8 3-3 15,-3 1 16-15,-6 2 1 16,-3 2-4-16,-3 2-3 15,1 2-7-15,-3 4 0 16,2 0-1-16,1 2 1 16,-1 2-4-16,-1 1 2 15,1 2 2-15,-3 4-17 16,2 1-9-16,-3 3 14 16,0 0 5-16,2 2-3 15,-5 11-31-15,3 4-40 16,-16 13-127-16,12-3-193 0,7-3-214 15</inkml:trace>
  <inkml:trace contextRef="#ctx0" brushRef="#br0" timeOffset="175312.83">23554 5859 514 0,'0'0'96'0,"0"0"-42"16,0 0 113-16,0 0-28 15,0 0-57-15,0 0 11 16,0 0 47-16,-59-33-32 15,48 30-40-15,-4 1-27 16,2 2 30-16,-5 0-23 16,0 0-13-16,0 0-6 15,-1 4-14-15,1 6-1 16,-2 1-13-16,3 2 0 16,2-1 8-16,1 2-3 15,2 2-6-15,2 0 6 16,2 2-5-16,0 1-1 15,2 4 0-15,-1 1 0 16,3 3-1-16,1 4-1 16,-3 3 2-16,3 5 0 0,-1 2 0 15,-1 3 2-15,2-2 4 16,3 2-6-16,0-3-10 16,0-1 10-16,0-2 0 15,8 0 0-15,3-3-1 16,1 1-8-16,6-3 8 15,2 1-5-15,4-3 2 16,4 0 2-16,5-3-11 16,1-2-6-16,2-2 19 15,4-3-1-15,2-3-17 0,1-3 10 16,3-3-28 0,2-5 14-16,3-3-16 0,0-4-8 15,-3 0 17-15,-1 0 16 16,-5-5 8-16,-2-5 5 15,-4-1 13-15,-3-2 2 16,-3-1-2-16,-5-3 13 16,-1-3-11-16,-3-2 27 15,-3-4 2-15,-2-4-11 16,-4-2 4-16,0-4-2 16,-5-3-6-16,0 0-18 15,-3-2 10-15,2-2 1 16,-2 3-3-16,-1-3-6 15,-1 2-12-15,-2-1 0 16,0 0-1-16,-5-1-1 16,-8 1-7-16,-4 3-8 15,-5 1-2-15,-6 7 3 0,-3 3-4 16,-7 8-13-16,-5 6-17 16,-3 6-17-16,-6 5-49 15,-28 3-33-15,10 11-118 16,6 3-386-16</inkml:trace>
  <inkml:trace contextRef="#ctx0" brushRef="#br0" timeOffset="178039.12">14501 4350 74 0,'0'0'343'0,"0"0"-343"16,0 0 4-16,0 0-4 15,0 0 21-15,0 0-10 16,0 0-9-16,0-22-2 15,0 22-83-15,0 0-139 0</inkml:trace>
  <inkml:trace contextRef="#ctx0" brushRef="#br0" timeOffset="178869.97">13520 4468 694 0,'0'0'169'0,"0"0"-73"15,0 0 29-15,0 0-53 16,0 0-26-16,0 0-2 16,0 0 14-16,9 20 8 15,5-15-37-15,3-2 24 16,8-2-16-16,2-1 1 15,3 0-7-15,1-13 12 16,2-5-19-16,-2-2-24 16,-4-2-34-16,-5-1 20 15,-6-1-15-15,-6 0-3 16,-4 2 32-16,-3 0 23 16,-3 4-22-16,0 4 18 15,0 5 28-15,-6 4 8 16,-1 5 28-16,-1 0-29 15,0 0-26-15,-3 8-3 0,-1 7-19 16,0 5 1-16,-2 5 8 16,2 3 2-16,2 5 4 15,-2 7-4-15,3 2-3 16,0 7 11-16,0 1-18 16,2 5 2-16,1 0-8 15,1 3 12-15,-2 0-6 16,1-2-7-16,0-2 0 15,1-4 0-15,2-4 0 16,0-5-22-16,0-8-25 16,-1-6-31-16,3-8-18 15,-1-9-53-15,2-6-56 16,-1-4 111-16,-2-10-77 0,0-7-417 16,0-4 327-16</inkml:trace>
  <inkml:trace contextRef="#ctx0" brushRef="#br0" timeOffset="179111.12">13512 4798 967 0,'0'0'182'16,"0"0"-82"-16,0 0-8 16,0 0-13-16,0 0-24 15,0 0-7-15,0 0 0 16,25-30 7-16,-5 17-4 0,5-5-32 15,7-2-9 1,3-5-10-16,7-4-8 0,3 0-55 16,18-15-11-16,-11 9-455 15,-9 5-31-15</inkml:trace>
  <inkml:trace contextRef="#ctx0" brushRef="#br0" timeOffset="179495.5">14167 4313 894 0,'0'0'176'15,"0"0"-125"-15,0 0 39 16,0 0-8-16,0 0 18 15,0 0 32-15,0 0-15 16,-61-29-62-16,52 29-24 16,0 2-12-16,0 10-5 15,0 3-1-15,1 3-4 16,0 1 9-16,2 4-2 16,1 2 0-16,1 4-7 15,2 0-8-15,2 2 10 16,0 0-11-16,0 1-1 15,9 0 1-15,6-3-1 16,0-5-9-16,3-3-18 0,1-4-24 16,5-5-36-1,0-5-49-15,3-4 18 0,10-3-85 16,-4-7-311-16,-5-5 213 16</inkml:trace>
  <inkml:trace contextRef="#ctx0" brushRef="#br0" timeOffset="180191.2">14310 4422 1001 0,'0'0'184'0,"0"0"-122"0,0 0 61 16,0 0-25-16,0 0-11 15,0 0 22-15,0 0-64 16,-28-37-11-16,43 32-34 16,3-1 0-16,4 0 0 15,-2 4 0-15,0 2 1 16,-1 0 1-16,-3 0-2 16,-3 9-8-16,-3 5 1 15,-5 6 7-15,-5 5 2 16,0 4 22-16,0 4-15 15,-13 1 15-15,-1 0-4 0,1-1 5 16,-2-2-3 0,3-4-22-16,2-4 6 0,2-6-1 15,5-5-5-15,2-3-1 16,1-7-9-16,0-2-14 16,0 0-25-16,4 0-62 15,9-12 82-15,2-6-27 16,5-5-72-16,-2-4-69 15,-2-2 2-15,-2-1 127 16,-3 1 68-16,-3 4 44 16,-4 3 38-16,-2 5 70 15,-2 4-49-15,0 4 15 16,0 5-38-16,0 1 7 16,0 3-29-16,0 0-45 15,0 0-7-15,0 0 28 0,0 0-22 16,0 4-2-1,-3 8-9-15,1 5 8 0,1 3 9 16,1 5-17-16,0 0-1 16,0 1 11-16,0-1-11 15,1-2-1-15,8-2-8 16,5-3 2-16,1-1 5 16,4-4-12-16,2-5-33 15,4-3-16-15,18-5-48 16,-8-5-86-16,-4-4-579 0</inkml:trace>
  <inkml:trace contextRef="#ctx0" brushRef="#br0" timeOffset="180562.87">14791 4520 279 0,'0'0'105'0,"0"0"-17"16,0 0 69-16,0 0 89 0,0 0-18 15,0 0-53 1,0 0-63-16,0 0-47 0,0 0-4 15,0 3 3-15,0 1-20 16,0 5 18-16,-3 5 7 16,-2 5-19-16,-2 5-17 15,-1 3-15-15,-1 2-2 16,3 1-15-16,2-2 7 16,1-3-7-16,1-2-1 15,2-4-1-15,0-7-5 16,0 0-5-16,8-7-19 15,1-1-105-15,6-4-33 16,10-2-63-16,-5-11-299 16,0-1-53-16</inkml:trace>
  <inkml:trace contextRef="#ctx0" brushRef="#br0" timeOffset="181227.96">15070 4415 895 0,'0'0'168'0,"0"0"-107"15,0 0 82-15,0 0-31 16,0 0 5-16,0 0 1 16,0 0-71-16,-17-7-21 15,11 21-9-15,1 5 4 16,-2 3-4-16,3 3-9 15,-1 1-7-15,4 1 12 16,-1 1-2-16,2-1-2 0,0 1-8 16,0-3 8-1,0-1-9-15,2-1-6 0,7-5 6 16,0-2-1-16,6-7-13 16,-2-1-19-16,5-6 31 15,1-2-44-15,-1 0-5 16,3-14-37-16,-1-4-13 15,1-4-10-15,-2-4 29 16,-3-1-12-16,-2-2 94 16,-4-1 11-16,-2-1 1 15,-4 3 36-15,0 4 11 16,-4 4-1-16,0 4 4 0,0 7 30 16,0 3 13-16,0 5-28 15,0-1-23-15,0 2-16 16,0 0-21-16,0 0-6 15,0 4-10-15,-1 7 15 16,-5 4 20-16,2 3-11 16,-1 5-1-16,1 3 2 15,1 5 0-15,0 5 20 16,0 2-23-16,-3 3-10 16,3 2 0-16,-2 2-2 15,1-1-11-15,1 2 0 16,-2-1 0-16,2-4 5 15,0-2-5-15,0-3-1 0,-1-7 1 16,3-5-13 0,-1-7-18-16,2-4-42 0,0-8-52 15,0-3-29-15,0-2-124 16,7-10-341-16,2-4 212 0</inkml:trace>
  <inkml:trace contextRef="#ctx0" brushRef="#br0" timeOffset="181688.93">15454 4751 952 0,'0'0'193'0,"0"0"-103"16,0 0 57-16,0 0 14 15,0 0-46-15,0 0-47 16,0 0-20-16,0-6-27 16,0 6-9-16,-3 6-1 15,2 7-9-15,-1 2 4 16,1 2 11-16,1 3-16 16,0-2 0-16,0-1-1 15,3-3 0-15,6-1 0 16,0-5-11-16,1-3 11 15,1-3 7-15,1-2 3 16,0 0 13-16,0-7 14 16,1-8-6-16,-4-5 0 0,0-3-15 15,-6-2 4-15,-3-1 12 16,0 0-20-16,0 3-11 16,-12 6 13-16,3 5-6 15,-4 3 15-15,4 4-23 16,1 2-5-16,4 1-29 15,3 2-52-15,1 0-84 16,0 0-60-16,0 3-81 16,7 0-532-16</inkml:trace>
  <inkml:trace contextRef="#ctx0" brushRef="#br0" timeOffset="182034.26">15866 4309 1549 0,'0'0'78'0,"0"0"-78"16,0 0-36-16,0 0 26 16,0 0 10-16,0 0 7 15,0 0 9-15,79 9-3 16,-67 6 38-16,0 7-35 15,-3 4 3-15,-3 5-7 16,-4 5 6-16,-2 3-7 0,-5 4-10 16,-17 4 20-1,-11 7 6-15,-19 15-27 16,-33 23-16-16,9-16-95 0,-1-7-379 16</inkml:trace>
  <inkml:trace contextRef="#ctx0" brushRef="#br0" timeOffset="203350.87">24443 11420 814 0,'0'0'135'16,"0"0"-92"-16,0 0 77 16,0 0 16-16,0 0-50 15,0 0-25-15,14-34 8 16,-9 28-2-16,-4 1-10 16,1-1-32-16,-1 2 1 15,-1-2-4-15,0 2 16 16,0 1-5-16,0-1-31 15,-4 0-2-15,-7-1 89 0,-1 1-65 16,-4 1-16 0,-5 3-7-16,0 0 10 0,-3 0 5 15,-1 0-6-15,1 6-10 16,1 5 18-16,2 1-18 16,1 3 0-16,3 3-2 15,1 2 2-15,2 1-1 16,4 2-6-16,1-1 5 15,4 1-4-15,4-3 5 16,1-3-6-16,0-2-1 16,0-3 7-16,3-4-17 15,8-4-2-15,2-1 18 0,0-3 2 16,7 0 0 0,3-3 7-16,2-12 14 0,1-6-11 15,1-6-10-15,0-2-12 16,-3 0-2-16,-6 1 13 15,0 1-22-15,-6 4-16 16,-2 2 31-16,-4 3 8 16,-2 4 0-16,-2 2 6 15,-2 5-5-15,0 4 28 16,0 2-23-16,0 1 2 16,0 0 2-16,0 0-3 15,0 0 9-15,0 0-10 16,0 0-6-16,0 0 2 15,0 4-2-15,0 7-6 16,-2 9 6-16,-1 5 0 0,0 5 1 16,-1 7-1-16,-2 5 0 15,0 6 7-15,0 6-7 16,-1 4 0-16,-1 0 6 16,-2-1-4-16,2-1-1 15,-2-7 1-15,0-5-2 16,1-9 10-16,-2-5-9 15,1-6-1-15,-1-6 8 16,-1-4-7-16,-1-3 6 16,-2-2 2-16,0-3-8 15,0-6 17-15,2 0-12 16,1 0 10-16,3-10-3 16,1-6 2-16,5-4-15 0,3-2 0 15,0-2-1-15,2-2 1 16,13 1 0-16,7-3-6 15,5-2-14-15,9-2-24 16,4-4 1-16,8-4-43 16,6-7-10-16,24-25-165 15,-10 11-99-15,-12 7-267 0</inkml:trace>
  <inkml:trace contextRef="#ctx0" brushRef="#br0" timeOffset="203796.23">24939 11252 717 0,'0'0'127'0,"0"0"-71"16,0 0 94-16,0 0 39 16,0 0-55-16,0 0-48 15,0 0 13-15,-33-24-8 16,21 24-37-16,0 2-23 16,0 8-12-16,-3 3-1 15,3 3 1-15,-1 1 4 0,1 1 2 16,3 2 8-16,-1 1-18 15,2 2 4-15,4-1-10 16,2 2-3-16,2 2 1 16,0-1-7-16,0 0-10 15,12-1 9-15,3-1-5 16,3-5-2-16,3-2-2 16,3-7-50-16,2-3-20 15,0-6-39-15,14-8-70 16,-7-9-209-16,-6-4-288 0</inkml:trace>
  <inkml:trace contextRef="#ctx0" brushRef="#br0" timeOffset="204344.61">25037 11300 631 0,'0'0'136'16,"0"0"23"-16,0 0 46 15,0 0-131-15,0 0-44 16,0 0 11-16,0 0 1 15,36-21-36-15,-20 21 11 16,0 0 6-16,0 3-7 16,-4 7-4-16,-3 1 14 15,-3 4 12-15,-5 4 4 16,-1 2 32-16,0 3 9 16,-7 2-10-16,-4 3-21 15,-2-2-27-15,-2-1-1 0,1-2-13 16,3-2-1-1,3-5-9-15,4-6 0 0,2-3-1 16,2-4-16-16,0-4-22 16,6 0-26-16,10-5 36 15,3-12-20-15,4-8-157 16,3-5 41-16,-1-2 61 16,-4-4 103-16,0 2 2 15,-6 5 43-15,-5 5 1 16,-4 5 19-16,-6 8-2 15,0 4 24-15,0 5 58 16,0 1-28-16,-3 1-64 0,-3 0-29 16,-3 0-22-1,3 4 11-15,0 6-10 0,0 3 6 16,0 2 5-16,2 3-13 16,1 3 9-16,2 1 15 15,1 2-9-15,0 0-3 16,0-1-11-16,7-2 4 15,5-1-6-15,4-3-8 16,5-5 1-16,4 0 0 16,2-5-14-16,2-5-48 15,13-2-68-15,-8-1-106 16,-6-9-338-16</inkml:trace>
  <inkml:trace contextRef="#ctx0" brushRef="#br0" timeOffset="204861.77">25553 11232 697 0,'0'0'162'16,"0"0"-68"-16,0 0 37 15,0 0-41-15,0 0 13 16,0 0-44-16,0 0-4 16,2-2-24-16,6 8 5 15,1 4 6-15,1 0-8 16,0 4-21-16,1 2 14 16,1 2 20-16,-2 3-25 15,-1 5-5-15,-3 3 27 0,-5 4-19 16,-1 4-9-1,-4 0-6-15,-11 2 10 16,-4-1-19-16,-2-3 0 0,2-4-1 16,1-3 0-1,9-7-71-15,4-5-166 0,5-10-653 16</inkml:trace>
  <inkml:trace contextRef="#ctx0" brushRef="#br0" timeOffset="205253.59">26049 11325 1292 0,'0'0'246'0,"0"0"-173"15,0 0 20-15,0 0-31 16,0 0 3-16,0 0-10 16,0 0-35-16,-30 0-20 15,33 3 1-15,8 3-7 16,5 1 20-16,4 0-8 15,2-1 19-15,3-1-7 0,2-2 2 16,0 0-8-16,2-2 6 16,0-1-18-16,-1 0 0 15,-1 0-1-15,-1 0-25 16,-1 0-68-16,2 0-135 16,-5 0-177-16,-8 0-453 15</inkml:trace>
  <inkml:trace contextRef="#ctx0" brushRef="#br0" timeOffset="206432.79">26792 11258 732 0,'0'0'156'0,"0"0"-116"15,0 0 3-15,0 0 93 0,0 0 77 16,0 0-75 0,0 0-81-16,13-19-12 0,-11 12 6 15,-2-2-18 1,0 3-21-16,0-1 52 0,-6 1 19 15,-5 0-42-15,-3 2-22 16,-5 3 32-16,0 1-7 16,0 0-17-16,-1 3-18 15,1 8 7-15,2 4-15 16,3 1 7-16,0 4-8 16,5 0 1-16,-1 2 9 15,5 2-10-15,2 0 0 16,3 0 4-16,0-3-4 15,0-1-1-15,9-3-13 16,5-4 14-16,-2-3-6 16,2-6-23-16,2-4 29 0,1 0 0 15,3-2-28-15,1-13-14 16,1-4-40-16,-1-4 82 16,-2-2 4-16,-1-2 12 15,-4 0 11-15,-5 0 1 16,-1 1 4-16,-2 2-12 15,-3 4 1-15,1 5-9 16,-4 5 19-16,0 6-10 16,0 1-12-16,0 3-9 15,0 0-18-15,0 0 6 16,0 3-9-16,0 9 21 0,0 6 15 16,0 8-15-1,-2 5 6-15,-4 6 5 16,-3 5-10-16,2 6 11 0,-2 6-9 15,-2 5 3-15,-2 6 8 16,-1 1-14-16,-3 1 0 16,0-5 7-16,-1-7-7 15,2-7-1-15,1-8 1 16,1-8 0-16,1-8 0 16,4-7 0-16,1-9 0 15,0-4 10-15,2-4-8 16,-3 0 7-16,0-1 7 15,-2-15-4-15,4-3 2 16,1-10-12-16,3-3-2 16,3-5-1-16,0 2-12 0,3 1 13 15,10 3 2-15,8 3-2 16,3 1-23-16,6-1-15 16,6-1-32-16,3-1 4 15,23-16-106-15,-8 8-42 16,-5 3-424-16</inkml:trace>
  <inkml:trace contextRef="#ctx0" brushRef="#br0" timeOffset="206754.6">27212 11156 1215 0,'0'0'193'16,"0"0"-126"-16,0 0-3 15,0 0 70-15,0 0-41 16,0 0-46-16,0 0-16 16,-47 16 2-16,36 1-18 15,-2 4-5-15,4 1-4 16,0 2 7-16,2 3 2 15,2 1-9-15,2 2-5 16,2 1 13-16,1-2-13 16,0 1-1-16,0-4-2 15,9-4 1-15,1-4-15 16,2-5-31-16,3-4-31 0,1-7-41 16,13-2-12-16,-4-11-100 15,-1-5-354-15</inkml:trace>
  <inkml:trace contextRef="#ctx0" brushRef="#br0" timeOffset="207727.17">27298 11215 859 0,'0'0'174'0,"0"0"-124"0,0 0 43 15,0 0-25-15,0 0-28 16,0 0-22-16,0 0 44 15,47-14-1-15,-27 14-39 16,-2 6-6-16,-1 5 7 16,-1 3 32-16,-3 4-15 15,-6 5 3-15,-4 4-15 16,-3 5 40-16,0 5-18 16,-13 2 4-16,-7 3-6 15,1-3-4-15,1-4-11 16,0-5-16-16,8-6-11 15,0-9 12-15,7-5-18 16,1-5 0-16,2-5-12 16,0 0-4-16,7 0 9 15,10-15-9-15,7-6 11 16,4-10-91-16,3-9 17 0,2-3 7 16,-2-4 43-16,-1 1-6 15,-4 0 0-15,-5 7 35 16,-5 8 29-16,-7 8 56 15,-4 9-18-15,-5 6 59 16,0 5-60-16,0 2-24 16,0 1 2-16,0 0-20 15,0 0-16-15,-3 0 8 16,-3 10-16-16,-2 5-1 16,-2 5 1-16,1 1 0 15,1 3 6-15,4 0-6 16,-1 0 0-16,4-1 9 0,1 1-8 15,0 1-1-15,0-1 0 16,7 0 6-16,5-2-6 16,4-2-18-16,1-3 8 15,4-4-1-15,1-4-25 16,1-4-8-16,2-5-25 16,-1 0 0-16,-2 0-5 15,-2-8 37-15,-1-2-1 16,-7 0 32-16,-2 0-8 15,-5 4 14-15,-4 2 9 16,-1 2 21-16,0 2-6 16,0 0-22-16,0 0 29 15,-6 3-8-15,-1 6-23 16,0 4-1-16,1 1 0 16,1 3 1-16,2 0-1 0,1 2-4 15,2 0-1-15,0-2 4 16,3-2-6-16,8-2-19 15,4-6-34-15,1-3 10 16,4-4 6-16,-2 0-18 16,3-13 20-16,-4-3 1 15,-3-6 42-15,-2-2 13 16,-5-1 7-16,-4 0-1 16,-3-1 22-16,0 2 11 15,0 5 18-15,-10 3 25 16,1 5-13-16,-2 4 0 15,0 4-53-15,2 1-28 0,-1 2-1 16,4 0-12 0,2 3-33-16,1 9-33 0,3-1-21 15,0 6-73-15,0-5-99 16,7-2-306-16</inkml:trace>
  <inkml:trace contextRef="#ctx0" brushRef="#br0" timeOffset="208187.28">28178 11163 48 0,'0'0'558'15,"0"0"-468"-15,0 0 50 0,0 0-5 16,0 0-33-16,0 0 50 16,0 0-42-16,58 58-38 15,-50-41-20 1,-2 3-17-16,1 4 10 0,-3 2-14 16,-2 4 20-16,-2 4-28 15,0 4-10-15,-9 3 2 16,-6 1-15-16,-6 1 0 15,-1-1-18-15,-17 8-105 16,8-10-24-16,1-9-381 0</inkml:trace>
  <inkml:trace contextRef="#ctx0" brushRef="#br0" timeOffset="208788.42">25563 12019 494 0,'0'0'0'16,"0"0"-111"-16,0 0 95 15,-85 33 16-15,63-23 9 16,0-3 118-16,3 0-28 16,4-1 5-16,2-1-22 15,5-2 59-15,3 0-30 16,5-3 0-16,0 0-2 16,0 0-19-16,0 0 5 15,11 0-6-15,7 0 13 16,4 0-28-16,8-3-1 0,7-1 0 15,23 0-13 1,25-2-2-16,33 1-13 0,15 0 0 16,-1 1-25-16,-5 0-19 15,-10 1 10-15,5-1-2 16,6-1-9-16,8 1 0 16,7 1-1-16,3-1-18 15,0 0-45-15,-10-2-92 16,-9-1-47-16,-20 0-21 15,-33 1-334-15,-26-1-30 0</inkml:trace>
  <inkml:trace contextRef="#ctx0" brushRef="#br0" timeOffset="209758.34">25370 12453 738 0,'0'0'187'0,"0"0"-118"16,0 0 8-16,0 0-4 15,0 0 10-15,0 0 2 16,0 0-22-16,51-10-4 15,-30 8-30-15,-1 2-1 16,0 0-8-16,-2 0-1 16,-6 2-1-16,0 6-10 15,-6 3-2-15,-3 7 10 16,-3 2 51-16,0 5-16 16,-2 4-17-16,-7 3 4 15,-3-4-15-15,3-2-11 16,0-4-12-16,1-5 16 15,3-6-15-15,2-4 0 0,2-3 0 16,1-4-1 0,0 0-1-16,0 0-40 0,9-7 35 15,5-8 6-15,4-7 0 16,2-3-23-16,2-6-23 16,0-2 38-16,-2 2 8 15,-2 3 11-15,-5 6 5 16,-3 5 26-16,-5 5-8 15,-2 5 24-15,-2 4-2 16,-1 2-15-16,0 1-9 16,0 0-11-16,0 0-9 15,0 0-4-15,0 0-8 0,0 0 0 16,0 6 2 0,0 6 14-16,0 4-6 0,0 5-10 15,0 0 1-15,0 2 8 16,4-2-9-16,6 0-1 15,5-2 1-15,1-1-15 16,8-1-1-16,5-6-57 16,3-2-36-16,9-8 19 15,5-1-37-15,24-10-46 16,-9-8-423-16,-7-2-4 0</inkml:trace>
  <inkml:trace contextRef="#ctx0" brushRef="#br0" timeOffset="209978.92">26144 12472 1260 0,'0'0'192'0,"0"0"-130"16,0 0-28-16,0 0 5 16,0 0-7-16,0 0-6 15,0 0-1-15,-16-5-24 16,28 8 32-16,1 4-15 15,5 0-9-15,3 0 0 16,3-1-9-16,3-3-26 16,3-2 14-16,0-1-36 15,16 0-89-15,-9 0-133 16,-4-4-311-16</inkml:trace>
  <inkml:trace contextRef="#ctx0" brushRef="#br0" timeOffset="211017.25">26646 12312 1303 0,'0'0'147'0,"0"0"-147"16,0 0-63-16,0 0 63 15,0 0 15 1,0 0 4-16,0 0 11 0,70-9-15 16,-54 12-2-1,-2 6-2-15,-4 1-11 0,-6 2 2 16,-4 5 11-16,0 5-4 16,-9 5 26-16,-13 5 23 15,-3 1-19-15,-5 3 5 16,3-4-6-16,5-4-11 15,1-4-15-15,8-7-10 16,5-4 7-16,5-8-9 16,3-3-1-16,0-2-30 15,9 0-21-15,13-7 39 16,7-10 13-16,5-6-97 0,3-4-35 16,2-2 70-1,-3-3 39-15,-2-1 22 0,-3-1-24 16,-4 0 25-16,-5 6 56 15,-9 6 1-15,-7 6 44 16,-3 8 16-16,-3 5-3 16,0 1-22-16,0 2-34 15,0 0-28-15,0 0-23 16,-5 0 2-16,-4 12-9 16,-3 3 0-16,-1 5 0 15,-2 2 5-15,3 4-5 16,3 1 1-16,0-2-1 15,6-1 0-15,3-1 0 16,0-2-10-16,0-5-3 16,13 0 12-16,3-5-40 0,3-2-16 15,3-6 4-15,2-3-9 16,2 0 38-16,-1-2-22 16,-1-8-14-16,-2-1 23 15,-5 1-15-15,-4 2 42 16,-4 2 10-16,-5 3 16 15,-1 3-16-15,0 0-2 16,0 0-5-16,-1 3 0 16,1 5 7-16,-1 2 1 15,0 2 10-15,1 2 2 16,0 2 8-16,3 0-13 16,2 3-7-16,5 0 12 15,1 1-11-15,5 0-1 16,2-2 6-16,4-2 0 15,4-4-7-15,-1-3-6 0,2-6-42 16,-2-3 9-16,-3 0 22 16,-3-7 16-16,-5-6 1 15,-5-1 20-15,-6-1 31 16,-6-2 6-16,0 1 17 16,-9-1 25-16,-7 3-9 15,-7 1-24-15,0 3-36 16,-3 4-13-16,2 1-6 15,3 4-11-15,4 1-2 16,3 0 1-16,6 0-24 0,4 0-24 16,0 0-49-16,4 3-59 15,0 2-15-15,0 1-146 16,0-3-656-16</inkml:trace>
  <inkml:trace contextRef="#ctx0" brushRef="#br0" timeOffset="214200.46">20401 11385 610 0,'0'0'138'16,"0"0"10"-16,0 0 52 16,0 0-8-16,0 0-31 15,0 0-47-15,0-5-26 16,0 4-18-16,0 0-20 15,0 1 0-15,0 0-28 16,0 0-11-16,-5 0-4 16,-4 7-7-16,-3 6 0 15,-6 6-1-15,-1 4 2 0,-1 1-1 16,-2 2 1 0,0 3 0-16,-1 2 7 0,-2-2-6 15,1 2-2-15,3-2 13 16,1-3-12-16,3-2-1 15,3-4 0-15,3-1 0 16,3-5 2-16,2-3-2 16,4-3-6-16,1-2 6 15,1 0-7-15,0-2 1 16,0-1-19-16,9 1 24 16,3-3-24-16,4 1 25 15,3-2 16-15,4 0 12 16,6 0-27-16,2 0 19 0,3 0-15 15,3-3-3 1,1-1 24-16,-1-1-25 0,-1 3-1 16,-2-1 11-1,-1 0-11-15,-3 0-1 0,-3-1-22 16,-4-1 7-16,-3 0-8 16,-7 1-37-16,-5 1-12 15,-2-1-45-15,-2 1 83 16,-4-3-87-16,0 1-64 15,0-2-108-15,-9 3 8 16,0-2-59-16</inkml:trace>
  <inkml:trace contextRef="#ctx0" brushRef="#br0" timeOffset="214644.89">20451 11379 745 0,'0'0'145'0,"0"0"-36"16,0 0 58-16,0 0-38 0,0 0-22 16,0 0-46-1,0 0-9-15,-3-37-10 16,3 37-24-16,0 0-17 15,0 0 5-15,0 9 14 0,0 4 13 16,2 3 23-16,4 5-37 16,1 3 1-16,2 2 1 15,0 3-2-15,0 2-6 16,3 2-3 0,0 1-4-16,1-2 8 0,-1 1-14 15,0-2 0-15,3-3 0 16,-3-2 0-16,3-6 0 15,-3-1-6-15,1-5-35 16,1-3-50-16,5-3-30 16,-4-6-493-16,-3-2-236 0</inkml:trace>
  <inkml:trace contextRef="#ctx0" brushRef="#br0" timeOffset="-213812.38">21011 11433 753 0,'0'0'106'0,"0"0"-79"15,0 0-14-15,0 0 46 0,0 0 119 16,0 0-16-16,0 0-89 16,3-6-28-16,-3 0-20 15,-3 0-1-15,-5 2 10 16,-3 0 18-16,-3 0-29 15,-3 2-5-15,-2 2 56 16,-2 0-19-16,2 4-27 16,-2 9-9-16,2 3-17 15,3 3 5-15,0 3 4 16,6 0-10-16,2 4 0 16,2-1 12-16,4 2-12 15,2-2 0-15,0 0-1 16,3-6-1-16,8-2 0 15,3-4-21-15,3-6 15 16,3-4-9-16,-1-3 16 16,4 0-38-16,-1-12 15 0,-2-5-14 15,0-2-12-15,-2-2 30 16,-4-2 19-16,-2 2 1 16,-2 0 9-16,-3 1 2 15,-2 4 16-15,-3 3 2 16,-2 6 4-16,0 3 11 15,0 3 0-15,0 1-10 16,0 0-21-16,0 0-6 16,0 0-8-16,0 1-4 15,0 12 2-15,0 5 2 16,0 7 0-16,0 5 10 16,0 6-9-16,-2 3 8 15,-1 4-2-15,-2 0 9 16,1 4 0-16,-2 1-7 15,-1 1 10-15,-2 2-1 0,0-1-11 16,-2-4 2-16,1-2-8 16,-1-6 0-16,0-4 13 15,0-6-14-15,0-4 0 16,-2-4 5-16,3-6-4 16,-4-4 0-16,4-4-1 15,-2-6 6-15,-1 0 10 16,0-9-16-16,-1-11 1 15,2-6 25-15,3-5 2 16,2-5-14-16,7-1-12 16,0 2-1-16,3 2-1 15,14 3-4-15,8 0 4 0,5-3 0 16,6 1 0 0,3-2-19-16,4 0-19 0,1 0-35 15,0 0-32-15,12-10-88 16,-10 6-8-16,-11 8-653 0</inkml:trace>
  <inkml:trace contextRef="#ctx0" brushRef="#br0" timeOffset="-213165.09">21452 11282 879 0,'0'0'142'15,"0"0"-64"-15,0 0 69 0,0 0-2 16,0 0-69-16,0 0 17 15,0 0-26-15,-64 29-24 16,55-8-24-16,0 3 2 16,0 5 14-16,0 1-19 15,2 5 0-15,2 1-3 16,2 4 0-16,3 1-7 16,0 0-6-16,0-3-5 15,11-3 4-15,5-7-8 16,4-5-38-16,5-8-11 15,6-5-176-15,18-10 94 16,-8 0-268-16,-4 0-274 0</inkml:trace>
  <inkml:trace contextRef="#ctx0" brushRef="#br0" timeOffset="-212178.97">21525 11443 987 0,'0'0'78'0,"0"0"-8"16,0 0 46-16,0 0-15 16,0 0 67-16,0 0-18 15,0 0-126-15,-34-18-7 16,45 16-17-16,5 0 15 0,2 1-2 15,4 1-13 1,0 0 1-16,-2 0 3 0,1 0-4 16,-5 7-1-16,-2 4-9 15,-5 2 0-15,-5 4 10 16,-1 1 19-16,-3 5-12 16,0 1 37-16,-7 3-3 15,-7 1 1-15,-2-1 7 16,1 1-2-16,2-4-25 15,2-2-9-15,5-3-13 16,3-6 1-16,3-5-1 16,0-2-22-16,4-6-28 15,12 0 27-15,3 0-9 16,5-13-36-16,2-7-57 16,1-4 67-16,-1-4 24 15,-4 0-47-15,-3-2 81 16,-5 2 11-16,-2 1 7 0,-8 4 1 15,-2 5 24-15,-2 7 56 16,0 2 11-16,0 5-57 16,0 3-5-16,0 1 8 15,0 0-30-15,0 0-11 16,0 0-14-16,-2 0 3 16,1 0-4-16,-2 5 0 15,-3 6 0-15,2 5 0 16,1 2 2-16,-1 2-1 15,3 3 1-15,-1 1 19 16,2 0-20-16,0 1 8 16,0-2-9-16,3-2 1 0,8-3-1 15,1-2 0-15,1-5-12 16,4-4 12-16,-1-3 0 16,3-2-23-16,2-2-2 15,-1 0-14-15,-1 0 0 16,-2-4 2-16,-4 1 5 15,-4 0 32-15,-6 3 0 16,-1 0 0-16,-2 0-11 16,0 0 11-16,0 7 8 15,0 3 9-15,0 1-2 16,0 2 2-16,0 1-16 0,0 0 0 16,0-1-1-1,6-1 1-15,4-2-2 0,0-3-11 16,1-4 12-16,2-3 0 15,-2 0 8-15,0-3 1 16,-2-8-7-16,-1-1-1 16,-5-4 6-16,-1 0-5 15,-2 1 4-15,0-2 7 16,-10 1-10-16,-3 1 4 16,-3 1 6-16,-2 4-4 15,3 3 24-15,-1 4-27 16,3 3-6-16,6 0-10 15,4 0-51-15,3 0-87 16,0 1-5-16,1-1-23 16,8 0-130-16,4 0-514 0</inkml:trace>
  <inkml:trace contextRef="#ctx0" brushRef="#br0" timeOffset="-211870.13">22170 11321 1326 0,'0'0'121'0,"0"0"-114"15,0 0-7-15,0 0 0 0,0 0 1 16,0 0 29-16,0 0 10 16,95 21-18-1,-77-1-4-15,0 4-4 0,-3 7 1 16,-3 5-8-16,-6 4 15 15,-6 7 4-15,0 2-6 16,-9 2 4-16,-13 0-18 16,-7-3-5-16,-5-5-1 15,-3-3-37-15,-5-5-34 16,-24 8-75-16,11-11-103 16,3-5-438-16</inkml:trace>
  <inkml:trace contextRef="#ctx0" brushRef="#br0" timeOffset="-211353.83">20123 12183 1237 0,'0'0'189'0,"0"0"-75"16,0 0-31-16,0 0-27 16,0 0-1-16,0 0 1 0,0 0-18 15,-20-11-22 1,28 10 1-16,6 1 8 0,5 0-6 15,8 0 13-15,5 0-18 16,9 0 19-16,6 0-5 16,7 1-12-16,9 3-15 15,15 3 20-15,22 1-20 16,23 0 14-16,13-1-14 16,-2-4 11-16,-5-2-9 15,-11-1-3-15,-4 0 0 16,-6 0 0-16,-7 0 0 15,-7 0 5-15,-19 0-5 16,-17-3-36-16,-16 0 5 16,-4 0-37-16,0-1-14 15,1 0 12-15,-2-3-56 16,-9 0-82-16,-13 0-158 16,-10 1-152-16,-5 4 262 0</inkml:trace>
  <inkml:trace contextRef="#ctx0" brushRef="#br0" timeOffset="-210640.45">20978 12548 975 0,'0'0'259'0,"0"0"-149"0,0 0-25 16,0 0 7-16,0 0 39 15,0 0 6-15,0 0-45 16,0-7-45-16,0 7 3 16,-2 0-25-16,-8 13 1 15,-8 6-14-15,-4 9-1 16,-6 7 6-16,-1 5-7 16,-4 2-1-16,1 1 10 15,3-6-7-15,5-4-6 16,5-6-6-16,5-9 7 15,5-5-6-15,6-6-1 0,2-3-16 16,1-3 10 0,0-1-18-16,3 0 4 0,12 0 20 15,3 0 16-15,6 0-15 16,4 0 8-16,2 0-7 16,-1 0 12-16,3-1-14 15,1-2 1-15,-2 2-1 16,2-1 2-16,-2 2-1 15,1 0-1-15,-1 0-7 16,-3 0-5-16,-1-1-48 16,-3 1-85-16,-4-3-52 15,-1-9-14-15,-5 0-377 16,-5 0-285-16</inkml:trace>
  <inkml:trace contextRef="#ctx0" brushRef="#br0" timeOffset="-210325.52">21097 12507 1249 0,'0'0'172'16,"0"0"-130"-16,0 0-16 16,0 0-20-16,0 0-5 15,0 0 12-15,0 0 8 0,-7 4 46 16,13 8 4-16,1 6-39 15,2 4 10 1,-2 3-24-16,1 3 2 0,-2 5 2 16,0 1-4-16,1 2-9 15,-1 0-9-15,0-1 0 16,0-1 2-16,0-6-2 16,1-4 0-16,1-4-31 15,1-6-64-15,7-8-77 16,-2-4-421-16,-2-2-287 0</inkml:trace>
  <inkml:trace contextRef="#ctx0" brushRef="#br0" timeOffset="-209762.36">21373 12528 1392 0,'0'0'187'15,"0"0"-178"-15,0 0-8 16,0 0-1-16,0 0 16 16,0 0 15-16,0 0 1 15,76-40-1-15,-55 40-2 16,-3 0-13-16,-3 4 0 16,-3 11-7-16,-6 1 23 15,-3 7 6-15,-3 4-10 16,0 3-2-16,-2-1 8 15,-9 2-14-15,-2-3 2 16,0-4 9-16,-2-3-10 16,5-5 2-16,-2-5-7 15,6-2-4-15,3-6 8 0,3-3-8 16,0 0-12-16,0 0 0 16,0-4-8-16,13-12-1 15,4-7-22-15,5-5-30 16,5-4-30-16,-3-4 25 15,1 3 12-15,-3 0 44 16,-2 6 10-16,-8 7 22 16,-5 8 3-16,-2 6 26 15,-5 5 27-15,0 1-33 16,0 0 19-16,-3 0-27 16,-5 8-25-16,-1 6-4 15,2 3-8-15,-2 4 0 16,6 5 6-16,0 0-6 0,3 1-1 15,0 0 1-15,1 0-2 16,14-5 1-16,6 0-12 16,11-5 1-16,8-4-38 15,34-11-80-15,-8-2-48 16,-3 0-167-16</inkml:trace>
  <inkml:trace contextRef="#ctx0" brushRef="#br0" timeOffset="-209167.51">22800 12162 1635 0,'0'0'230'0,"0"0"-230"0,0 0 0 16,0 0 0-16,0 0 16 15,0 0 1-15,0 0 11 16,107 18-16-16,-74-12-2 15,4-1-10-15,2 0 0 16,1 0 0-16,-1 1-57 16,7 1-89-16,-7 0-250 15,-11-1-439-15</inkml:trace>
  <inkml:trace contextRef="#ctx0" brushRef="#br0" timeOffset="-208919.52">22775 12433 1413 0,'0'0'195'0,"0"0"-195"16,0 0-26-16,0 0 12 15,0 0 14-15,0 0 63 16,81 24-16-16,-51-19-36 15,1 3 5-15,4-1-11 16,2 0-5-16,21 3-86 16,-9-4-145-16,-7-2-545 0</inkml:trace>
  <inkml:trace contextRef="#ctx0" brushRef="#br0" timeOffset="-205648.57">25679 12704 446 0,'0'0'117'15,"0"0"-38"-15,0 0-12 16,0 0 26-16,0 0 40 15,0 0-20-15,0 0-41 16,0 0-46-16,0 0-26 16,0 0-14-16,1 0-55 15,5 0-58-15,5 0-36 16,1 3-94-16,-3-1-29 0</inkml:trace>
  <inkml:trace contextRef="#ctx0" brushRef="#br0" timeOffset="-199046.36">28760 11856 1205 0,'0'0'176'15,"0"0"-121"-15,0 0-9 16,0 0 27-16,0 0 14 16,0 0 18-16,-15-19-5 15,15 18-20-15,0 1-40 16,0-1-24-16,0 1-10 16,0-2 0-16,10 2-6 0,5 0 8 15,11 0-5-15,8 0 11 16,9 0-13-16,8 0 13 15,7 0-14-15,5-1 0 16,2-1 11-16,3 1-11 16,1 1 0-16,-1 0-1 15,-4 0-4-15,0 0 5 16,-3 0-15-16,0 0-11 16,2 0 8-16,-2 3-49 15,2 1-38-15,-2-3-5 16,-1 2-60-16,-4-2 7 15,-2-1-66-15,2 0-174 16,-14 0 96-16,-12 0 60 0</inkml:trace>
  <inkml:trace contextRef="#ctx0" brushRef="#br0" timeOffset="-198616.66">29900 11671 960 0,'0'0'147'0,"0"0"-86"0,0 0-26 16,0 0-19-16,0 0 26 15,0 0 16-15,0 0-41 16,4-9 32-16,8 9-12 15,4 5 19-15,0 0-31 16,3 2-10-16,-2 2-4 16,0 1-2-16,1 3 2 15,-2-1-9-15,1 2 3 16,-2 2 4-16,1-2-9 16,-2 0 3-16,-3 2 3 15,0-1-5-15,-5 1-2 16,-3-1-11-16,-3 2 12 15,0 0 23-15,-12 2-7 16,-9 0-9-16,-6-1 21 16,-1 2-19-16,1-3-1 0,1-2-8 15,7-3-2-15,10 1-57 16,6-5-224-16,3-4-307 0</inkml:trace>
  <inkml:trace contextRef="#ctx0" brushRef="#br0" timeOffset="-197596.72">30737 11723 907 0,'0'0'127'0,"0"0"-89"0,0 0 124 16,0 0-103-16,0 0-15 15,0 0 43-15,0 0-9 16,-8-70-15-16,0 59-24 16,-2-1-13-16,0 4 51 15,-5-1 1-15,0 4-29 16,-4 3-28-16,0 2-4 15,0 0 5-15,0 0-16 16,1 13 2-16,-1 1-8 16,2 4 8-16,-1 3-3 15,6 1-5-15,1-1 0 16,3 1 10-16,3-1-10 16,5-2 0-16,0-1-10 15,0-2 9-15,9-4 1 16,6-2-1-16,2-4 2 0,5-6 0 15,0 0-1-15,4-2-6 16,-1-12-46-16,-1-2-4 16,0-4 56-16,-3 0 0 15,-3-1 15-15,-2 0 8 16,-4 0-11-16,-3 2 1 16,-2 5 27-16,-2 3-13 15,-4 4 1-15,1 4-10 16,-2 1-12-16,0 2 1 15,0 0-7-15,0 0-12 16,0 0-23-16,0 7 10 16,0 9 25-16,0 7 13 15,0 5-1-15,-5 4 15 0,-5 9-19 16,-5 5 11 0,-7 18-4-16,-8 16-2 0,0-4 0 15,3-9-13-15,3-10 1 16,5-14 14-16,-2 1-15 15,0 0 0-15,3-7-1 16,1-9 1-16,3-6-1 16,2-6 1-16,0-5 0 15,2-5 4-15,0-5-2 16,0-1 17-16,0 0 1 16,1-8-3-16,-1-8 0 15,2-4-17-15,6-5 0 16,2-6-2-16,0-3 2 0,10 0-32 15,7 2 3 1,4 5 20-16,2 4-19 0,2 4 8 16,5 2-13-16,3-2-14 15,4 1-65-15,6-3 46 16,0-1-39-16,22-17-57 16,-12 7-563-16,-8-1 310 0</inkml:trace>
  <inkml:trace contextRef="#ctx0" brushRef="#br0" timeOffset="-197334.65">31097 11260 1167 0,'0'0'181'16,"0"0"-128"-16,0 0-52 15,0 0-1-15,0 0 6 16,0 0 23-16,-22 77-6 16,10-43-5-16,-1 5-5 15,-1 2-3-15,1 2-10 16,4-1 0-16,2 5-67 15,2-8-132-15,3-11-460 0</inkml:trace>
  <inkml:trace contextRef="#ctx0" brushRef="#br0" timeOffset="-196897.95">31309 11485 831 0,'0'0'196'0,"0"0"-106"16,0 0 91-16,0 0-64 15,0 0-18-15,0 0 6 16,-89-7-31-16,76 16-26 15,1 4-21-15,-2 3-14 16,4 4 15-16,-1 4-12 16,1 2 6-16,2 4-6 15,2 2 0-15,3 1 1 16,3 0-15-16,0-4-2 16,0-1 7-16,11-4-7 15,2-2-7-15,2-6 6 16,5 0-43-16,-1-5-86 15,5-4-65-15,12-7-49 0,-5 0-255 16,-1 0 148-16</inkml:trace>
  <inkml:trace contextRef="#ctx0" brushRef="#br0" timeOffset="-196067.29">31418 11576 1011 0,'0'0'258'0,"0"0"-132"16,0 0-18-16,0 0-69 16,0 0 39-16,0 0-25 15,0 0-42-15,5-28-9 16,10 28-2-16,-2 7 8 16,2 6-8-16,-1 2-9 0,-5 4 2 15,-2 4 14-15,-6 2-6 16,-1 1 0-16,0 2 0 15,-8 0 36-15,-7-3-17 16,-5 0 21-16,2-2-1 16,-1-3-2-16,4-5-5 15,3-4-17-15,6-3-10 16,5-4 0-16,1-3-6 16,0-1-10-16,3 0 8 15,11 0-17-15,6-10-39 16,2-5-30-16,4-5-21 15,-1-4 91-15,-1-4-22 16,-2-4-14-16,1-4-4 16,-5 1 27-16,-2 1 31 15,-5 6 64-15,-4 6-12 0,-4 10 66 16,-3 5-46-16,0 4 2 16,0 3-39-16,0 0-24 15,0 0-11-15,0 11-1 16,-6 6 1-16,-2 5 3 15,2 3-3-15,2 2-9 16,2 1 3-16,2-2 6 16,0-1 1-16,0-4-1 15,0-1 0-15,8-5-10 16,3 0 7-16,0-7-7 16,3-1-2-16,-1-3 11 15,1-3-20-15,0-1-6 16,0 0-13-16,-3 0 40 0,-4 0 2 15,-3 0 8 1,-1 0-3-16,-3 0 3 0,0 0-10 16,0 2-11-16,0 3 11 15,0 4 38-15,0 1-25 16,0 3-6-16,0-1 3 16,0 1 1-16,5 0-1 15,4-2-10-15,4-1 0 16,1-2 9-16,3-2-8 15,0-5-1-15,2-1 0 16,-2 0-60-16,-2-1 42 16,-3-11 17-16,-6 0 2 15,-2-2 3-15,-4-1 18 0,0 0-9 16,-10 2 41-16,-4 2-19 16,-4 2 1-16,3 4-26 15,1 2-9-15,3 3-2 16,3 0-27-16,5 0-38 15,3 0-35-15,0 0-82 16,12 0-86-16,1 0-671 0</inkml:trace>
  <inkml:trace contextRef="#ctx0" brushRef="#br0" timeOffset="-195781.33">32026 11514 1160 0,'0'0'186'0,"0"0"-141"15,0 0-16-15,0 0-19 16,0 0-3-16,0 0 34 16,0 0-6-16,45 47-21 15,-37-22 18-15,-2 5-26 16,-1 1-4-16,-5 3 10 15,0 0-10-15,0-1 5 16,-11 1-7-16,-11-1-12 16,-5 1-30-16,-22 6-70 0,9-8-94 15,1-8-421-15</inkml:trace>
  <inkml:trace contextRef="#ctx0" brushRef="#br0" timeOffset="-193756.8">28731 12236 72 0,'0'0'0'16,"0"0"-25"-16,0 0 25 15,0 0 23-15,0 0 45 16,0 0 15-16,0 0 28 16,-20 0 103-16,17-3 60 15,0-2-118-15,0 1-17 16,1 1 22-16,2-1-19 16,0 0-58-16,0 1 19 15,0 0-23-15,3 2-69 0,6-2 5 16,3 0 6-1,0 3-21-15,0 0 8 0,0 0-9 16,-5 0-2-16,-1 10-5 16,-4 4-13-16,-2 3 20 15,0 4 27-15,-6 3-8 16,-8 3 2-16,-4-1-8 16,3-3-6-16,-1 0 9 15,2-3-5-15,4-4-11 16,3-5 16-16,2-4-15 15,2-3 6-15,3-3-7 16,0-1-2-16,0 0-5 0,8 0-32 16,8-8 39-1,4-7 0-15,5-5-7 0,2-5-5 16,-1 0 12-16,-3-3 2 16,-5 1 24-16,-2 0 5 15,-4 4-15-15,-4 3 23 16,-5 7 11-16,-3 6 12 15,0 2-4-15,0 5-21 16,0 0-9-16,0 0-15 16,0 0-13-16,-3 5 0 15,-5 7 0-15,1 7-1 16,-5 4 0-16,3 2 1 16,1 3 0-16,4 2-5 15,1-2 3-15,1-1-4 16,2-3 5-16,0-5 0 0,6-2-17 15,8-5 9-15,2-5-54 16,2-3-10-16,3-4-9 16,1 0-3-16,10-4-126 15,-10-8-158-15,-1 0-509 0</inkml:trace>
  <inkml:trace contextRef="#ctx0" brushRef="#br0" timeOffset="-193541.79">29012 12302 715 0,'0'0'317'16,"0"0"-189"-16,0 0 75 0,0 0-58 16,0 0-78-16,0 0-36 15,0 0-22-15,4-10-9 16,13 11 34 0,4 6-22-16,4 2 0 0,5-2 1 15,1 0-13-15,2-1 0 16,2 0 0-16,-3-2 0 15,0 0-36-15,9-3-134 16,-8 1-408-16,-8-2-172 0</inkml:trace>
  <inkml:trace contextRef="#ctx0" brushRef="#br0" timeOffset="-193234.75">29374 12233 1348 0,'0'0'205'0,"0"0"-186"16,0 0-19-16,0 0 9 16,0 0-9-16,0 0 13 15,0 0 13-15,51-9 3 16,-30 12-28-16,1 6 0 16,-3 1 11-16,-3 1-12 15,-3 1 10-15,-4 1-9 16,-3 1-1-16,-6 0 19 15,0 1-13-15,0-1 1 16,-11 0 13-16,-3-2 1 16,-1-1 11-16,-2-2-22 0,5-2-3 15,2-4-7 1,6 0-23-16,2-3-31 0,2 0-38 16,0 0-74-16,13-16-343 15,1 0 120-15,2 1 130 0</inkml:trace>
  <inkml:trace contextRef="#ctx0" brushRef="#br0" timeOffset="-192251.93">29758 12182 179 0,'0'0'730'0,"0"0"-591"15,0 0 62-15,0 0-43 16,0 0-18-16,0 0-6 16,0 0-83-16,9-48-32 15,3 48-5-15,1 0-11 16,2 0-3-16,-1 6 0 15,-3 6 0-15,-2 4 0 16,-3 2 0-16,-4 5 2 16,-2-1 14-16,0 5 3 15,-12 0-9-15,-6 1 12 16,-2 0 9-16,0-1-15 0,-1-3 6 16,4-4-11-1,4-6-9-15,6-3 15 0,2-5-17 16,5-3-17-16,0-3 16 15,0 0-21-15,8 0-20 16,8-11 29-16,4-5-60 16,3-7 1-16,3-2-21 15,-3-3 75-15,-1-3-9 16,-2 1-8-16,-2 3 35 16,-6 5 18-16,-4 6 20 15,-4 6 64-15,-4 6-21 16,0 4-60-16,0 0-1 0,0 0-20 15,0 4 0 1,-3 9 0-16,-6 5 9 0,-2 4 11 16,0 4-19-16,0 3 13 15,2 0 18-15,4 2-9 16,5-3-1-16,0-1-17 16,4-4-4-16,11-2 0 15,2-4-1-15,5-6 1 16,1-4-1-16,1-4-4 15,1-3-23-15,-2 0 5 16,-2-3 9-16,-3-4-22 16,-6 0 28-16,-5 2 7 15,-4 2 10-15,0 3 2 16,-3 0 1-16,0 0-13 16,0 0 0-16,0 5 13 0,0 7-13 15,0 0 0 1,1 2 7-16,7 0-6 0,4-1 0 15,3-2 0-15,1-1 10 16,5-2 3-16,0-6-14 16,0 0-9-16,0-2 3 15,-3 0-30-15,-6-9 17 16,-3-4-5-16,-6-1 8 16,-3-1 16-16,0-3-26 15,-8 1 26-15,-7 0 4 16,-3 2 37-16,1 4-18 15,0 3 1-15,-1 2-11 16,6 3 2-16,2 2-15 16,1 1-13-16,4 0-22 15,4 8-43-15,-1 3-97 0,2-1-159 16</inkml:trace>
  <inkml:trace contextRef="#ctx0" brushRef="#br0" timeOffset="-141139.29">16278 15094 316 0,'0'0'164'16,"0"0"-109"-16,0 0-46 16,0 0 4-16,0 0-13 15,0 0-11-15,14 0-49 16,2 0 30-16,-4 2-28 16,2 0-102-16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1:27:46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28436 11362 1101 0,'0'0'191'16,"0"0"-153"-16,0 0-32 15,0 0 8-15,0 0-6 16,0 0-8-16,-1 2-27 0,11-1 17 16,5 2 10-16,7 1 37 15,6 0-18-15,7 2-5 16,2-3-13-16,4-1-1 15,2 1 0-15,-1-1-21 16,-2-1-47-16,9 0-171 16,-12 2-122-16,-8-3-131 0</inkml:trace>
  <inkml:trace contextRef="#ctx0" brushRef="#br0" timeOffset="297.57">28412 11473 696 0,'0'0'199'16,"0"0"-110"-16,0 0-41 15,0 0 61-15,0 0 35 16,0 0-64-16,0 0 4 16,40-1-52-16,-13-2-26 15,1 2-3-15,5-2-3 16,0 2-6-16,3-1-16 0,8 1-66 16,-6 0-229-16,-10-1-198 15</inkml:trace>
  <inkml:trace contextRef="#ctx0" brushRef="#br0" timeOffset="467.86">28620 11501 548 0,'0'0'91'0,"0"0"-91"15,111 22-124 1,-67-14-36-16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7:58:21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2779 6624 87 0,'0'0'0'0,"0"0"-59"16,0 0 59-16,0 0 39 15,0 0-8-15,0 0 11 16,-3 53-29-16,3-50 12 16,2 0-25-16,1-2-53 0</inkml:trace>
  <inkml:trace contextRef="#ctx0" brushRef="#br0" timeOffset="857.43">2779 6624 20 0,'48'-32'511'0,"-48"32"-390"15,0 0-82-15,0 0-1 16,0 0 37-16,0 0 3 16,0 0 16-16,0 0 10 15,0 0-22-15,3 0-6 16,1 0-11-16,-1 0-6 0,2 0-21 16,1-3 21-16,1-5-48 15,-1-2 61-15,0-4-25 16,-1 0-27-16,-4-1 22 15,-1-1-8-15,0 0 8 16,-3 2-32-16,-6 2 1 16,-4 2 16-16,-1 3 3 15,1 4-13-15,-5 3 4 16,4 0 46-16,-3 3-41 16,-1 10-18-16,-2 2-8 15,-2 5 6-15,7 2-6 16,-3 4 1-16,2 0 5 15,8 4-6-15,-1 3 0 0,5-1-9 16,1 3 5-16,3 2-2 16,0 0 6-16,1-1-7 15,10-1 5-15,5-2-8 16,4-5-2-16,2-2 11 16,5-6-14-16,1-5-8 15,3-6-5-15,2-6-16 16,2-3 12-16,-4-3 1 15,0-14 25-15,-4-6 5 16,-2-3-3-16,-3 1 3 16,-5 0-5-16,-3 0-6 15,-4 3 12-15,-4 1 12 16,-1 3-5-16,-2 2-7 0,-3 3 1 16,1 6 27-16,-1 4 3 15,0 2 8-15,0 1 5 16,0 0-20-16,0 0-4 15,0 0-5-15,0 0 1 16,0 6 12-16,0 3-21 16,0 7 9-16,-1 6-1 15,-2 6 1-15,0 4 1 16,-2 2-7-16,5 1-10 16,-3-1 13-16,3-1-13 15,0-7 0-15,0-5-2 16,0-3-4-16,3-7-5 0,5-4-56 15,-2-4-76 1,4-3-52-16,-1 0-119 0,-3-10-593 0</inkml:trace>
  <inkml:trace contextRef="#ctx0" brushRef="#br0" timeOffset="1602.46">3564 6436 876 0,'0'0'260'16,"0"0"-134"-16,0 0-25 16,0 0 44-16,0 0-1 15,0 0-46-15,0 0-3 16,-5-2-32-16,4 2-9 16,-5 0-5-16,0 0-16 15,-6 2-12-15,-1 11-21 0,-4 4 0 16,1 6 6-16,1 6-6 15,-3 2 9-15,9 2-9 16,0 3 0-16,3-2-1 16,5 1-10-16,1 0 5 15,0 0 6-15,8 0-1 16,6-2 0-16,4-3-20 16,0-3 0-16,7-6-45 15,-1-4-84-15,4-6 3 16,13-8-54-16,-7-3-102 15,-4 0-526-15</inkml:trace>
  <inkml:trace contextRef="#ctx0" brushRef="#br0" timeOffset="2384.92">4013 6657 434 0,'0'0'176'0,"0"0"-93"16,0 0 93-16,0 0 83 16,0 0-86-16,0 0 9 15,0 0-70-15,-69-35-18 16,50 35 25-16,1 0-18 16,0 0-37-16,0 6-18 15,0 5-28-15,3 3 1 16,-1 1-19-16,4 1 0 0,2 3 3 15,2-1-3-15,4 0 0 16,1 2-1-16,3 0 1 16,0 0-1-1,0-2-11-15,4 1-4 0,7-2 15 16,2-1-9-16,4-3 1 16,2-5-3-16,0-2-16 15,5-6-36-15,0 0-2 16,3-11-15-16,0-9-22 15,-2-5-86-15,-5-2-6 16,-3-3-77-16,-3-1-41 16,-7 0 16-16,-1-14 30 0,-6 5 166 15,0 5 80-15</inkml:trace>
  <inkml:trace contextRef="#ctx0" brushRef="#br0" timeOffset="2860.2">4095 6385 1046 0,'0'0'223'0,"0"0"-156"15,0 0 7-15,0 0 42 16,0 0-17-16,0 0-26 16,0 0-11-16,-8-1-37 15,8 1-13-15,-1 5-5 16,-2 12 2-16,-1 9 14 15,-1 5 21-15,2 4-10 16,-1 2 16-16,2 0-12 16,1 2-2-16,1-1-18 15,0 0-6-15,0 0-2 16,0-1-10-16,3-2 1 16,3-3-2-16,0-3-1 0,2-7 0 15,0-2-9-15,-2-3 9 16,0-5-55-16,1-2-36 15,-1-2-102-15,2-4-44 16,-1-4-285-16,-2 0-143 0</inkml:trace>
  <inkml:trace contextRef="#ctx0" brushRef="#br0" timeOffset="3466.73">4271 6649 136 0,'0'0'1043'0,"0"0"-910"16,0 0-57-16,0 0 1 15,0 0 45-15,0 0-3 16,0 0-5-16,0-6-55 16,0 6-21-16,0 0-15 15,0 0-7-15,0 0-1 16,0 4-13-16,1 8 6 15,1 3 31-15,1 6-21 16,3 4 12-16,0 1-11 16,-1 1 4-16,2 0-8 15,-3-2-15-15,2-2 0 16,-1-3 10-16,-2-5-10 0,3-3 0 16,-2-5-1-1,2-3-9-15,-1-3 8 0,1-1-24 16,1 0 23-16,5-14-9 15,0-6 12-15,6-7-47 16,-2-4 18-16,4-4 22 16,-2 0 7-16,1 1-24 15,-1 7 23-15,-2 6 0 16,-1 7 1-16,0 7 0 16,-3 3-10-16,-5 4 9 15,1 0 1-15,-5 0 0 16,0 0 1-16,3 9 28 15,-3 4-11-15,0 5 17 16,-2 5-10-16,-1 4 0 16,0 2 7-16,0 0-31 0,0-2-1 15,0-5 16-15,0-4-16 16,0-5 0-16,0-3-1 16,0-6-8-16,0-1-29 15,0-3-39-15,0 0-54 16,5-5-82-16,-1-8-456 15,-2-3 32-15</inkml:trace>
  <inkml:trace contextRef="#ctx0" brushRef="#br0" timeOffset="4215.96">4347 6452 952 0,'0'0'277'15,"0"0"-175"-15,0 0-2 0,0 0-48 16,0 0 37-16,0 0 0 16,0 0-62-1,-12-70 11-15,12 56-16 16,5 3-7-16,2 1-14 0,1 3-1 15,2 3 12-15,-1-1-12 16,3 2 0-16,3 3 0 16,-3 0 1-16,4 0 1 15,1 3-1-15,2 7 20 16,0 2 4-16,1 1-12 16,-1-1-6-16,-1-1 8 15,0-1-4-15,0-2 1 16,0-3-11-16,1-4 6 15,-1-1 8-15,3 0-6 16,-2-9 0-16,-2-4-9 16,1-4 0-16,-5-1-5 15,-3-2-96-15,-5 0-11 0,-2 0-16 16,-3 2 10 0,0 2-84-16,-19 5-71 0,-5 4-286 15,3 7 331-15</inkml:trace>
  <inkml:trace contextRef="#ctx0" brushRef="#br0" timeOffset="4484.79">3774 6525 1189 0,'0'0'203'0,"0"0"-203"15,0 0 8-15,0 0 23 16,0 0 33-16,0 0 10 16,0 0-9-16,64-3-9 15,-34 0-39-15,4 2-8 16,7-4 7-16,2 3-16 15,5 0 0-15,1 1-37 16,15 1-118-16,-8 0-338 16,-9 0-443-16</inkml:trace>
  <inkml:trace contextRef="#ctx0" brushRef="#br0" timeOffset="4943.82">5031 6285 1247 0,'0'0'267'15,"0"0"-267"-15,0 0-34 16,0 0 34-16,0 0 35 16,0 0-28-16,0 0 18 15,49 17 14-15,-33-8-17 16,2 4 19-16,3 4-15 15,-3 3-7-15,1 7 22 16,-1 2-9-16,-6 8 6 16,-6 4-6-16,-3 6-7 15,-3 6-25-15,-6 6 13 0,-16 5-7 16,-19 15-6-16,-29 20-55 16,6-16-305-16,1-11-527 0</inkml:trace>
  <inkml:trace contextRef="#ctx0" brushRef="#br0" timeOffset="13145.87">21519 653 185 0,'0'0'98'0,"0"0"25"15,0 0 24-15,0 0 39 16,0 0-36-16,0 0-40 16,42 6-41-16,-39-6 28 15,-3 1-56-15,2-1-2 16,-2 0 3-16,0 0 17 16,0 0 17-16,0 0 8 15,0 0 10-15,0 0 0 0,0 0-17 16,0 0-1-16,-6 0-47 15,-3 0-17-15,-6-5 2 16,0-1-13-16,-3-1 17 16,-2 1-9-16,1 0-9 15,0 4 21-15,1 0-20 16,0 2 9-16,0 0-3 16,-1 0-7-16,-2 12-5 15,1 2 4-15,1 4 0 16,0 4 0-16,4 4-5 15,0 1 2-15,6 2-3 16,1 1 4-16,4 0-13 0,4-1 8 16,0-3-8-16,0-4-12 15,7-5 6-15,4-5-21 16,4-6 19-16,0-3 7 16,4-3 17-16,5-1-1 15,0-16-1-15,6-5-5 16,-2-8-54-16,2-3 8 15,-5-3-25-15,-3 0 25 16,-5 1 42-16,-5 3 9 16,-3 1 2-16,-5 5 22 15,-1 5-22-15,0 7 48 16,-3 7-3-16,0 2-7 16,0 5-13-16,0 0-8 0,0 0 14 15,0 0-15-15,0 0-10 16,0 0 5-16,0 7 5 15,0 6-4-15,0 7 14 16,0 7 5-16,0 10 0 16,0 7-3-16,0 8-6 15,-3 15-6-15,-1 19 13 16,-1-5-27-16,-1-8 6 16,2-8-7-16,-1-11 5 15,-2 5 2-15,1 3-8 16,-3-7 0-16,0-7 5 15,-4-10-5-15,2-9 0 16,-2-8 0-16,2-9 8 16,-1-6 8-16,1-6 13 15,-2 0-1-15,0-10-13 0,1-11 4 16,1-7-18-16,3-9 13 16,2-7-14-16,4-4-31 15,2-1 3-15,0 1 28 16,6 4-8-16,12 5-4 15,6 2-8-15,6 2-27 16,6-2 5-16,6-1-49 16,7-1-26-16,6-3-30 15,18-12-70-15,-12 10-189 16,-10 6-318-16</inkml:trace>
  <inkml:trace contextRef="#ctx0" brushRef="#br0" timeOffset="13729.26">21927 628 791 0,'0'0'187'0,"0"0"-34"16,0 0 73-16,0 0-18 15,0 0-77-15,0 0-29 16,0 0-26-16,-18-10-7 16,10 10-30-16,-1 10-17 15,-4 2-20-15,1 8-1 0,-2 3 7 16,0 3-8-16,3 4 0 15,2 1-2-15,5 2 2 16,2-1-19-16,2 2 13 16,0-3-1-16,5-3-2 15,8-3 8-15,1-5-2 16,3-3-19-16,4-5-59 16,0-5-45-16,3-6 59 15,1-1-65-15,1-2-24 16,-1-24-377-16,-4 3 121 15,-8-1 72-15</inkml:trace>
  <inkml:trace contextRef="#ctx0" brushRef="#br0" timeOffset="14232.16">22040 790 676 0,'0'0'146'0,"0"0"-17"0,0 0 119 16,0 0-124-16,-18-78-24 16,18 73-76-16,0-1-9 15,2 2-15-15,8 1 0 16,3 1 0-16,0 2-9 15,3 0 8-15,-1 0-14 16,1 9 15-16,-1 4 28 16,-2 2 40-16,-2 4 3 15,-6 3-5-15,-5 6 4 16,0 4-19-16,-3 3 2 16,-10 0-2-16,-1 0-12 15,0-2-8-15,1-5-23 0,5-4-8 16,4-9 12-16,1-4-12 15,3-5-7-15,0-6-24 16,0 0-41-16,10-4-14 16,8-14 63-16,4-9-4 15,1-6-25-15,1-4 4 16,-3-2 46-16,-6 3 2 16,-4 3 18-16,-5 8 7 15,-4 8 18-15,-1 7 27 16,-1 6 45-16,0 2-66 15,0 2-28-15,0 0-21 16,0 0 1-16,0 0 14 16,0 0-15-16,0 9 0 15,0 6 2-15,-1 7 8 0,-2 3 3 16,1 2-11-16,2 1-1 16,0-1 9-16,0-2-10 15,5-1-7-15,9-3 5 16,5-5-12-16,6-3-12 15,5-8-99-15,18-5-18 16,-5-4-67-16,-6-8-570 0</inkml:trace>
  <inkml:trace contextRef="#ctx0" brushRef="#br0" timeOffset="14575.65">22552 623 1086 0,'0'0'75'0,"0"0"-75"15,0 0-30-15,0 0 30 16,0 0 59-16,0 0 54 16,0 0-45-16,58 48 9 15,-40-25 5-15,-2 4-40 16,1 3-12-16,-7 2-8 15,-5 3-9-15,-5 3 38 16,0 2-19-16,-5-1-11 16,-10 1-14-16,-4-3 8 15,-3-3-15-15,-8 4-31 16,5-12-220-16,5-6-408 0</inkml:trace>
  <inkml:trace contextRef="#ctx0" brushRef="#br0" timeOffset="15434.67">23189 874 677 0,'0'0'304'15,"0"0"-144"-15,0 0 41 0,0 0-29 16,0 0-22-16,0 0-6 16,0 0-55-16,-6-4-17 15,6 3-53-15,0-1-19 16,0 2 2-16,4 0-4 15,4 0-11-15,5 0 13 16,7 0 10-16,5 0-10 16,5 3 1-16,4-1 6 15,2-1-7-15,0-1-9 16,-1 0-27-16,-3 0-79 16,2 0-7-16,-7 0-204 15,-10 1-405-15</inkml:trace>
  <inkml:trace contextRef="#ctx0" brushRef="#br0" timeOffset="15733.68">23213 1084 1279 0,'0'0'268'15,"0"0"-188"-15,0 0-13 16,0 0 3-16,0 0-8 16,0 0-36-16,0 0-3 15,26 1-5-15,-1 0 4 16,7 1-6-16,8 1-13 16,5 0 5-16,6-1-8 15,1 1-1-15,1-3-6 16,-3 0-100-16,14 0-68 0,-13 0-198 15,-12-4-460-15</inkml:trace>
  <inkml:trace contextRef="#ctx0" brushRef="#br0" timeOffset="16461.54">24103 721 690 0,'0'0'267'0,"0"0"-187"16,0 0-66-16,0 0 1 0,0 0 51 15,0 0 5 1,0 0-45-16,12 0 24 16,-1 7-5-16,5 0 15 15,1 0-19-15,5-1 3 0,3-3 5 16,2-3-16-16,0 0-28 15,0-9-5-15,-5-5-34 16,-1-5-21-16,-3 1-6 16,-6-3 19-16,-6 0 42 15,-3 0 13-15,-3 1 57 16,0 0 4-16,0 3 13 16,-3 3 33-16,-3 3 5 15,1 5-9-15,1 2-24 16,2 4-27-16,-1 0-27 15,1 0-38-15,0 0 6 16,2 0 2-16,-1 0 2 16,-1 1-10-16,-1 12-17 15,-1 8 17-15,-4 9 9 16,1 9-9-16,-4 8 1 0,2 4 9 16,0 5-9-16,1 5 1 15,0 1 4-15,2 1-4 16,1 2 8-16,4 0-10 15,-1 0-1-15,2-3 1 16,0-1 0-16,0-3 0 16,0-5-7-16,-1-3 7 15,-5-7 0-15,3-7-15 16,-1-8-38-16,1-8-20 16,-2-7-65-16,-1-8-84 15,-4-5-110-15,2-3 2 16,1-9-452-16</inkml:trace>
  <inkml:trace contextRef="#ctx0" brushRef="#br0" timeOffset="16650.48">24118 1198 1307 0,'0'0'201'0,"0"0"-189"15,0 0 4-15,0 0 36 16,0 0 37-16,0 0-6 15,14-81 8-15,-1 62-57 16,9-3-15-16,7 0-19 16,5-5-7-16,7 0-20 15,5-4-50-15,21-11-59 0,-11 5-105 16,-8 5-408-16</inkml:trace>
  <inkml:trace contextRef="#ctx0" brushRef="#br0" timeOffset="17039.37">24670 580 332 0,'0'0'887'0,"0"0"-816"0,0 0-10 15,0 0 39-15,0 0-7 16,0 0 1-16,0 0-18 16,-62 0-58-16,48 18-1 15,-2 4 11-15,1 7-5 16,-1 0-1-16,3 4-6 16,0 1 5-16,3 2 11 15,1 3-16-15,3 0 9 16,4 1-25-16,2-2 2 15,0-2 0-15,0-3-2 16,12-4-28-16,2-5-15 16,5-4-26-16,2-5-101 15,19-11-5-15,-6-3-318 16,1-1-220-16</inkml:trace>
  <inkml:trace contextRef="#ctx0" brushRef="#br0" timeOffset="18414.68">24943 748 212 0,'0'0'156'0,"0"0"-41"15,0 0 10-15,0 0 42 16,0 0 25-16,0 0 6 16,0 0-28-16,-9 49-50 15,-1-41 5-15,1 1-52 16,0-2 4-16,-1-1-18 16,2-3 18-16,1-3-37 15,1 0 2-15,-2 0-17 0,4 0-9 16,-1 0 0-16,2-9-5 15,2-2-5-15,-1-6-6 16,2-5-9-16,0 0 8 16,0 1-8-16,5 1 1 15,2 4 4-15,2 5 4 16,0 4 0-16,0 3-4 16,3 3-5-16,0 1 7 15,2 0-15-15,0 0 7 16,1 11-10-16,-1 6 18 15,-2 4 2-15,-5 6-12 16,-3 4 12-16,-4 6 15 0,0 3 1 16,-11 4 3-16,-6 1-10 15,-4-2 8-15,2-4 11 16,1-7-9-16,2-4-6 16,2-9 5-16,7-5-17 15,-1-5 6-15,7-5-7 16,1-4-1-16,0 0-48 15,0-3-81-15,12-14-14 16,4-8-34-16,5-9-181 16,1-7 202-16,1-4 87 15,-1-1-68-15,-1-1 3 16,-4 3 135-16,-3 7 111 16,-3 8 177-16,-4 6-91 15,-4 9-81-15,2 3-45 0,-5 4-8 16,1 1-14-16,-1 3-33 15,0 2-7-15,0-1 8 16,0 2 4-16,0 0 14 16,0 0-16-16,0 0-13 15,0 2 40-15,-1 6-8 16,-7 6 3-16,1 5 8 16,-1 5-17-16,1 4-12 15,-2 5-11-15,5 0-8 16,-1 5 12-16,5 1-13 15,0-4-10-15,0-1-1 16,11-5 10-16,6-5-12 16,6-4-14-16,5-6-37 15,3-8-44-15,19-6-44 0,-6-1-67 16,-6-11-580-16</inkml:trace>
  <inkml:trace contextRef="#ctx0" brushRef="#br0" timeOffset="18730.37">25400 838 1209 0,'0'0'171'16,"0"0"-171"-16,0 0 0 0,0 0 4 15,0 0 34-15,0 0 31 16,0 0-9-16,-10 78-9 16,8-53 16-16,1 3-25 15,-2 3 11-15,0 2-17 16,0-2-9-16,-2 0-1 16,2-5-13-16,0-3-11 15,3-7 5-15,0-8-7 16,0-4-43-16,0-2-114 15,1-2-35-15,13-9-22 16,1-8 38-16,-5-1-458 0</inkml:trace>
  <inkml:trace contextRef="#ctx0" brushRef="#br0" timeOffset="19411.54">25594 697 310 0,'0'0'703'0,"0"0"-534"15,0 0-98-15,0 0-1 16,0 0 24-16,0 0-20 16,0 0 19-16,0 24 3 15,-2-6-27-15,-2 3-4 16,-1 6 1-16,1 1-20 15,0 3-8-15,2 0-18 0,2-1-5 16,0 0-15-16,0-4 0 16,3-1 0-16,9-5-6 15,0-4 6-15,3-5 3 16,1-5-3-16,5-6-15 16,3 0-3-16,1-7 7 15,2-11-64-15,2-6 34 16,-4-3-15-16,-4-1 36 15,-5-3 1-15,-1-3 6 16,-6 0 0-16,-1 3 13 16,-4 2 8-16,-1 7 30 15,-3 5-6-15,0 7 37 16,0 5-7-16,0 3 4 16,0 2-18-16,0 0-20 15,0 0-6-15,0 0-12 0,0 0-9 16,0 0 6-16,0 5-7 15,-2 9 0-15,-2 4 1 16,-2 7 11-16,2 5-4 16,-3 4-6-16,1 2 5 15,-1 6 11-15,0 1-17 16,1 4 6-16,-2 1-5 16,1 1 7-16,-1-4-3 15,2-2-6-15,2-5 0 16,-1-7 5-16,1-6-5 0,1-5-1 15,-1-8 0 1,2-3 0-16,1-5-25 0,1-1-50 16,0-3-58-16,0 0-35 15,0-11-51-15,0-4-808 16</inkml:trace>
  <inkml:trace contextRef="#ctx0" brushRef="#br0" timeOffset="19844.25">26055 969 1443 0,'0'0'202'0,"0"0"-201"15,0 0 62-15,0 0 5 16,0 0 46-16,0 0-30 15,0 0-41-15,-6-11-20 16,0 19-22-16,-4 9-1 16,-3 6 10-16,3 4-10 15,0 2-1-15,4 3 0 16,4-2 0-16,2 0-1 16,0-4-13-16,5-4-2 15,5-7 16-15,5-3-18 16,-1-5-3-16,0-7-13 15,0 0 35-15,1-6 18 16,-5-10-6-16,-1-4-12 0,-2-4 19 16,-5-5 0-16,-2 1 10 15,0-3-5-15,-10 3-9 16,-4 2 2-16,0 6 11 16,1 2-3-16,3 7-25 15,1 4-3-15,3 4-19 16,3 2-31-16,3 1-62 15,0 0-137-15,5 1-119 16,6 3-582-16</inkml:trace>
  <inkml:trace contextRef="#ctx0" brushRef="#br0" timeOffset="20179.2">26252 725 1422 0,'0'0'56'16,"0"0"-56"-16,0 0-35 15,0 0 6-15,0 0 29 16,0 0 60-16,0 0 2 16,49 7-18-16,-27 9 1 15,1 2 2-15,1 6-27 16,0 4-14-16,-2 5 23 15,-7 3-18-15,-3 5-11 16,-11 3-5-16,-1 3 5 16,-19 3 27-16,-17 4-27 0,-44 22-68 15,6-14-223 1,3-7-624-16</inkml:trace>
  <inkml:trace contextRef="#ctx0" brushRef="#br0" timeOffset="22235.97">22008 1788 218 0,'0'0'645'16,"0"0"-514"-16,0 0-1 15,0 0 61-15,0 0-59 16,0 0-21-16,4-2-17 16,-4 2-22-16,0 0 7 15,0 0-5-15,0 0-6 16,0-1-15-16,0 1-11 15,0-2-10-15,0 0-4 16,-8-1-21-16,1-2 6 16,-2 3-12-16,0-3 7 15,-4 2 8-15,0 1-1 16,-3 2-15-16,0 0 0 0,-2 0-8 16,-2 8-3-1,1 6 5-15,0 5 6 0,2 3 0 16,1 2-8-16,4 3 7 15,4 0-5-15,3-1 3 16,5-3-5-16,0-1-8 16,0-7 3-16,7-2-6 15,3-5 10-15,1-2-36 16,2-5 1-16,2-1 19 16,1 0 15-16,1-7 10 15,2-8 9-15,2-5 1 16,-3-3-10-16,0 0-9 15,-4 1 8-15,-1 3 2 16,-6 3 9-16,-1 3-10 16,-1 6 7-16,-4 3-4 0,-1 4-3 15,0 0 0-15,0 0 4 16,0 0-4-16,0 0-11 16,0 7 0-16,0 6 11 15,0 7 28-15,3 6-16 16,-3 11-2-16,0 19 17 15,0 22-7-15,-4 22 6 16,-8 7-17-16,-1-5 1 16,2-23 0-16,2-25-10 15,1-15 0-15,0-6 4 16,0-1-3-16,-2 1-2 16,-2-4 1-16,1-8 0 0,1-8 12 15,-3-6 4-15,-1-7 5 16,-1 0 1-16,-1-7-16 15,1-14 0-15,1-7 11 16,1-11-17-16,7-5-28 16,3-5 27-16,3 2 1 15,0 4-1-15,15 7 1 16,1 3-1-16,8 4-9 16,4 3 4-16,7-4 0 15,2-1 0-15,5-1-94 16,4-4-78-16,18-11-40 15,-9 5-139-15,-8 6-644 0</inkml:trace>
  <inkml:trace contextRef="#ctx0" brushRef="#br0" timeOffset="22521.54">22427 1405 1207 0,'0'0'199'0,"0"0"-138"0,0 0-16 15,0 0 3-15,0 0 0 16,0 0-18-16,0 0-8 15,-24 72-3-15,13-34 10 16,-1 3-23-16,-1 0-6 16,2-4 0-16,4-4-12 15,-2 9-72-15,5-13-201 16,1-5-554-16</inkml:trace>
  <inkml:trace contextRef="#ctx0" brushRef="#br0" timeOffset="22874.56">22728 1573 963 0,'0'0'130'16,"0"0"-73"-16,0 0 122 15,0 0 4-15,0 0-34 16,0 0-57-16,0 0-52 16,-81 33-21-16,72-19-4 15,0 4-14-15,-1 3 21 16,1 3 4-16,1 3-15 16,1 1-1-16,4 2-3 15,0 0-5-15,3-2 5 0,0 0-7 16,4-4-7-1,10 0-15-15,2-5-63 0,2-2-19 16,5-2-23-16,11-8-232 16,-4-4-150-16,-5-3-11 0</inkml:trace>
  <inkml:trace contextRef="#ctx0" brushRef="#br0" timeOffset="23466.75">22789 1781 1001 0,'0'0'164'16,"0"0"-31"-16,0 0-46 0,0 0-61 15,-6-75-13-15,12 59 23 16,8 2-25-16,3 4-1 16,3 4-10-16,-2 4 26 15,1 2-10-15,-2 0 9 16,-3 4-17-16,-3 11 20 15,-4 4 17-15,-3 5 12 16,-4 2-6-16,0 4 3 16,-7 2 19-16,-5 0-20 15,-2-1-30-15,0-1-4 16,2-5-7-16,3-3-12 16,5-6 1-16,2-4-3 15,2-6-17-15,0-4-31 16,13-2-108-16,6-3 109 15,7-14-68-15,6-9-267 0,1-3 32 16,-1-3 78 0,-2-4 128-16,-5 1 146 0,-4 1 503 15,-7 3-428-15,-7 7 64 16,-4 9 68-16,-3 6 7 16,0 6-34-16,0 3-98 15,0 0-16-15,-3 0-4 16,-1 6-36-16,-2 5-7 15,-3 6-11-15,-1 3-7 16,1 2 5-16,-1 3-5 16,4 0 0-16,-1 3 0 15,4 0 7-15,3 3-8 0,0-1-5 16,5-2 5-16,9-1-1 16,6-2-13-1,2-5 0-15,5-3 4 0,1-4-94 16,17-7-44-16,-8-4-98 15,-4-2-348-15</inkml:trace>
  <inkml:trace contextRef="#ctx0" brushRef="#br0" timeOffset="24055.72">23475 1950 1172 0,'0'0'245'16,"0"0"-209"-16,0 0 54 15,0 0 2-15,0 0 22 16,0 0-35-16,0 0-18 16,-32-6-18-16,25 6-10 15,1 3-27-15,-4 8-6 16,1 5 1-16,2 2-1 16,-1 5 13-16,3-1-4 0,1 4 0 15,4-4 0-15,0 1-9 16,0-5-17-16,11-3 9 15,1-5 2-15,2-5 6 16,0-4-23-16,2-1 23 16,-1 0 2-16,0-12-1 15,-1-4-1-15,-2-2 12 16,-4-2 10-16,-2-2-4 16,-4-3-9-16,-2 3 6 15,0 2 25-15,0 5-19 16,-5 2-10-16,-3 7 7 15,-1 2-8-15,1 4-10 16,1 0-44-16,-2 0-38 0,3 0 9 16,1 0-95-16,4 0-68 15,-1 0-268-15,2 0-366 16</inkml:trace>
  <inkml:trace contextRef="#ctx0" brushRef="#br0" timeOffset="24324.33">23614 1693 42 0,'0'0'1274'0,"0"0"-1180"0,0 0-40 16,0 0-38-16,0 0 1 16,0 0 22-1,0 0-2-15,58-4-7 0,-46 14-8 16,3 3-9-16,-2 2 11 15,0 4-23-15,-2 3 15 16,-2 2-9-16,-4 4 10 16,-5 2 14-16,0 4 1 15,-9-1 22-15,-13 3-4 16,-4-2-37-16,-1-2-13 16,0-4-13-16,-4 2-95 15,6-8-288-15,4-8-493 0</inkml:trace>
  <inkml:trace contextRef="#ctx0" brushRef="#br0" timeOffset="25285.93">24452 1798 856 0,'0'0'230'0,"0"0"-155"15,0 0 67-15,0 0 0 16,0 0 19-16,0 0-54 0,0 0-68 16,-1-10 12-1,2 10-14-15,1 0-17 0,0 0-15 16,-1 0-5-16,4 0 0 16,3 0 0-16,6 0 0 15,5 0 1-15,5 0 10 16,6 4-10-16,4-3 10 15,3 2-11-15,-1 0-21 16,2-1-27-16,-4-1-155 16,5 2-117-16,-9-2-197 15,-8 1-46-15</inkml:trace>
  <inkml:trace contextRef="#ctx0" brushRef="#br0" timeOffset="25494.16">24469 1919 1375 0,'0'0'116'16,"0"0"-109"-16,0 0-7 16,0 0 54-16,0 0-21 15,0 0 11-15,0 0-28 16,91-7 7-16,-60 5-15 15,5 2-8-15,0 0-2 16,-2 0-31-16,15 0-94 16,-10 2-501-16,-5 0-96 0</inkml:trace>
  <inkml:trace contextRef="#ctx0" brushRef="#br0" timeOffset="26674.51">25549 1746 1160 0,'0'0'155'0,"0"0"-153"15,0 0-2-15,0 0 33 0,0 0-1 16,0 0 25-16,0 0-5 16,100 22-7-16,-67-22 6 15,0-10-23-15,-2-7-26 16,-3-1-2-16,-4-2-17 15,-6-1-8-15,-5-2 25 16,-5 1 7-16,-2-2 18 16,-4 1 10-16,-2 0 23 15,0 4 2-15,0 2 14 16,-6 3 10-16,-2 4-11 16,-1 4-7-16,3 5-3 15,3-1-20-15,0 2-2 16,2 0-19-16,-1 0-22 15,-1 3 0-15,-1 10-12 16,-5 8 12-16,0 8-6 16,0 7 6-16,0 6-6 15,0 3 6-15,2 3 0 0,0 3-1 16,1 1 0-16,1 2 1 16,2-2 4-16,3 2-4 15,0-2-9-15,0-1 9 16,0-1 1-16,5-7 0 15,1-2-1-15,0-7-2 16,-1-5-4-16,1-4-8 16,-1-7-47-16,0-3-37 15,-2-1-41-15,-3-5-95 16,0-5-468-16</inkml:trace>
  <inkml:trace contextRef="#ctx0" brushRef="#br0" timeOffset="26878.75">25566 2231 1465 0,'0'0'230'0,"0"0"-194"16,0 0 20-16,0 0 31 16,0 0 9-16,0 0-26 15,0 0-45-15,34-64-11 16,-9 45-4-16,5-6-10 15,6-2-6-15,1-2-31 16,5-3-40-16,-2-1-74 0,11-13-80 16,-11 7-63-16,-8 6-334 15</inkml:trace>
  <inkml:trace contextRef="#ctx0" brushRef="#br0" timeOffset="27145.59">26130 1325 1324 0,'0'0'251'0,"0"0"-192"0,0 0-32 15,0 0 15-15,0 0-11 16,0 0-24-16,0 0 12 15,-3 41-9-15,-5-15 6 16,0 7-9-16,-1 2-6 16,-1 5-1-16,3 1-16 15,2 15-118-15,2-9-224 16,3-9-578-16</inkml:trace>
  <inkml:trace contextRef="#ctx0" brushRef="#br0" timeOffset="27808.02">26240 1889 1177 0,'0'0'76'16,"0"0"-45"-16,0 0-31 15,0 0 82-15,0 0 69 16,0 0-13-16,0 0-138 16,-63-56-9-16,65 51-1 15,8 4 10-15,2 1 0 16,0 0-2-16,1 0-14 16,-2 6 6-16,-4 5 10 0,1 5 0 15,-4 4 10 1,-4 3 25-16,0 5 6 15,-4 5 29-15,-10 1-19 16,-3 0-19-16,3-3 0 16,-1-3-24-16,8-7-7 0,2-4 0 15,4-5-1-15,1-7-16 16,0-3-54-16,12-2-14 16,7-5-12-16,6-12 53 15,2-7-82-15,3-5-22 16,-3-5 108-16,-2-3 39 15,-2-1 7-15,-4 1 96 16,-5 6 29-16,-7 6 6 16,-1 8 1-16,-6 7-3 15,0 6-3-15,0 4-40 0,0 0-49 16,0 0-16-16,0 0 11 16,-2 0-26-16,-3 4-13 15,-1 10-1-15,-2 6 1 16,-1 4-1-16,0 5-7 15,3 1 2-15,2 0 5 16,4-1-4-16,0-2 4 16,0-4-15-16,10-4 4 15,10-3 2-15,5-5-44 16,6-5-56-16,7-6-58 16,21-7-41-16,-7-12-194 15,-7 0-730-15</inkml:trace>
  <inkml:trace contextRef="#ctx0" brushRef="#br0" timeOffset="28234.7">26922 1491 1264 0,'0'0'159'0,"0"0"-118"0,0 0 5 15,0 0 52-15,0 0-4 16,0 0 0-16,0 0-24 15,-38 6-30-15,25 9-11 16,-5 5-13-16,0 6 3 16,3 2 13-16,0 4-20 15,2 5 2-15,2 3 0 16,1 0-6-16,6 1-8 16,2 0-10-16,2-1 10 15,0-3 0-15,8-7-10 16,9-3-7-16,7-5-64 15,4-8-64-15,20-12-56 0,-5-2-358 16,-2 0-325-16</inkml:trace>
  <inkml:trace contextRef="#ctx0" brushRef="#br0" timeOffset="29286.66">27153 1613 1190 0,'0'0'203'0,"0"0"-188"15,0 0 14-15,0 0 67 16,0 0 52-16,0 0-15 16,0 0-88-16,-15-20-44 15,27 17 21-15,1 2-16 16,5-2-5-16,2 3 4 15,0 0-5-15,1 0-1 16,-3 1 0-16,0 9-7 16,-7 3 2-16,-4 4-9 15,-5 4 8-15,-2 4 7 16,-2 5 19-16,-11 4 7 16,-8 0 20-16,1 0-10 15,-2-2 0-15,3-4-13 16,5-2-13-16,3-7 10 15,4-3-20-15,6-5-1 16,1-5 1-16,0-3-20 16,0-3-2-16,9 0-11 0,7-3 4 15,5-10 23-15,3-7-94 16,3-2 14-16,0-6 30 16,-2-4-3-16,-1-1 38 15,-4-4 21-15,-3-1 0 16,-5 4 24-16,-3 4 37 15,-5 9-19-15,-2 10 28 16,-2 5 18-16,0 5-51 16,0 1-37-16,0 0 1 15,0 0 2-15,0 4-2 16,-3 9 8-16,-3 4 7 16,-3 5 10-16,2 4-3 15,-1 2-11-15,2 1-6 0,1 3 13 16,1-1-13-16,3-2 0 15,1 1-6-15,0-3 1 16,0-5-1-16,13-3-18 16,2-5 17-16,7-6-5 15,5-5-34-15,2-3-4 16,0-1-32-16,1-12 22 16,-5-3-3-16,-3-2 4 15,-3 0 53-15,-5 0 0 16,-4 1 27-16,-4 4 3 15,-3 4 5-15,-3 3 20 16,0 5-9-16,0 1-39 0,0 0-7 16,0 0 0-16,0 3 1 15,0 7 6-15,-3 6-5 16,0 2 8-16,0 4 1 16,3 2-11-16,0-1 0 15,0 0 0-15,10-4-1 16,5-3-5-16,3-5-3 15,1-4-6-15,1-5-2 16,1-2-2-16,-3-3-62 16,0-10 75-16,-5-3 2 15,-4-2 4-15,-8-1 23 16,-1-4 8-16,0 1 19 16,-14 3-9-16,-3 1-6 0,-2 5 38 15,-3 3-36 1,0 6 4-16,2 4-41 0,-1 0-6 15,3 0 5-15,3 7-24 16,5 4-30-16,3 3-57 16,7 7-83-16,0-4-28 15,0-3-550-15</inkml:trace>
  <inkml:trace contextRef="#ctx0" brushRef="#br0" timeOffset="29718.82">27997 1801 1219 0,'0'0'290'0,"0"0"-242"16,0 0-34-16,0 0-3 0,0 0 37 16,0 0 17-16,0 0-23 15,0 4-30 1,0 1-12-16,0 5 17 0,0 4 15 15,2 4-4-15,-2 5 7 16,0 3-11-16,0 0-4 16,0 1-4-16,0 0-16 15,-2-5 22-15,1-3-22 16,1-6-15-16,0-8-49 16,0-3-59-16,4-2-151 15,7-3 145-15,5-21-257 16,-1 3-251-16,-1-3 372 0</inkml:trace>
  <inkml:trace contextRef="#ctx0" brushRef="#br0" timeOffset="30296.4">28230 1642 424 0,'0'0'607'0,"0"0"-377"0,0 0-75 16,0 0-14-16,0 0 17 15,0 0 2-15,0 0-31 16,9-51-75-16,-9 51-20 15,0 0-21-15,-5 8-12 16,-1 6 7-16,-2 8-8 16,-1 8 0-16,0 7 5 15,3 0-5-15,0 2 0 16,3-4 0-16,3-3 0 16,0-3 0-16,0-7-5 15,3-4-3-15,7-4 8 16,2-5-7-16,6-6 6 15,0-3-11-15,4 0-1 0,4-12 1 16,-1-4-26-16,-1-7 22 16,1-2 6-16,1-6 1 15,-4-4-9-15,-2-4 15 16,-3 0 3-16,-1-1 6 16,-5 5 12-16,-3 6 27 15,-5 7-13-15,-2 8-8 16,-1 7-2-16,0 4 12 15,0 3-8-15,0 0-2 16,0 0-24-16,0 0-13 16,-3 10-2-16,0 7 15 15,-1 9 8-15,-2 4-8 16,-1 7 0-16,0 3 10 16,0 2-10-16,-2 3 0 15,-3 2 1-15,0 3 6 0,-3 4 2 16,0 3-9-16,-1-1 0 15,1 1 9-15,-1-3-9 16,4-5-1-16,2-7-5 16,4-7 4-16,4-8-32 15,0-9-45-15,2-7-106 16,0-11-37-16,2 0-400 16,6-2-52-16</inkml:trace>
  <inkml:trace contextRef="#ctx0" brushRef="#br0" timeOffset="30734.43">28715 1910 1448 0,'0'0'267'0,"0"0"-208"16,0 0-40-16,0 0 24 15,0 0-1-15,0 0 4 16,0 0-7-16,-73 72 4 16,64-47-5-16,0 1-19 15,6 1-12-15,3-5-6 16,0-2 1-16,2-6 9 16,9-2-11-16,1-7 0 0,3-5 0 15,-1 0 1-15,2-4-1 16,-2-12 22-16,0-5-13 15,-3-4 14-15,-4-3-17 16,-5-4 7-16,-2 2 13 16,0 1-25-16,-8 4 15 15,-6 7 25-15,-1 7-17 16,-2 4-24-16,2 4-42 16,1 3-71-16,0 0-13 15,5 8-79-15,0 1-347 0</inkml:trace>
  <inkml:trace contextRef="#ctx0" brushRef="#br0" timeOffset="30986.82">29117 1501 1513 0,'0'0'235'15,"0"0"-235"-15,0 0-16 16,0 0 16-16,0 0 7 16,0 0 0-16,80 66 25 15,-65-34 6-15,-3 4-7 16,-2 6-16-16,-5 4-15 0,-5 2-1 16,-9 0-1-16,-26 0-33 15,-29 8-55-15,-31 8-23 16,-35 1-79-16,15-14-173 15,13-13-534-15</inkml:trace>
  <inkml:trace contextRef="#ctx0" brushRef="#br0" timeOffset="34510.93">3833 670 436 0,'0'0'112'0,"0"0"-44"0,0 0 6 15,0 0-31-15,0 0 25 16,0 0 11-16,-11 0-41 16,11 0-15-16,0 0-7 15,0 0 7-15,0 0 28 16,0 0 14-16,0 0 9 15,0 0 18-15,0 0 15 16,0 0-2-16,0 0-21 16,0 0-17-16,0-1-33 15,0 1-21-15,0 0 9 16,6 0-8-16,1 0-13 16,2 0 11-16,3 2 5 15,3 1 7-15,5-3 9 0,2 0-5 16,3 0 0-16,2-5-21 15,-2-8-7-15,0-3-5 16,-5 1-10-16,-6-2 2 16,1 0 1-16,-6 0 12 15,-3-1 16-15,-1-2-6 16,-3-1-3-16,-1-3-6 16,-1 0 2-16,0 0-3 15,0 2-9-15,0 3 9 16,0 5 6-16,-7 3 1 15,1 5 11-15,0 3 16 16,3 2 8-16,-1 1 20 16,2 0-62-16,-1 0 26 0,3 0 1 15,-3 0-21-15,3 1-6 16,-4 9-1-16,-2 4 0 16,3 7 1-16,-3 6-1 15,0 4 1-15,1 6 3 16,0 2 4-16,2 6-6 15,-2 3 7-15,2 4 2 16,3 1 6-16,-3-3-15 16,3-4-1-16,0-7 0 15,0-6 0-15,0-8 0 16,0-5-1-16,0-8 1 16,3-3 0-16,-3-5-3 15,3-2-3-15,-3-2 4 16,5 0-11-16,-2 0-10 15,2-2 9-15,1-8-3 0,3-7 1 16,2-8-15-16,8-9-36 16,0-7-58-16,3-1 39 15,-2-1-20-15,-2 8 51 16,2 6 40-16,-4 9 15 16,-4 7 0-16,1 6 0 15,-5 5 39-15,-1 2 5 16,-2 0-8-16,-2 0-19 15,0 0 2-15,1 0 3 16,-1 5 6-16,0 5 14 16,-1 2 21-16,-2 5 22 15,0 5-4-15,0 3-32 0,0 7-16 16,0 4-5-16,0 2-21 16,0 3 0-16,-5-3 2 15,2-1-8-15,3-6 4 16,0-7-5-16,0-8-15 15,3-6 14-15,6-4-115 16,0-6-42-16,4-4-71 16,-2-12-268-16,-3-1-333 0</inkml:trace>
  <inkml:trace contextRef="#ctx0" brushRef="#br0" timeOffset="34946.78">4626 523 1326 0,'0'0'180'0,"0"0"-142"16,0 0 76-16,0 0 11 0,0 0 5 16,0 0-39-1,0 0-38-15,-42-13-5 16,36 13-33-16,-1 9-5 16,-2 4-10-16,3 2 2 0,-2 7 10 15,1 1-11-15,1 3 6 16,0 4 11-16,2 0-8 15,2 1 2-15,2 2-12 16,0-1 0-16,0-1-1 16,11-1-14-16,3-3-6 15,3-5 20-15,5-2-34 16,2-4-18-16,4-5-76 16,1-4 6-16,-2-5 4 15,13-2-140-15,-7-10-112 16,-8-4-178-16</inkml:trace>
  <inkml:trace contextRef="#ctx0" brushRef="#br0" timeOffset="35584.05">4810 638 935 0,'0'0'219'0,"0"0"-46"15,0 0-61-15,0 0-45 16,0 0-28-16,0 0-14 16,0 0-6-16,1-15-6 15,1 15-13-15,-1 0 19 16,1 6 6-16,-1 5-3 16,1 7 38-16,-2 2 5 15,0 6 3-15,0 4-23 0,0 2-17 16,2 2-12-16,0-3-9 15,2-3-6-15,1-3 3 16,4-2-4-16,4-6-1 16,1-4 0-16,2-5-21 15,2-7 12-15,3-1-26 16,7-4-57-16,-1-14 18 16,3-5-88-16,-2-5 89 15,-2-3-32-15,-4-1-11 16,-3-1 114-16,-5 1 3 15,-5 2 95-15,-3 3 39 16,-3 6-2-16,-3 4-25 16,0 9 27-16,0 4 5 0,0 4-57 15,0 0-48 1,0 0-28-16,0 0 15 0,0 4-7 16,0 9-3-16,-2 8-2 15,1 7-3-15,-1 9 7 16,1 5-12-16,1 5 5 15,0 4 15-15,0 5-20 16,0 0 5-16,0 0-5 16,0-3 0-16,0-8-1 15,4-7 0-15,2-7-5 16,-1-8 5-16,-1-3 0 16,-1-6-1-16,-1-4-30 15,-2-4-40-15,0-6-155 0,3 0-114 16,-3 0-277-16</inkml:trace>
  <inkml:trace contextRef="#ctx0" brushRef="#br0" timeOffset="35974.11">5435 378 1305 0,'0'0'179'16,"0"0"-156"-16,0 0-16 15,0 0 9-15,0 0 3 16,0 0 22-16,0 0-14 15,85 67 13-15,-60-35-17 16,-1 3 35-16,0 3-2 16,-6 4-15-16,-5 2-3 15,-7 1 16-15,-6 2-29 16,0-2 9-16,-9-1-12 16,-12-2-9-16,-4-2 6 15,-3-4-19-15,-19 5-148 16,7-9-202-16,4-10-692 0</inkml:trace>
  <inkml:trace contextRef="#ctx0" brushRef="#br0" timeOffset="36747.04">6229 823 1041 0,'0'0'335'15,"0"0"-199"-15,0 0-6 16,0 0-19-16,0 0 3 15,0 0-34-15,0 0-28 16,13-8-29-16,-7 7-22 16,6 0 16-16,10-1-17 15,5-1 1-15,7 2 10 16,4-2-11-16,1 2 0 16,2-1-8-16,-5 2-24 15,0 0-65-15,-6 0-115 16,-10 3-147-16,-9 4-560 0</inkml:trace>
  <inkml:trace contextRef="#ctx0" brushRef="#br0" timeOffset="36988.18">6187 995 1227 0,'0'0'229'0,"0"0"-184"15,0 0-30-15,0 0-2 16,0 0 80-16,0 0 4 16,0 0-38-16,76 0-14 15,-42 1-10-15,3-1-17 16,1 2-8-16,-1-2-10 0,-1 1 0 16,4 0-41-1,8 2-66-15,-8 0-171 0,-6-1-843 16</inkml:trace>
  <inkml:trace contextRef="#ctx0" brushRef="#br0" timeOffset="38040.71">7383 622 570 0,'0'0'267'0,"0"0"-190"15,0 0-25-15,0 0 53 16,0 0 79-16,0 0-33 15,0 0-39-15,0 0-41 16,0 0-38-16,0 0-21 16,0 0-6-16,5 0 7 15,2 0 1-15,4 0 19 16,5 0 9-16,3 0-7 0,1-2-25 16,2-8-8-16,0-5 13 15,-2-2-15-15,-1-1-7 16,-5-2-3-16,-2 3 7 15,-8-1-8-15,-2 3 22 16,-2-1 25-16,0 2 4 16,0 2 20-16,-6 1 7 15,-2 4 5-15,4 3-18 16,-1 2-5-16,2 2-17 16,0 0-12-16,2 0 3 15,-1 0-23-15,1 0 20 16,-1 2-20-16,-1 8-4 15,0 7 3-15,-1 8 1 16,-3 7 0-16,2 8 1 16,-1 6-1-16,1 6 0 15,1 1 0-15,-2 4 0 0,3 2 0 16,2-2-1-16,-1 3 1 16,1-4-4-16,1-1 4 15,-2-2 0-15,2-6 0 16,-1-7 0-16,-1-5 0 15,1-6-6-15,-2-8-23 16,-2-3-2-16,-1-4-49 16,-4-3-31-16,2-2-42 15,-9-9-31-15,3 0-69 16,2 0-331-16</inkml:trace>
  <inkml:trace contextRef="#ctx0" brushRef="#br0" timeOffset="38265.01">7356 992 1098 0,'0'0'395'0,"0"0"-297"15,0 0-46-15,0 0-2 16,0 0-4-16,0 0 10 16,0 0-8-16,91-81 5 15,-67 59-18-15,2-2-10 16,2-3-25-16,2-1-15 15,4-4-59-15,11-11-116 16,-9 7-432-16,-8 4-234 0</inkml:trace>
  <inkml:trace contextRef="#ctx0" brushRef="#br0" timeOffset="38580.37">7826 463 869 0,'0'0'267'16,"0"0"-209"-16,0 0-6 16,0 0 64-16,0 0-10 15,0 0-33-15,0 0-18 16,0-3-16-16,-3 6-24 16,-3 8 13-16,-1 3 17 0,-2 6-7 15,-3 2 17 1,4 5-15-16,-2 1-1 0,1 3-9 15,3 2-17-15,2-1 6 16,2 2-19-16,2-1 0 16,0-1 0-16,5-2-1 15,7-2-11-15,4-4-2 16,2-3-156-16,6-4 88 16,19-7-177-16,-3-6-310 15,-2-4-155-15</inkml:trace>
  <inkml:trace contextRef="#ctx0" brushRef="#br0" timeOffset="39969.14">8162 602 730 0,'0'0'185'16,"0"0"-98"-16,0 0 156 0,0 0-30 15,0 0-79 1,0 0-76-16,0 0-19 0,-55 26 39 16,41-22-5-16,3-3-16 15,0-1-22-15,5 0 8 16,3 0 2-16,0-1-12 15,3-9-12-15,0-2-21 16,0-2-2-16,0-1 1 16,1 0-16-16,7 1 14 15,4-1 3-15,0 5 0 16,0 2-1-16,-3 4 1 16,4 1 0-16,-2 3-1 15,2 0-18-15,-1 4 18 16,-1 10 1-16,0 6 1 15,-2 7 8-15,-6 4 9 0,-3 7-3 16,0 1 4-16,-4 3-5 16,-8-2 0-16,-1-2 5 15,0-5-19-15,6-8 1 16,1-7 5-16,3-8-6 16,3-4-5-16,0-6-14 15,0 0-21-15,6 0-51 16,6-10 37-16,8-10 28 15,0-5-39-15,1-6-66 16,1-6 80-16,-2-1 26 16,1-1-13-16,-3-2 6 15,1 3 16-15,-3 5 16 16,-5 8 42-16,-2 8 44 16,-3 6-19-16,-3 5 12 0,-3 3-7 15,0 3 11-15,0 0-17 16,0 0-19-16,0 0-31 15,0 0-1-15,0 0-5 16,-4 1 8-16,1 5-16 16,0 6 4-16,-2 3-6 15,-1 8 0-15,4 3 0 16,1 3 0-16,1 2-1 16,0-3 0-16,0-1-6 15,1-3 1-15,10-2 6 16,1-5-1-16,0-1-15 15,0-6 3-15,3-5-36 16,0-3-15-16,1-2 11 16,4 0 34-16,-1-9 4 0,2-2 8 15,-3-2 7-15,-2 2 0 16,-1 3 5-16,-5 3-5 16,-2 5-14-16,-2 0 1 15,-3 0-9-15,-2 7-5 16,-1 6 27-16,0 1 6 15,0 3 20-15,2 0-8 16,-2 1-11-16,7-1 4 16,2 0-11-16,0-1-1 15,4-3 0-15,1-5-8 16,0-2 9-16,0-3 0 16,0-3 1-16,-1 0 1 0,-2-9-1 15,-2-5 7-15,-2-2 5 16,-4-2 25-16,-3-2-7 15,0-1-16-15,-3-2 15 16,-12 2 16-16,0 2-21 16,-1 3 6-16,-1 5 6 15,3 4 1-15,3 1 18 16,3 5-56-16,3-1-14 16,2 2-6-16,0 0-58 15,1 5-69-15,2 13-14 16,0-3-15-16,0-1-340 0</inkml:trace>
  <inkml:trace contextRef="#ctx0" brushRef="#br0" timeOffset="40216.83">8948 697 954 0,'0'0'243'0,"0"0"-201"16,0 0-40-16,0 0 17 16,0 0 66-16,0 0 15 15,0 0-12-15,-4 42-23 16,1-19-21-16,0 0-12 16,0 5-18-16,1 0-8 15,1 0-5-15,1-3 0 16,0-3-1-16,0-7-58 0,6-6-130 15,4-5-300-15,2-4-309 16</inkml:trace>
  <inkml:trace contextRef="#ctx0" brushRef="#br0" timeOffset="40860.94">9157 556 1239 0,'0'0'330'0,"0"0"-215"16,0 0-14-16,0 0-3 16,0 0-13-16,0 0-39 15,0 0-19-15,-3-2-16 16,0 5-10-16,0 11 0 16,-1 5-1-16,-1 4 0 15,-1 6 8-15,2 0-8 16,1 1 1-16,3 0-1 15,0-2 6-15,0-2-5 16,0 0-1-16,3-4-5 16,7-4-2-16,1-4 2 15,2-6-11-15,2-5-45 16,7-3 7-16,-2-2 13 16,5-12-78-16,-1-5 54 15,-2-4-8-15,-2-4 12 0,2-2 20 16,-4-4 35-1,-6-1 6-15,-1 2 47 0,-4 2 49 16,-4 5-22-16,-2 5 81 16,-1 8-35-16,0 6-8 15,0 3-19-15,0 3-39 16,0 0-27-16,0 0-27 16,0 0-8-16,0 2 6 15,-3 9-11-15,-2 7 13 16,-1 10 1-16,-2 8 5 15,-1 3-3-15,-1 6-3 16,-1 4 0-16,1 2 15 16,-2 3-15-16,4 1 0 15,1-2-1-15,2-3 0 16,2-5 0-16,2-4-4 0,1-4-9 16,0-6-1-16,0-6-60 15,0-3-65-15,0-7-154 16,3-8-355-16</inkml:trace>
  <inkml:trace contextRef="#ctx0" brushRef="#br0" timeOffset="41607.41">9694 451 1175 0,'0'0'264'0,"0"0"-197"16,0 0-48-16,0 0 0 16,0 0-9-16,0 0-9 15,0 0 16-15,18 2-1 16,-6 9 5-16,3 6 5 15,4 5 15-15,2 7 2 16,3 3 0-16,-3 3-17 16,-2 5 12-16,-5 1-13 15,-10 1-5-15,-4 2-19 16,-13 4 32-16,-35 10-22 16,-30 11-11-16,-33 10-112 0,11-13-84 15,10-18-466-15</inkml:trace>
  <inkml:trace contextRef="#ctx0" brushRef="#br0" timeOffset="44434.46">4114 1652 918 0,'0'0'352'0,"0"0"-236"16,0 0-52-16,0 0 14 15,0 0 28-15,0 0-17 16,0 0-55-16,0 1-33 16,2-1-1-16,4 3 26 15,1 1 2-15,4 2-12 16,-1 0 13-16,4-3-11 0,2-3 23 15,2 0 1-15,3-3-15 16,1-10-21-16,-1-5-6 16,-3-2-6-16,1-2 6 15,-7-3-6-15,-1 0 0 16,-4 0 6-16,-4-1 13 16,-3 2 7-16,0 1-3 15,0 3-2-15,0 3 23 16,0 4 13-16,-7 7-4 15,4 3 19-15,0 3-2 16,1 0-42-16,-1 0-12 16,0 0 17-16,2 0-14 15,-2 6-1-15,-2 8-12 16,-2 9 0-16,-2 12 1 16,0 9-1-16,1 8 0 0,-2 5-7 15,1 3 7 1,0 1 1-16,-1-3-1 0,2-5 0 15,1-6-1-15,2-8 0 16,2-7-5-16,2-9 0 16,-1-6 0-16,2-7 5 15,0-6-34-15,0-4-24 16,0 0-11-16,0 0-15 16,8-10 19-16,2-8 29 15,5-7-27-15,5-9-4 16,2-4-24-16,0-2-44 15,1 1 90-15,1 5 15 16,-2 6 31-16,-1 8 1 0,-5 9 18 16,-1 5 7-16,-6 6-7 15,-1 0-19-15,-4 4 24 16,-1 12 47-16,1 5-8 16,-4 3-12-16,0 3-6 15,0 2 26-15,0 0-23 16,0-1-16-16,0-2-16 15,0-3-4-15,0-3-10 16,0-6-1-16,0-5-1 16,0-5 0-16,2-4-64 15,1 0-96-15,6-4-54 16,0-9-117-16,1-1-522 0</inkml:trace>
  <inkml:trace contextRef="#ctx0" brushRef="#br0" timeOffset="44663.34">4778 1213 1445 0,'0'0'262'0,"0"0"-210"16,0 0-43-16,0 0 1 15,0 0 21-15,0 0 19 0,0 0-15 16,-16 95 3-16,7-60-25 16,3 2-3-16,0-1-10 15,3 0 0 1,3-4-13-16,0 2-115 0,3-10-204 16,6-6-735-16</inkml:trace>
  <inkml:trace contextRef="#ctx0" brushRef="#br0" timeOffset="45008.34">5077 1515 1196 0,'0'0'46'0,"0"0"-1"0,0 0-34 16,0 0 87-16,0 0 15 15,0 0-8-15,0 0-14 16,-54 3-29-16,43 7-21 16,-3 4-15-16,2 3 18 15,-3 4 6-15,7 2-28 16,-1 2-6-16,3 3 6 16,2 2-16-16,1 0 9 15,3 0-15-15,0-1 0 16,7-2-1-16,7-5 1 15,5-4-51-15,2-2 35 16,6-6-98-16,1-4 10 16,15-6-75-16,-5-2-138 0,-7-8-366 15</inkml:trace>
  <inkml:trace contextRef="#ctx0" brushRef="#br0" timeOffset="45681.84">5338 1552 1069 0,'0'0'313'0,"0"0"-252"16,0 0-13-16,0 0 17 15,0 0-43-15,0 0-4 16,0 0 28-16,-39 22-1 16,33-6-10-16,3 5-16 0,-2 5 3 15,4 3 15 1,1 2-4-16,0-1-6 0,0-2-16 15,1-7-10-15,4-5-1 16,4-6-8-16,-3-4 8 16,3-6 0-16,0 0-6 15,1 0 5-15,2-12-20 16,0-5-14-16,0-3-35 16,1-2 18-16,1-2 4 15,1 0-8-15,-2 0-147 16,-2 0-145-16,2 0 65 15,-4 0 275-15,-3 2 16 16,1 6 28-16,-4 2 97 16,-1 4-13-16,1 4-10 15,0 2-30-15,-3 3-19 0,0 1-8 16,0 0 27-16,0 0 11 16,0 0 13-16,0 0-1 15,0 0-25-15,0 4-23 16,0 6-5-16,0 5-13 15,0 7 23-15,-3 7-2 16,3 2-32-16,0 3 11 16,0 1-18-16,0 3 11 15,0 0 5-15,0 3 8 16,0 2-10-16,0 0-7 16,0 2-15-16,0-2 5 15,-3-2-16-15,3-4 1 16,-2-8-1-16,1-5 7 15,-2-8-6-15,-1-5 0 16,-1-3-1-16,-1-2 9 0,0 0-9 16,-3-2-9-16,-1-1-16 15,1-2-20-15,-2-1-23 16,3-7-89-16,3-10-140 16,2-3-450-16</inkml:trace>
  <inkml:trace contextRef="#ctx0" brushRef="#br0" timeOffset="46125.88">5742 1781 1001 0,'0'0'252'16,"0"0"-104"-16,0 0 42 15,0 0-41-15,0 0 16 16,0 0-52-16,0 0-43 16,-4 0-40-16,-1 8-24 15,1 5 2-15,-2 4-8 16,1 2-5-16,2 3 3 16,3-2-2-16,0-1 4 15,0-1-7-15,3-2 1 16,6-2-4-16,3-3-7 15,1-3 6-15,1-4 11 0,-1-4-18 16,-1 0 17-16,-1-3 1 16,-4-8 13-16,-1-2 4 15,-4-2-9-15,-2 1 5 16,0 1 33-16,-2-1-23 16,-11-1 1-16,4 3 8 15,-3 0-5-15,0 4 8 16,3 1-21-16,3 2-14 15,4 4-28-15,1 0-27 16,1-1-40-16,0-3-71 16,0 0-132-16,6-1-795 0</inkml:trace>
  <inkml:trace contextRef="#ctx0" brushRef="#br0" timeOffset="46407.38">6020 1539 1491 0,'0'0'244'0,"0"0"-230"15,0 0-1-15,0 0-1 16,0 0-3-16,0 0 26 16,0 0 12-16,49 65 1 15,-43-32 21-15,0 6-31 16,-2 5-6-16,-4 4-1 15,0 0-8-15,-7-3 1 0,-2-3-12 16,-2-7-12 0,0-5 11-16,3-6-11 0,2-4-96 15,3-5-80-15,3-6-175 16,0-5-859-16</inkml:trace>
  <inkml:trace contextRef="#ctx0" brushRef="#br0" timeOffset="46874.64">6563 1809 1475 0,'0'0'233'0,"0"0"-189"16,0 0-18-16,0 0-17 15,0 0 4-15,0 0-6 16,0 0 18-16,56 0-9 15,-35-1-6-15,0 1-9 16,0 0 10-16,4 0-11 0,-1 0 0 16,-3 0-7-16,0 0-37 15,-6 0-70-15,-3 0-70 16,-6 0-357-16,-6 2-61 0</inkml:trace>
  <inkml:trace contextRef="#ctx0" brushRef="#br0" timeOffset="47013.68">6577 1920 1275 0,'0'0'225'16,"0"0"-170"-16,0 0 31 16,0 0-32-16,0 0-4 0,0 0-5 15,0 0-20 1,22 3-3-16,-9 1-15 15,3 2-6-15,2-1 7 16,0 3-7-16,3 0 4 0,4 1-5 16,4-2-35-16,19 0-65 15,-5-2-435-15,-3-2-406 0</inkml:trace>
  <inkml:trace contextRef="#ctx0" brushRef="#br0" timeOffset="47861.21">7596 1618 1020 0,'0'0'214'0,"0"0"-145"15,0 0-40-15,0 0-29 16,0 0 1-16,0 0 46 15,0 0 12-15,42 5 27 16,-24-5-15-16,5 0-14 16,-1-9-29-16,3-5-12 0,-4-6-5 15,-3-1 2-15,-3 1-4 16,-6 1-8-16,-3-1 13 16,-1 1 23-16,-5 2-9 15,0 2 10-15,0 0 16 16,0 2 35-16,-2 3-10 15,-1 3-29-15,0 2 0 16,0 2 27-16,0 3-28 16,1 0-15-16,1 0-22 15,-1 0 1-15,1 0-11 16,1 0-2-16,-2 3-3 16,2 12-3-16,0 7 0 15,0 13 4-15,0 11 1 16,0 7 1-16,0 7 0 15,0 2 0-15,0 1 1 0,0-1 2 16,0-1-3-16,0-1 0 16,0-2 0-16,0-1-2 15,0-4 1-15,2-3-11 16,1-7-7-16,0-4 19 16,0-8-69-16,-3-7-30 15,3-9-149-15,-3-5-243 16,0-8-184-16</inkml:trace>
  <inkml:trace contextRef="#ctx0" brushRef="#br0" timeOffset="48041.84">7670 2003 1217 0,'0'0'213'0,"0"0"-132"16,0 0 21-16,0 0-17 15,0 0 2-15,0 0-33 16,0 0-5-16,23-25-8 16,1 11-12-16,6-3-4 15,7-6-25-15,4-3-5 16,2-4-63-16,17-12-149 16,-11 5-343-16,-10 6-295 0</inkml:trace>
  <inkml:trace contextRef="#ctx0" brushRef="#br0" timeOffset="48327.74">8059 1291 1371 0,'0'0'306'16,"0"0"-233"-16,0 0-60 15,0 0-12-15,0 0 0 0,0 0 0 16,0 0 6-16,-30 94-1 16,20-53 0-16,1 4 0 15,3 6-6-15,3 18-10 16,1-12-87-16,2-12-451 0</inkml:trace>
  <inkml:trace contextRef="#ctx0" brushRef="#br0" timeOffset="49051.95">8180 1864 15 0,'0'0'678'16,"0"0"-585"-16,0 0-93 15,0 0 50-15,0 0 67 16,0 0 13-16,0 0-5 16,0-41-63-16,4 41-19 15,1 0-1-15,-2 0-1 16,0 0 32-16,0 5 7 15,-2 5-3-15,1 6-9 16,-2 1 4-16,3 4-37 16,-3 3 4-16,4 0 2 15,-1 2-6-15,2-3-7 16,-1-3-13-16,4-3-15 0,3-4 0 16,0-5-2-16,3-5 2 15,3-3 0-15,0 0 9 16,4-11-3-16,-1-6-6 15,-1-6-23-15,-2 0-27 16,-3-2 50-16,1 0 0 16,-5 0 20-16,-4-1 17 15,0 3-9-15,-5 2 18 16,1 6-9-16,-2 5 13 16,0 6 11-16,0 3 4 15,0 1-48-15,0 0-17 16,0 0-7-16,0 0 6 15,0 0 1-15,0 8 2 0,0 7-2 16,0 8 6 0,-2 7 22-16,1 3-1 0,-3 7-8 15,1 4-12 1,1 1-6-16,2 4 16 0,0-1-17 16,0 0 0-16,0-4-5 15,0-5 5-15,0-5 7 16,0-5-7-16,0-6-8 15,0-4-21-15,0-4-37 16,0-3-67-16,0-5-37 16,-3-4-28-16,2-3-51 15,-1 0-358-15</inkml:trace>
  <inkml:trace contextRef="#ctx0" brushRef="#br0" timeOffset="49391.28">8845 1395 1555 0,'0'0'218'16,"0"0"-168"-16,0 0 3 0,0 0-18 15,0 0 15 1,0 0-13-16,0 0-14 0,-46 39 6 16,31-7-14-1,3 7-4-15,-4 8 9 0,8 1-7 16,1 0-1-16,4-1-12 16,3-4 1-16,0-5 1 15,0-4-2-15,7-4-1 16,4-5-14-16,7-5-41 15,-2-6-34-15,5-4-102 16,10-10-5-16,-4 0-160 16,-5-10-430-16</inkml:trace>
  <inkml:trace contextRef="#ctx0" brushRef="#br0" timeOffset="50361.5">8962 1574 829 0,'0'0'408'15,"0"0"-225"-15,0 0 7 16,0 0-98-16,0 0-18 16,0 0-52-16,0 0-22 15,4-10-64-15,4 10 63 16,3 0 0-16,0 3-7 15,0 7-22-15,0 4 9 16,-2 3 10-16,-1 5 11 16,2 1 9-16,-4 6 13 15,-1 1 19-15,-4 0 22 0,-1 3 4 16,0-2 18-16,0-2-20 16,-4-2-28-16,-4-2-9 15,1-6-8-15,4-5-12 16,0-6 0-16,3-3-8 15,0-4 0-15,0-1-3 16,0 0 3-16,0 0-53 16,0-6-16-16,10-9-6 15,2-7-36-15,3-8 12 16,3-5 19-16,0-3 30 16,-2-5-30-16,-1 3-29 15,-3 4 109-15,-4 9 63 16,-1 11 111-16,-6 6-59 0,1 7-65 15,-2 3-16-15,0 0-11 16,0 0 46-16,0 0-21 16,0 0-20-16,0 1-3 15,0 8-6-15,-3 3-9 16,-1 8 24-16,-1 2-18 16,1 6-6-16,1 1-8 15,0 2 8-15,3 2-4 16,0-3-6-16,0 0 0 15,0-4-6-15,7-4 3 16,6-5-4-16,1-4-8 16,5-6-4-16,-1-4-47 0,6-3-42 15,0 0 38-15,1-9 39 16,-2-5-10-16,2-2 19 16,-4 1-4-16,-6 0 10 15,-2 3 16-15,-5 2 23 16,-4 5 2-16,-2 2-6 15,-2 3-18-15,0 0-1 16,0 0 6-16,0 0 15 16,0 5 14-16,0 5 6 15,0 5-2-15,0 0-1 16,0 0-26-16,3 2-5 16,7-1 0-16,-1-3-6 15,3 0-2-15,3-5 1 0,0-2-6 16,1-5 6-16,-2-1 0 15,1 0 18-15,-5-11 2 16,-2-5 0-16,-1-1 3 16,-6-3-13-16,-1 1 4 15,0-1 34-15,-13 0-18 16,-5 0-13-16,-4 5 0 16,0 2 2-16,-1 5 25 15,2 4-42-15,0 4-2 16,2 0-11-16,4 1-37 15,6 10-41-15,0 0-43 16,6 6 5-16,3-3-85 16,0-4-437-16</inkml:trace>
  <inkml:trace contextRef="#ctx0" brushRef="#br0" timeOffset="50827.4">9785 1699 851 0,'0'0'396'0,"0"0"-265"15,0 0-50-15,0 0-10 16,0 0-17-16,0 0 9 0,0 0 14 16,-3 38-23-1,0-17 6-15,-4 4-2 0,-1 4-22 16,-2 3-4 0,-3-1-25-16,-1 1 2 0,-1-1-2 15,5-2-7-15,5 3-38 16,4-6-154-16,1-9-217 0</inkml:trace>
  <inkml:trace contextRef="#ctx0" brushRef="#br0" timeOffset="51856.21">9869 1660 1177 0,'0'0'190'16,"0"0"-123"-16,0 0 7 15,0 0 25-15,0 0-10 0,0 0-28 16,0 0-44-1,0 0-17-15,0 0-16 16,0 0 10-16,0 5 6 16,0 3 7-16,0 4-1 0,4 3 9 15,-4 2-8-15,2 4 8 16,-1 3 8-16,1 2-5 16,4 0-1-16,1 1-5 15,5-3-2-15,0-1 3 16,7-6-13-16,1-6 0 15,2-7 21-15,2-4-12 16,1 0-3-16,-2-14-6 16,1-3-10-16,-4-2 9 15,-4-3-8-15,-2 1 9 16,-3 0 12-16,-4 0 14 16,-2-1-4-16,-1 3 5 15,-4-1-11-15,0 2 35 0,0 2-25 16,0 3 2-1,0 5 10-15,0 4 2 0,0 2 9 16,0 2-19-16,0 0-16 16,0 0-14-16,0 0-8 15,0 0-3-15,-4 0 11 16,4 3-4-16,0 8 4 16,0 9 20-16,-3 6 13 15,3 7-9-15,-5 7-17 16,-1 5 12-16,-3 8-8 15,-1 1 1-15,-2 5 2 16,-3 0-14-16,2-2 1 16,1-6 9-16,0-6-10 0,4-8-1 15,4-10-10 1,2-7-2-16,2-9-31 0,0-4-53 16,0-5-21-16,3-2-34 15,14-12-36-15,-2-6-58 16,-2-5-488-16</inkml:trace>
  <inkml:trace contextRef="#ctx0" brushRef="#br0" timeOffset="52246.65">10345 1860 1343 0,'0'0'259'16,"0"0"-194"-16,0 0-22 15,0 0 14-15,0 0-22 16,0 0-3-16,0 0-3 16,-26 34 14-16,22-18-5 15,-1 5-2-15,2 2 0 16,3 1-35-16,0 0 10 16,0-3-6-16,0-2 5 15,9-4-10-15,2-5 0 16,2-4-8-16,-1-6 8 15,3 0 0-15,-3 0 6 16,-1-13 8-16,-1-4 10 16,-4-1-1-16,-3-4-8 15,-3 1 15-15,0 0 17 0,-2 1-21 16,-8 0 11-16,-2 4-1 16,0 3-12-16,4 3-8 15,0 5-16-15,3 3-47 16,4 1-15-16,-1 1-28 15,2 0-42-15,0 0-75 16,3-2-180-16,6 0-618 0</inkml:trace>
  <inkml:trace contextRef="#ctx0" brushRef="#br0" timeOffset="52561.96">10582 1421 985 0,'0'0'304'15,"0"0"-304"-15,0 0-141 16,0 0 121-16,0 0 20 16,0 0 110-16,0 0 9 15,84 28-4-15,-61-8-17 16,0 5-44-16,0 6-14 15,-3 6-8-15,-2 4-6 16,-8 2 16-16,-5 6 18 16,-5-2 3-16,-3 3-3 15,-17-2-17-15,-8-1-43 16,-26 10-25-16,5-12-217 0,3-9-915 16</inkml:trace>
  <inkml:trace contextRef="#ctx0" brushRef="#br0" timeOffset="61864.56">2621 8140 354 0,'0'0'297'0,"0"0"-176"16,0 0 55-16,0 0-7 15,0 0 17-15,0 0-54 16,3 0-31-16,-3 0-12 16,0 0-7-16,0 0-3 15,0 0 3-15,0 0-12 16,0 0 5-16,0 0-21 15,0 0-7-15,0 0-18 0,-9-1-7 16,3 0-2-16,-4 1-15 16,1 0 3-16,-2 0 27 15,1 0-34-15,4 7-1 16,-2 4-8-16,1 3-3 16,4 3 2-16,1 0-6 15,2-1-18-15,0-4 8 16,3-4-14-16,6-1-36 15,0-2 19-15,3-5-4 16,-1 0-7-16,1 0 48 16,-1-9 19-16,0-3 4 15,-5-2-3-15,-1 0 6 16,-3 1 3-16,-2 0 8 16,0 2 7-16,-4 1-8 15,-5 4 14-15,-2 2 15 0,1 1-46 16,0 3-1-16,2 0-39 15,2 0 15-15,-1 7-124 16,7 9-122-16,0-2-279 16,0-4-352-16</inkml:trace>
  <inkml:trace contextRef="#ctx0" brushRef="#br0" timeOffset="63457.17">3200 7915 461 0,'0'0'247'16,"0"0"-154"-16,0 0-26 15,0 0 28-15,0 0 28 16,0 0-36-16,0 0-25 15,3 12 47-15,4-6-31 16,5 1-52-16,-1-1 53 16,1-3-31-16,1-2 4 15,-1-1 14-15,6 0-27 16,-3-3-10-16,-2-8-16 0,2-3-12 16,-2-2 2-16,-5 0-3 15,1 0-1-15,-6-1-9 16,-3 1 8-16,0 1 2 15,0 0 2-15,0 3 9 16,-3 1 16 0,-3 1-10-16,-2 4 59 0,1 5 24 15,3 1-11-15,1 0-39 16,1 0-50-16,1 0 22 16,-1 0-17-16,-1 10-5 15,0 8-1-15,-3 9 0 16,-1 7 1-16,1 9 10 15,0 7-10-15,-2 16 0 0,-2 20 0 16,1 15 0-16,3-8 0 16,0-20-1-16,3-24 1 15,3-18 0-15,-2 5-1 16,2 0 0-16,0 5-1 16,0-6 2-16,-1-3-1 15,1-7-88-15,-2-4-31 16,-3-6-149-16,0-5-294 15,-1-4-93-15</inkml:trace>
  <inkml:trace contextRef="#ctx0" brushRef="#br0" timeOffset="63706.18">3097 8410 859 0,'0'0'187'16,"0"0"2"-16,0 0-58 15,0 0-30-15,0 0-30 16,0 0-1-16,46-81-17 16,-22 58-15-16,7-6-3 15,1-3-28-15,2-3-1 16,3-7-3-16,5-1-3 16,10-19-136-16,-9 10-270 15,-7 6-474-15</inkml:trace>
  <inkml:trace contextRef="#ctx0" brushRef="#br0" timeOffset="63939.97">3604 7579 1189 0,'0'0'265'15,"0"0"-191"-15,0 0-42 16,0 0-7-16,0 0-8 16,0 0 17-16,0 0 5 15,-33 92 2-15,24-53-9 16,-1 3-14-16,1 1-7 16,3-2-11-16,3-2-7 15,3 9-31-15,0-11-176 16,0-8-433-16</inkml:trace>
  <inkml:trace contextRef="#ctx0" brushRef="#br0" timeOffset="64656.56">3673 8235 64 0,'0'0'356'0,"0"0"-67"16,0 0-18-16,0 0-100 15,0 0-6-15,0 0-91 16,0 0-70-16,-9-31-4 16,18 15-5-16,1 1 5 15,1 3 14-15,-4 4 2 16,-1 2 5-16,1 5 8 15,-2 1 1-15,-2 0 30 16,0 1-12-16,0 9-10 16,0 7 11-16,0 7 12 15,-3 6-6-15,0 4 2 16,0 4-27-16,0 1-11 16,-3-3 0-16,0-5-18 15,0-7 0-15,0-9 4 16,3-5-5-16,0-6-1 0,0-4-68 15,9 0-83-15,7-11 66 16,2-12-63-16,6-7-79 16,0-6-113-16,1-1 124 15,-2 0 210-15,-1-2 7 16,-3 6 85-16,-5 3 20 16,-1 7 83-16,-7 9 64 15,-3 7-76-15,-3 6 1 16,0 1 0-16,0 0-73 15,0 0-45-15,-1 1-4 16,-5 5 1-16,-1 3-34 16,-1 5-22-16,2 6 0 0,0 7 0 15,1 3 0-15,5 2-9 16,0 1 8-16,0-2-11 16,2-3 12-16,10-2-9 15,4-7-15-15,2-5 14 16,8-7-93-16,5-5-14 15,3-2 21-15,20-20-69 16,-9-2-175-16,-2-4-580 0</inkml:trace>
  <inkml:trace contextRef="#ctx0" brushRef="#br0" timeOffset="64939.87">4435 7829 1324 0,'0'0'168'0,"0"0"-79"16,0 0 7-16,0 0-35 16,0 0-3-16,0 0 2 15,0 0-10-15,-75 74-21 16,67-42 1-16,2 1 9 15,3 4-7-15,1 3-2 16,2-1-16-16,0-2-13 16,5-2 8-16,5-4-9 15,5-4-21-15,4-6-7 0,2-6-74 16,5-5-11 0,13-10-40-16,-8 0-90 0,-1-10-386 15</inkml:trace>
  <inkml:trace contextRef="#ctx0" brushRef="#br0" timeOffset="65372.24">4738 8147 1265 0,'0'0'151'0,"0"0"-144"16,0 0-7-16,0 0 22 0,0 0 49 15,0 0-30 1,0 0-34-16,24-63 5 0,-14 40-12 16,1 0 0-16,-1-3-12 15,-1 2 12-15,-1 1 13 16,-1 4 4-16,-1 3 47 16,-2 6 11-16,-2 6-37 15,-2 3-9-15,0 1-4 16,0 0-12-16,0 0 10 15,0 5-4-15,3 7 28 16,-3 6 10-16,0 4-16 16,0 5-9-16,0 7 5 15,0 4-7-15,0 5-2 16,0 0-15-16,-3 0-13 16,1-3 17-16,-1-4-17 0,3-6 0 15,0-8-8-15,0-8-11 16,0-4-63-16,0-6-87 15,5-4-22-15,12-5-79 16,-3-11-287-16,-2-2-137 0</inkml:trace>
  <inkml:trace contextRef="#ctx0" brushRef="#br0" timeOffset="65634.28">5075 8122 591 0,'0'0'227'0,"0"0"-158"16,0 0 68-16,0 0 41 16,0 0-24-16,0 0-9 15,0 0-7-15,11 75-31 16,-11-46 4-16,-3 4-50 16,-8 1-28-16,4-2-23 15,1-2-3-15,6-6-7 16,0-7-9-16,0-5-86 15,10-12-133 1,8 0-379-16,-2-4-337 0</inkml:trace>
  <inkml:trace contextRef="#ctx0" brushRef="#br0" timeOffset="66063.62">5451 7900 1066 0,'0'0'403'0,"0"0"-403"15,0 0 0-15,0 0 15 16,0 0 86-16,0 0 73 16,0 0-29-16,-64-17-78 15,64 15-67-15,0-2-28 16,12-2 28-16,1 2 15 15,2 0-15-15,3 2 0 16,-3 2-1-16,0 0 1 16,-3 0 0-16,1 7 0 0,-4 4 0 15,-1 3 13-15,-4 3 5 16,-2 5 25-16,-2 3 4 16,-2 4 8-16,-10 3-9 15,-4 0-23-15,-2 0 8 16,3 0 5-16,3-4-24 15,3-3-5-15,2-2-7 16,7-3-10-16,0-5 3 16,0-2-20-16,7-4 11 15,7-3 8-15,5-3-12 16,4-3-17-16,5 0-24 16,3-14 1-16,4-6-52 15,14-16-103-15,-9 3-179 0,-7 2-462 16</inkml:trace>
  <inkml:trace contextRef="#ctx0" brushRef="#br0" timeOffset="66334.35">5806 7803 1377 0,'0'0'251'0,"0"0"-209"16,0 0-24-16,0 0-18 0,0 0 9 15,0 0-2 1,0 0 44-16,33 26-12 0,-21-6 4 16,3 3-7-1,1 5 7-15,-2 2-23 0,2 4 19 16,-5 3-6-16,-3 4 9 16,-6 2-24-16,-2 5-1 15,-2 5-17-15,-14-1 0 16,-17 21-6-16,2-12-206 15,-2-11-141-15</inkml:trace>
  <inkml:trace contextRef="#ctx0" brushRef="#br0" timeOffset="68245.84">3407 9271 872 0,'0'0'194'16,"0"0"-18"-16,0 0-2 15,0 0-25-15,0 0-33 16,0 0 32-16,0 0-46 15,-3-13-27-15,3 13-39 16,0 0 1-16,0 0-18 0,0 0-19 16,0 0-7-16,0 0 5 15,0 0-26-15,0 9 18 16,0 6 10-16,9 7 1 16,3 8 11-16,4 7-12 15,1 2 0-15,5 7 1 16,-1 3 0-16,6 4 5 15,-1 1-6-15,0-2 0 16,1-4 6-16,0-4-6 16,-2-6-2-16,-1-8-17 15,-4-6-35-15,-4-6-44 16,-1-6-69-16,0-8-195 16,-6-4-208-16,-2 0 46 0</inkml:trace>
  <inkml:trace contextRef="#ctx0" brushRef="#br0" timeOffset="68570.33">3697 9311 1005 0,'0'0'156'0,"0"0"-147"0,0 0 22 16,0 0 69-16,0 0 6 16,0 0 13-16,0 0 1 15,-8-15-27-15,5 15 18 16,0 0-4-16,-4 0-34 16,2 4-13-16,-4 5-26 15,-5 6-16-15,-6 8-17 16,-1 9 5-16,-6 7-5 15,-1 6 25-15,0 1-24 16,-5 3 5-16,3 1-6 16,-3-2 7-16,0-3-8 15,5-4-4-15,5-6-37 16,6-6-18-16,6-10-120 16,11-3-141-16,0-8-66 15,0-3-428-15</inkml:trace>
  <inkml:trace contextRef="#ctx0" brushRef="#br0" timeOffset="69719.75">3889 9651 333 0,'0'0'329'0,"0"0"-128"15,0 0 20-15,0 0 11 16,0 0-45-16,0 0 12 15,0 0-54-15,-3-4-56 16,3 4-43-16,0 0-46 16,0 0-6-16,0 0-6 15,0 0-14-15,5 0 25 16,6 3-8-16,3 1 9 16,2 1 2-16,1-4-1 15,2-1-1-15,2 0 4 16,-3-3 2-16,0-7-6 15,-3-2 0-15,-2-1 0 16,-7 1 8-16,-3 0-7 16,-3 1 0-16,0-1 13 15,-3 0 4-15,-13 0 13 0,2 1-10 16,-5 3 3 0,2 2 11-16,1 4 21 0,1 2 13 15,5 0-21-15,1 0-35 16,1 0-4-16,1 0-9 15,-2 5-7-15,0 6 1 16,3 3 0-16,-3 5 4 16,3 2 2-16,2 3 1 15,2 2 0-15,2 3-1 16,0-1 1-16,3 0-2 16,10-1-5-16,1-3 6 15,7-3 0-15,0-4-4 16,6-6-46-16,-2-4 5 15,6-5-30-15,-2-2 34 16,-1-4-20-16,3-15-11 0,-1-6 9 16,0-5-34-16,1-4-45 15,-1-2 31-15,-3-3-4 16,0 0-44-16,-6-5-32 16,-2 0-4-16,-5-6-111 15,-4 1 42-15,-4 0 121 16,-3 6 143-16,-3 4 29 15,0 12 163-15,0 7 99 16,0 7-14-16,0 9 43 16,0 2-41-16,-3 2-90 15,0 0-78-15,3 0-32 16,-2 0-15-16,2 7-43 16,-1 6-20-16,1 8 9 0,-2 9 12 15,2 7 16 1,0 5-15-16,0 6 1 0,0 1 7 15,0 4-15-15,0-1 14 16,0 0-8-16,0-1-9 16,0-5-6-16,5-5-7 15,1-7 1-15,3-7-2 16,0-7-6-16,-3-7-17 16,0-5-53-16,-2-5-53 15,-1-3-63-15,-3 0 32 0,0-9 4 16,0-3-105-16</inkml:trace>
  <inkml:trace contextRef="#ctx0" brushRef="#br0" timeOffset="69928.95">4225 9587 1292 0,'0'0'146'0,"0"0"-146"16,0 0 0-16,0 0 2 15,0 0 22-15,0 0 10 16,80-19 2-16,-56 16-10 16,6-1-19-16,1-3-7 15,2-4 0-15,9-11-67 16,-5 0-213-16,-10 2-620 0</inkml:trace>
  <inkml:trace contextRef="#ctx0" brushRef="#br0" timeOffset="70227.53">4120 9059 1540 0,'0'0'230'16,"0"0"-223"-16,0 0-4 0,0 0 15 15,0 0 18-15,0 0 39 16,0 0-38 0,-4-3-30-16,-2 20 21 0,0 10 3 15,-6 8 24-15,0 9-24 16,-1 1-13-16,-5 2-1 16,6-2-17-16,3-4-7 15,3-6-47-15,6-1-119 16,0-10-150-16,4-10-563 0</inkml:trace>
  <inkml:trace contextRef="#ctx0" brushRef="#br0" timeOffset="71402.06">5266 9375 880 0,'0'0'177'0,"0"0"-150"16,0 0 11-16,0 0 72 16,0 0 51-16,0 0-25 15,0 0-5-15,2 0-48 16,-2-3-8-16,0-2-46 16,-3-2-10-16,-5-2 0 15,-5 2 5-15,-1 2 5 16,-5-1 24-16,2 3-31 15,-3 3 39-15,-1 0-21 16,-2 3-24-16,1 11-3 16,-3 7-13-16,1 4 0 15,6 7 10-15,0 1-10 0,6 4-1 16,2 1 0-16,4 2 1 16,4-5 0-16,2-1-4 15,0-7-11-15,11-6 15 16,5-7-12-16,5-8 11 15,0-6-26-15,6-3 14 16,-2-17 11-16,3-7-11 16,-2-5-4-16,-3-2 3 15,-6 1-15-15,-2 1 22 16,-6 4 7-16,-3 5 10 16,-3 6 22-16,-3 7 15 15,0 6 14-15,0 4-7 0,0 0-29 16,0 0-7-16,0 0-18 15,0 0-14-15,0 7 8 16,0 8-5-16,0 10 11 16,0 10 17-16,0 10-9 15,0 18-2-15,-6 18-5 16,-2 15 0-16,-3-7 17 16,0-18-17-16,5-24 0 15,-2-15 17-15,-2 1-11 16,0 0 3-16,-5 1-9 15,0-8 6-15,-1-7 7 16,-1-5-14-16,2-8 0 16,0-6 16-16,-1 0-16 15,5-9-26-15,-2-11-16 16,1-7 22-16,3-6 19 0,4-9-16 16,5-4 7-16,0-5 8 15,11 1-15-15,14 0 16 16,7 1-8-16,8 0-14 15,6-3-85-15,5 1-16 16,1 1-49-16,0 1-9 16,14-15-123-16,-11 13-300 15,-13 8 63-15</inkml:trace>
  <inkml:trace contextRef="#ctx0" brushRef="#br0" timeOffset="71672.78">5677 9194 1122 0,'0'0'373'0,"0"0"-250"16,0 0-16-16,0 0 40 16,0 0-75-16,0 0 9 15,0 0-15-15,-77 0-15 16,63 13-35-16,0 5-7 16,3 8 0-16,0 4-3 15,2 6 10-15,1 4-5 16,5 2 0-16,3 1 4 15,0-3-15-15,3 0-6 16,12-6 6-16,6-5-6 16,3-3-27-16,4-8-14 15,3-5-22-15,4-8-96 0,-1-5-23 16,16-8-18 0,-12-10-386-16,-2-3 7 0</inkml:trace>
  <inkml:trace contextRef="#ctx0" brushRef="#br0" timeOffset="72255.72">5878 9360 537 0,'0'0'782'0,"0"0"-665"15,0 0 26-15,0 0-55 16,0 0-41-16,-81-40-9 16,80 37 9-16,1 0-47 15,0 2-5-15,3 1 5 16,13 0 5-16,2 0-4 0,3 3 0 15,3 8 11-15,-6 5-2 16,3 4 8-16,-7 5 7 16,-6 7 33-16,-2 5 21 15,-6 5-11-15,0 2-12 16,0-2-26-16,-12-3-3 16,0-9 4-16,3-5-3 15,5-11-21-15,-1-6-7 16,5-5-10-16,0-3-12 15,0 0-30-15,11-10-29 16,5-8 80-16,2-8-11 16,3-5-22-16,-3-5 4 15,1-4-7-15,-3 3 37 16,-5 5 1-16,-5 7 26 16,0 9 35-16,-4 8-6 0,-2 6 3 15,0 2 2-15,0 0-36 16,0 0 10-16,0 0-2 15,0 10-12-15,0 4-3 16,0 7-18-16,-5 7 0 16,5 4-4-16,0-2 4 15,0 0-1-15,3-3-9 16,10-5-2-16,2-5 12 16,5-4-17-16,2-6 5 15,2-7 11-15,6 0-40 16,1-8-11-16,6-14-29 0,-1-5-7 15,-2-7-57 1,7-20-100-16,-11 9-315 0,-8 3-315 16</inkml:trace>
  <inkml:trace contextRef="#ctx0" brushRef="#br0" timeOffset="72495.5">6385 9171 1220 0,'0'0'337'16,"0"0"-267"-16,0 0-70 15,0 0-33-15,0 0 33 16,0 0 32-16,0 0 38 16,79 33-8-16,-49-14-8 15,1 2-26-15,-1 3 9 16,-6 4-9-16,-6 6-17 0,-8 5 7 16,-7 7 39-16,-3 3 10 15,-3 2-15 1,-13-2-30-16,-2-3-10 0,2-7-8 15,-2-4-4-15,3-1-96 16,2-10-205-16,5-10-343 0</inkml:trace>
  <inkml:trace contextRef="#ctx0" brushRef="#br0" timeOffset="72977.92">7055 9408 1190 0,'0'0'232'0,"0"0"-140"15,0 0-31-15,0 0 1 16,0 0 10-16,0 0-2 16,99-9-22-16,-70 5-13 15,4 1-19-15,2 0 8 16,0 2-24-16,-1 1-17 15,-1 0-62-15,0 2-81 16,-8 7-170-16,-11 0-635 0</inkml:trace>
  <inkml:trace contextRef="#ctx0" brushRef="#br0" timeOffset="73227.95">7049 9637 1517 0,'0'0'271'0,"0"0"-198"16,0 0-73-16,0 0 0 16,0 0 12-16,0 0 36 15,0 0-4-15,67 0-13 16,-37 2-7-16,3 1-7 16,3-1-17-16,1 3 1 15,5 0-7-15,1 0-32 16,23-3-72-16,-13-2-163 0,-2 0-870 15</inkml:trace>
  <inkml:trace contextRef="#ctx0" brushRef="#br0" timeOffset="74478.39">8011 9225 512 0,'0'0'226'16,"0"0"-136"-16,0 0 27 0,0 0 38 16,0 0-6-1,0 0-68-15,0 0-52 0,5-1-9 16,5 1 18-1,2 0-12-15,4 0-1 0,1 0 20 16,4 0 11-16,0-4-37 16,6-10-6-16,-5-3-13 15,2-3-49-15,-6 0-14 16,-3 0-2-16,-6 2 11 16,-2-1 7-16,-3 2 47 15,-1 0 20-15,-3-1 0 16,0 4 47-16,0 1 13 15,0 1 3-15,-7 1-12 16,0 1-20-16,-1 3 2 16,2 3 17-16,0 1-13 15,-1 3 7-15,5 0 2 16,-1 0-23-16,2 0-23 0,-1 0-19 16,2 0-1-1,-1 0 23-15,-1 3-23 0,-2 7-1 16,-2 5-6-16,-1 8 7 15,-1 6 10-15,-1 4-10 16,4 3 0-16,1 6 19 16,0 2-18-16,1 6 10 15,1 3-5-15,1 6 13 16,1 3-3-16,0 2-14 16,0 3 0-16,-2 12 20 15,1 8-20-15,-1-6 6 16,-1-10-6-16,2-14 8 0,-1-13 4 15,-1 1-14 1,2 2 0-16,-4-9-1 16,5-7 1-16,-4-7-1 0,4-9-6 15,0-4-18-15,-3-5-26 16,3-5-47-16,0-1-44 16,-3 0-158-16,0-8-222 15,-2-6-547-15</inkml:trace>
  <inkml:trace contextRef="#ctx0" brushRef="#br0" timeOffset="74695.92">7935 9715 1114 0,'0'0'191'0,"0"0"-92"16,0 0-35-16,0 0 1 16,0 0 5-16,0 0-22 15,0 0 16-15,73-98-30 16,-41 66-12-16,2 0 5 16,-1-2-25-16,0 1-2 15,-2 4-132-15,9-5-87 16,-7 10-327-16,-6 4-20 0</inkml:trace>
  <inkml:trace contextRef="#ctx0" brushRef="#br0" timeOffset="74993.92">8524 9036 150 0,'0'0'0'0</inkml:trace>
  <inkml:trace contextRef="#ctx0" brushRef="#br0" timeOffset="75335.7">8524 9036 212 0,'26'-28'374'0,"-26"28"-87"15,0 0 8-15,0 0-92 0,0 0-30 16,-2 0-48 0,-2 0-24-16,-2 3-59 0,0 1-8 15,-3 3-7-15,-3 3 13 16,0 6-12-16,-4 5 0 16,1 6-9-16,-1 4 16 15,-1 4-13-15,2 3-2 16,3 3-5-16,3 4-3 15,3 0 4-15,6 2-16 16,0 0 1-16,6-3 3 16,11-2-4-16,5-7-6 15,5-4-32-15,4-6-56 16,5-6-25-16,21-8 7 16,-8-6-137-16,-4-5-442 0</inkml:trace>
  <inkml:trace contextRef="#ctx0" brushRef="#br0" timeOffset="76641.42">8939 9323 354 0,'0'0'618'16,"0"0"-534"-16,0 0-58 15,0 0-3-15,0 0 41 0,0 0 75 16,0 0-22 0,-51 35-44-16,44-35 17 0,1 0-23 15,0 0-12-15,0-5 18 16,0-5-23-16,-1-3-16 15,4-1-15-15,-3 0-8 16,3-3 20-16,0 0-30 16,1 0 19-16,2 0-13 15,0 1-7-15,0 2 0 16,6 4-12-16,2 4 0 16,2 0 11-16,4 5-5 15,-2-1 5-15,1 2-12 0,1 0 6 16,0 0 1-1,0 9-6-15,-4 2 7 0,1 5 5 16,-7 7 2-16,-4 7 28 16,0 5-2-16,-4 6-1 15,-11 4 17-15,-2 1-17 16,-3-2 0-16,0-2 5 16,2-6-11-16,-1-3-2 15,8-8-10-15,1-4-8 16,3-7 8-16,4-4-9 15,1-6-12-15,2-4-3 16,0 0-88-16,5-1-104 16,8-13 67-16,14-20-19 15,-5 3-348-15,2 0-186 0</inkml:trace>
  <inkml:trace contextRef="#ctx0" brushRef="#br0" timeOffset="77045.63">9117 9213 935 0,'0'0'173'0,"0"0"-34"16,0 0 22-16,0 0 9 15,0 0 2-15,0 0-51 16,0 0-46-16,-44-3-40 16,33 3 4-16,2 0-8 15,-2 7 0-15,-1 0 9 16,2 3-15-16,-1 3 0 15,0 3-7-15,0 0-5 0,5 4 6 16,-1 4-14 0,4 3-4-16,3 1 0 0,0 3 0 15,1 2-2-15,12-4 2 16,3-1-4-16,4-3 3 16,4-5-47-16,4-4-21 15,2-6-15-15,3-6-25 16,3-3-6-16,15-1-97 15,-8-7-67-15,-6-3-642 0</inkml:trace>
  <inkml:trace contextRef="#ctx0" brushRef="#br0" timeOffset="78338.87">5572 8431 33 0,'0'0'295'15,"0"0"-193"-15,0 0-14 16,0 0 32-16,0 0 36 15,0 0 66-15,0 0-42 16,-46 4-50-16,40-4-40 16,1 0 9-16,-1 0-37 0,3 0-18 15,2 0 8 1,1 0-20-16,0 0-18 0,0 0-14 16,0 0-23-16,0 0-34 15,7 2 31-15,4 0 26 16,2 3 8-16,-1-2 8 15,0-1-16-15,-5-2-11 16,-2 2-7-16,-2-2 5 16,0 0 6-16,0 0-25 15,-3 0-22-15,0 0 54 16,0 0 3-16,0 0 25 16,0-3-22-16,-9-1-6 15,-3-1 0-15,-3 3 9 16,-4 2 18-16,5 0 2 15,1 0-10-15,1 0-3 0,3 0-15 16,6 0 15-16,3 0-15 16,0 0 0-16,0 0-1 15,0 0 0-15,0 0-15 16,0 0-9-16,0 0 19 16,3 0 5-16,6 1 8 15,0 3-2-15,4 3-5 16,1 1-1-16,16 0-87 15,-8-1-193-15,2-3-501 0</inkml:trace>
  <inkml:trace contextRef="#ctx0" brushRef="#br0" timeOffset="79533.25">9651 9594 1202 0,'0'0'187'0,"0"0"-126"0,0 0 35 16,0 0 26-16,0 0 8 15,0 0-28-15,0 0-53 16,0 0-23-16,0 0-7 16,0 0-19-16,0 1 1 15,0 4-1-15,0 2 0 16,0 4 24-16,0 4 0 15,-1 2 10-15,-1 2-6 16,-1 1-22-16,0-3-5 16,0-2-1-16,0-3-1 15,3-2-82-15,0-6-54 16,0-4-95-16,9 0-557 0,0-9 156 16</inkml:trace>
  <inkml:trace contextRef="#ctx0" brushRef="#br0" timeOffset="80375.73">10058 9197 116 0,'0'0'660'0,"0"0"-515"16,0 0-6-16,0 0-21 15,0 0 23-15,0 0-28 16,0 0-25-16,-22 30-8 16,19-27-29-16,0 0-14 15,-2-1 12-15,-2 3-9 16,-2-1-1-16,1 0-2 15,-2-1 1-15,0 0 6 16,-1-3-6-16,-2 0-3 16,4 0 6-16,1 0-13 15,1-7-12-15,1-6-11 16,3-1-5-16,3-3-28 16,0 0-25-16,0 0 52 15,2 3 1-15,9 1-6 16,0 2 5-16,1 4 0 0,1 2 0 15,-1 3 0-15,3 0-15 16,-1 2-2-16,-1 0 17 16,-1 4-18-16,-2 6 10 15,-1 6 9-15,-4 3 12 16,-5 5 24-16,0 6-7 16,0 5 3-16,-14 2 9 15,-2 3-20-15,-5-2 5 16,-1-3 1-16,-4 0 5 15,1-6 11-15,-2-4-15 16,5-3-7-16,1-7 7 16,9-5-15-16,1-5-4 15,3-2-8-15,3-3 8 0,4 0-6 16,1 0-3-16,0 0-23 16,0 0 9-16,0 0-57 15,1-3 50-15,9-1 8 16,2 1 13-16,2 1-1 15,8-1 1-15,-1 0 0 16,3 3 0-16,-3 0 0 16,7 0 0-16,1 0-2 15,0 0 2-15,1 6 2 16,2 1-2-16,-4 0-1 16,-1 0 0-16,-4-3-14 15,-4-3-34-15,-5-1-45 16,-2 0-90-16,-4-3-46 15,-5-15-76-15,3 2-342 16</inkml:trace>
  <inkml:trace contextRef="#ctx0" brushRef="#br0" timeOffset="80723.95">10330 8939 474 0,'0'0'939'0,"0"0"-826"0,0 0-103 16,0 0-10-16,0 0-3 15,0 0 3-15,0 0 54 16,22 18-13-16,-14-5-1 15,5 3 0-15,-1 2 11 16,6 3 13-16,-3 3-26 16,7 5 6-16,-3 3 2 15,-2 5-17-15,-1 5-4 16,-7 4-10-16,-6 5 11 16,-3 6-4-16,-3 2-8 15,-19 2-3-15,-6-2 12 0,-7-4-23 16,-5-3 0-1,-20 8-59-15,8-14-295 0,6-11-793 16</inkml:trace>
  <inkml:trace contextRef="#ctx0" brushRef="#br0" timeOffset="81417.81">11025 9292 1015 0,'0'0'276'0,"0"0"-167"16,0 0 9-16,0 0-5 0,0 0-34 16,0 0-24-1,0 0-24-15,21 0-2 16,-6 1-4-16,6 2 3 16,2 0 1-16,3-2-11 0,4 1-1 15,1-1-9-15,5-1 0 16,-3 0-8-16,-2 0 0 15,-3 0-82-15,-8 1-8 16,-5 4-103-16,-11 7-102 16,-4 1-65-16,0-1-251 15</inkml:trace>
  <inkml:trace contextRef="#ctx0" brushRef="#br0" timeOffset="81634.84">10985 9565 1211 0,'0'0'261'0,"0"0"-212"16,0 0 19-16,0 0 7 15,0 0-8-15,0 0-9 16,92 0-18-16,-64 0-5 16,4 0-15-16,-1 0-7 15,0 0-13-15,-1 5 0 16,8 5-102-16,-10-2-210 15,-7-2-935-15</inkml:trace>
  <inkml:trace contextRef="#ctx0" brushRef="#br0" timeOffset="86385.5">11877 9468 677 0,'0'0'44'0,"0"0"-44"16,0 0 0-16,0 0 30 15,0 0 15-15,0 0-45 16,-43-39-40-16,47 19-59 16,11-10 29-16,-3 4-83 15,-2 3-173-15</inkml:trace>
  <inkml:trace contextRef="#ctx0" brushRef="#br0" timeOffset="87204.6">12046 9125 871 0,'0'0'102'0,"0"0"-80"16,0 0 10-16,0 0 50 16,0 0 34-16,0 0-25 15,0 0-47-15,0-1-14 16,0 9 60-16,0 4-23 15,-3 2-9-15,-4 2 22 16,0-2-39-16,-2-1-4 16,2-3-5-16,-1-1 0 15,2-4-4-15,-4 0-15 16,7-4-4-16,-3-1 19 16,1 0-20-16,1 0 3 15,-1-3-4-15,0-8 12 16,2-3 6-16,1-3 4 0,2-3-27 15,0-2-2-15,3-4-3 16,13 2-7-16,1 2 2 16,5 2 8-16,0 3-1 15,1 6-8-15,-4 4 9 16,1 4-8-16,-5 3 8 16,-2 0-14-16,-2 5-4 15,-5 9-3-15,-3 6 21 16,-3 6 5-16,0 3 12 15,-5 7 23-15,-9 1-11 16,-6 0 8-16,-4 2-11 16,-3-3 8-16,1-2 9 15,-2-1-33-15,1-7 0 0,4-3 14 16,2-6-23-16,6-4 9 16,0-5-10-16,9-4 2 15,3-4 16-15,3 0-18 16,0 0-8-16,0-9-7 15,0-8-47-15,0-5 27 16,4-2 8-16,7 3 27 16,-2 3-1-16,0 5-9 15,2 5 10-15,0 2-6 16,3 3 5-16,2 3 1 16,-1 0-10-16,4 1 10 15,0 11-1-15,-2 5-13 16,1 4 12-16,-2 4 2 0,-1 1 1 15,-1 1 8 1,0-3-9-16,-1-5 1 0,1 0 5 16,0-6-6-16,-2-3-6 15,4-5 6-15,1-2-23 16,1-3-54-16,2 0-8 16,15-10-61-16,-7-6-98 15,2-2-440-15</inkml:trace>
  <inkml:trace contextRef="#ctx0" brushRef="#br0" timeOffset="87866.43">12494 9070 352 0,'0'0'640'0,"0"0"-504"15,0 0 47-15,0 0-59 16,0 0-4-16,0 0-22 16,0 0-40-16,-62-31-52 15,69 30 7-15,7-1 5 16,7 2-18-16,4 0 0 16,0 0 12-16,-2 0-12 15,-1 4 0-15,-4 6 1 0,-6 5 8 16,-4 3 8-1,-5 6 28-15,-3 6-4 0,0 5 28 16,-9 1-29 0,-7 3-9-16,-3-3-8 0,0-3 2 15,4-6-5-15,3-6-14 16,3-7-6-16,6-7 5 16,2-4-5-16,1-3-14 15,0 0-22-15,7 0-24 16,9-12 6-16,5-6 10 15,3-6 24-15,2-7 19 16,-1-4-6-16,-3-2 6 16,-5-1 0-16,-3 4 1 15,-4 6 9-15,-4 8-9 16,-3 8 35-16,-2 6 38 0,-1 5-24 16,0 1-15-1,0 0-10-15,0 0-14 0,0 0-10 16,0 2-1-16,0 10 1 15,-1 1 28-15,-1 7-19 16,1 5 7-16,1 3-16 16,0 4 8-16,0 1 9 15,0 2-17-15,10-3 0 16,2-2-1-16,3-3 0 16,4-5 0-16,3-5-18 15,4-5 19-15,-2-8 0 16,6-4-16-16,1 0-35 15,2-14-64-15,1-10-59 16,3-20-20-16,-7 6-638 16,-10 1 71-16</inkml:trace>
  <inkml:trace contextRef="#ctx0" brushRef="#br0" timeOffset="88395.62">12926 8725 896 0,'0'0'171'0,"0"0"65"0,0 0-75 16,0 0-45-16,0 0-29 16,0 0 4-16,0 0-9 15,-17-53-52-15,28 48-24 16,2-1-6-16,2 1 1 15,5 0 0-15,-3 5-1 16,0 0-5-16,-1 0-3 16,-5 12 8-16,-4 4-14 15,-5 6 14-15,-2 3 33 16,-2 3 11-16,-11 0-10 16,-7 1-14-16,2-5 23 15,-1-3-23-15,1-6 4 16,6-3-8-16,3-4-3 15,5-5-3-15,4-2-10 16,0-1-31-16,0 0 6 0,7 0-14 16,8 0 39-1,3 0 0-15,7 0 9 0,-2 0-2 16,1 0-7-16,-5 5 0 16,-2 2 5-16,-4 1-5 15,-6 5-15-15,-5 2-1 16,-2 4 16-16,-2 2 20 15,-14 3-5-15,-5-2-15 16,-1 1-7-16,-11-5-115 16,6-3-184-16,2-10-681 0</inkml:trace>
  <inkml:trace contextRef="#ctx0" brushRef="#br0" timeOffset="92528.61">13588 9223 656 0,'0'0'153'16,"0"0"52"-16,0 0-59 15,0 0 51-15,0 0-72 16,0 0-10-16,-36-19-13 16,33 16-24-16,0 2 4 15,2 1-10-15,1-1-25 16,0 1-15-16,0 0-15 16,0-2-8-16,0 2-9 15,0 0-26-15,4 0 26 16,7 0 21-16,4 0-20 15,3 4 1-15,6 1-2 16,1 0 6-16,3-1-6 0,2-1 0 16,1 0-9-16,1-1-24 15,-3-1-139-15,6 2-41 16,-8 0-111-16,-9-2-317 16</inkml:trace>
  <inkml:trace contextRef="#ctx0" brushRef="#br0" timeOffset="93074.86">14206 8950 1064 0,'0'0'202'0,"0"0"-44"16,0 0-51-16,0 0 4 16,0 0-15-16,0 0-39 15,0 0-13-15,-2 3-3 16,-4 7-19-16,-3 7 7 16,-4 4-19-16,-2 4 5 15,-3 5 10-15,0 0-6 16,-3-1 10-16,4 0-16 15,0-4 2-15,4-1 5 0,4-6-18 16,3-1-2 0,4-4 0-16,2-1 0 0,0-4-1 15,0 0-18-15,11 1 14 16,3-2 5-16,5-3 11 16,3-1-2-16,3-2-7 15,5-1 4-15,-2 0 9 16,2-1-15-16,-2-6 1 15,-3 0 13-15,-2 1-14 16,-3-1-1-16,-4 3-8 16,-3 0-27-16,-3 0-62 15,-3-1-8-15,-2 1-15 16,0-2-7-16,-5-7-96 16,2 2-377-16,-2 1 36 0</inkml:trace>
  <inkml:trace contextRef="#ctx0" brushRef="#br0" timeOffset="93354.17">14379 9028 1088 0,'0'0'185'0,"0"0"3"16,0 0-20-16,0 0-56 16,0 0-33-16,0 0-22 15,0 0-29-15,-5 7-27 16,2 10 9-16,-2 7 35 15,0 7-11-15,-2 3-2 16,-3 4-6-16,0 4 5 16,1 2 3-16,0 0-16 0,0 1-17 15,2-3 23 1,1-3-24-16,1-7 0 0,4-7 1 16,-1-8-2-16,2-5 1 15,0-7-28-15,0-5-51 16,5 0-104-16,13-11-139 15,-3-9-204-15,-1-4-284 0</inkml:trace>
  <inkml:trace contextRef="#ctx0" brushRef="#br0" timeOffset="94041.16">14604 8979 700 0,'0'0'177'15,"0"0"32"-15,0 0 5 16,0 0-54-16,0 0-26 16,0 0-24-16,0 0-70 15,-49-35 4-15,59 31-27 16,6 0-17-16,3 1 0 15,3 3 0-15,-2 0 0 16,0 0-1-16,-2 9-3 16,-3 6 4-16,-3 5 6 15,-3 6 4-15,-4 3 45 0,-5 7 4 16,0 0-21-16,0 2 8 16,-10-1-26-16,-1-3 2 15,0-4-2-15,2-6 0 16,2-6-4-16,2-7-16 15,2-4 0-15,3-6-1 16,0-1-12-16,0 0-15 16,11-7-35-16,4-11 41 15,5-7 6-15,2-8-44 16,1-3-14-16,0-4 44 16,-3-1-8-16,-3 3 13 15,-5 3 10-15,0 5 15 16,-6 11 19-16,-5 6 18 0,1 8 21 15,-2 4 56-15,0 1-42 16,0 0-21-16,0 0-23 16,-2 0 21-16,-2 7-22 15,-2 6-16-15,-3 7-11 16,0 3 17-16,2 6-16 16,0 2-1-16,4 1 0 15,2 1 9-15,1-1-9 16,0-2 0-16,7-3-13 15,7-4 13-15,5-7-15 16,4-3 5-16,5-6 1 16,3-4 8-16,5-3-29 15,5-8-54-15,14-22-66 16,-9-1-64-16,-6-1-638 0</inkml:trace>
  <inkml:trace contextRef="#ctx0" brushRef="#br0" timeOffset="94468.23">14992 8613 975 0,'0'0'169'0,"0"0"24"16,0 0-128-16,0 0-1 15,0 0-28-15,0 0-20 16,0 0-3-16,54-13 12 16,-36 13-19-16,1 0 8 15,-4 6 12-15,-2 2 2 16,-5 1 19-16,-4 1-11 16,-2 3 21-16,-2 4 31 15,0 1 1-15,-5 3-26 16,-8 3-9-16,-3-1-24 15,-1-1-4-15,2-2-7 16,3-2 5-16,2-3-9 16,8-3-15-16,2-2-17 15,0-2-2-15,17-1 12 16,5-2 7-16,11-5 0 0,6 0-36 16,7-3-57-1,33-20-109-15,-12 2-14 0,-7 0-944 0</inkml:trace>
  <inkml:trace contextRef="#ctx0" brushRef="#br0" timeOffset="98552.29">15740 9176 603 0,'0'0'241'0,"0"0"-7"16,0 0 6-16,0 0-47 15,0 0-41-15,0 0-28 16,-11-22-15-16,9 20-10 15,2 1-25-15,0-1-12 16,0 2-28-16,0 0-9 16,0 0-12-16,0 0-13 15,0 0-12-15,0 0 12 16,8 0 0-16,6 0 6 16,3 0-4-16,6 0-2 15,1 0 9-15,1 0-9 0,0 0-5 16,1 0 5-1,-4 0 0-15,-4 0 0 0,0 0-17 16,-5 0-20-16,1 0-57 16,2 5-139-16,-3 0-45 15,0-3-528-15</inkml:trace>
  <inkml:trace contextRef="#ctx0" brushRef="#br0" timeOffset="98983.35">16329 8842 1376 0,'0'0'161'0,"0"0"-104"16,0 0-24-16,0 0 15 15,0 0 40-15,0 0-24 16,0 0-32-16,-25 31 8 15,13-7-8-15,-2 3-6 16,-2 3 2-16,-3 0-4 16,0 3 3-16,0-2-3 15,1-1 1-15,2-4-3 16,2-2-21-16,2-4 5 16,5-4 11-16,1-6-16 15,3-3-1-15,3-5 0 16,0 1 0-16,0-1-12 0,0 0-15 15,7 2 27 1,7 2 26-16,4-2-13 0,4 2-1 16,2-3-12-16,3-2 8 15,1 0 3-15,1-1-11 16,-3 2 0-16,0-2 5 16,-1 0-5-16,0 1 0 15,-4-1-9-15,0 2-32 16,-4-2-45-16,-2 0-80 15,-3 0-14-15,-2 0-5 16,-4-5-164-16,-3-4-229 0</inkml:trace>
  <inkml:trace contextRef="#ctx0" brushRef="#br0" timeOffset="99289.64">16486 8953 1001 0,'0'0'293'16,"0"0"-54"-16,0 0-76 15,0 0-24-15,0 0-19 16,0 0-29-16,0 0-63 16,-12-7 2-16,8 21-9 15,1 10-6-15,-4 7 4 16,1 6 6-16,-1 5-10 16,-1 5 4-16,-2 1-13 15,2 1 6-15,2 2 4 16,2-3-16-16,1-3 0 15,1-5-1-15,2-8 0 16,0-7-1-16,0-5-13 0,2-7 9 16,4-4-19-16,3-5-73 15,12-4-117-15,-2-1-61 16,-2-11-363-16</inkml:trace>
  <inkml:trace contextRef="#ctx0" brushRef="#br0" timeOffset="99827.67">16793 9019 1330 0,'0'0'183'15,"0"0"-70"-15,0 0-53 16,0 0-41-16,0 0 6 15,0 0-24-15,0 0 26 16,40 2 11-16,-19 2-16 16,3 0-9-16,0 0-13 15,-1 1 9-15,-1-3-3 16,-3 0-6-16,-2-1 0 16,-1 1 7-16,-3-2-7 15,-1 0-1-15,-1 0-78 0,-2 0-63 16,-2-3-230-1,-3-4-350-15</inkml:trace>
  <inkml:trace contextRef="#ctx0" brushRef="#br0" timeOffset="100152.54">16983 8826 1452 0,'0'0'205'0,"0"0"-87"16,0 0-65-16,0 0-36 15,0 0 18-15,0 0 2 0,0 0-22 16,-5 14 8 0,3 6 14-16,1 7 6 15,-2 3 0-15,0 3-15 16,0 1-2-16,-2 1 1 0,2-1-15 16,2-4 1-16,-1-3-13 15,2-5 1-15,0-5-2 16,0-5-8-16,5-4-13 15,5-2-18-15,4-3-58 16,5-3-109-16,14-3-22 16,-3-10-267-16,-5-2-200 0</inkml:trace>
  <inkml:trace contextRef="#ctx0" brushRef="#br0" timeOffset="100485.38">17226 8992 781 0,'0'0'528'0,"0"0"-330"0,0 0-36 15,0 0-86-15,0 0-50 16,0 0-18-16,0 0-7 16,44-82 5-16,-27 60-5 15,1 0-1-15,-3 0 1 16,-1 6 4-16,-3 2 1 16,-3 5-6-16,-4 3 19 15,-3 4 43-15,1 2-15 16,-2 0-3-16,0 0-12 15,0 0 1-15,0 0-12 16,0 0-21-16,0 11 0 16,0 6 25-16,0 8 13 15,-3 8-4-15,-4 5-19 0,0 3 11 16,0 0-2-16,2-1-24 16,4-1-9-16,-1-3 8 15,2 0-13-15,0 4-77 16,0-7-291-16,0-10-810 0</inkml:trace>
  <inkml:trace contextRef="#ctx0" brushRef="#br0" timeOffset="115955.92">23038 2344 80 0,'0'0'108'0,"0"0"-72"16,0 0-20-16,0 0 1 15,0 0 9-15,0 0-16 16,3 0-8-16,-1 0-2 16,-1 0 1-16,-1 0 6 15,0 0-7-15,2 0-1 16,-1 4-21-16,-1 0-54 15,3 0 45-15</inkml:trace>
  <inkml:trace contextRef="#ctx0" brushRef="#br0" timeOffset="116296.95">23802 2283 49 0,'0'0'85'0,"0"0"-53"16,0 0-32-16,0 0-48 15,0 0-70-15</inkml:trace>
  <inkml:trace contextRef="#ctx0" brushRef="#br0" timeOffset="118672.67">4722 8560 514 0,'0'0'195'16,"0"0"-68"-16,0 0 53 15,0 0-48-15,0 0-21 0,0 0-1 16,-3 0-11 0,3 0-25-16,0 0-4 15,0 0-19-15,0 0-7 16,0 0-16-16,0 0-5 0,0 0-12 16,0 0-11-16,0 0-23 15,3 0 22-15,7 0-12 16,2 0 12-16,6 0 1 15,1 0 0-15,4 0 0 16,0 0-20-16,-1 0-13 16,1 0-26-16,0 0-99 15,5 0-52-15,-6 0-159 16,-7 0-236-16</inkml:trace>
  <inkml:trace contextRef="#ctx0" brushRef="#br0" timeOffset="129645.51">3722 10950 1298 0,'0'0'214'15,"0"0"-153"-15,0 0-13 16,0 0 58-16,0 0 42 15,-5 0-29-15,5 0-33 16,0 0-15-16,0 0-39 16,0 0-11-16,0 0-21 15,0 0 1-15,0 0-1 16,0 0-27-16,2 0 15 0,7 0 5 16,9 3 7-1,1 2 0-15,5-1 3 0,0 2 4 16,6 0-2-16,-2-1-5 15,0 1 0-15,1 0-1 16,-2 0-35-16,0-1-39 16,-2 1-68-16,6 0-82 15,-7-1-75-15,-6-2-370 16</inkml:trace>
  <inkml:trace contextRef="#ctx0" brushRef="#br0" timeOffset="129930.69">3645 11172 1332 0,'0'0'181'0,"0"0"-133"15,0 0-6-15,0 0 30 16,0 0-14-16,0 0-16 15,0 0-33-15,8 0 4 16,9 0 18-16,5 0-15 16,3 0-6-16,4 0 18 15,-1 0-27-15,5 0 1 16,0 0-1-16,1 0-1 16,-1 0-5-16,12 0-109 15,-8-3-191-15,-6-2-324 0</inkml:trace>
  <inkml:trace contextRef="#ctx0" brushRef="#br0" timeOffset="130321.84">4122 10822 1202 0,'0'0'153'0,"0"0"-112"0,0 0 13 16,0 0-35-16,0 0-9 15,0 0-4-15,0 0 11 16,33 4 12-16,-11 4-7 16,1 2-12-16,0 1 25 15,1 2-20-15,-3 1 1 16,-6 2 1-16,1 1 8 15,-8 1 3-15,-4 4-5 16,-4 2-3-16,0 2 27 16,-4 1-12-16,-12-1-1 15,-1 1-20-15,-4-2 1 16,2-5 3-16,4-3-18 16,1-2-11-16,4-5-35 15,4-5-58-15,6-5-89 16,0 0-321-16,0-8-362 0</inkml:trace>
  <inkml:trace contextRef="#ctx0" brushRef="#br0" timeOffset="131115.91">4662 10898 1035 0,'0'0'157'16,"0"0"-80"-16,0 0-13 15,0 0 37-15,0 0 26 0,0 0 18 16,0 0-51-16,-43-62-23 16,25 56-16-16,4 3-11 15,1 2 9 1,-2 1-22-16,3 0-6 0,-1 0 8 16,-1 0-13-16,1 7-3 15,1 4-11-15,0 6-4 16,0 1 6-16,3 5-8 15,1 3-1-15,5 1 1 16,1 2-9-16,2 1 9 16,0-2-6-16,2-3 5 15,9-5-5-15,3-4-12 16,3-5 0-16,0-6-1 16,5-5-13-16,-1 0 23 15,3-14-3-15,-3-8-11 16,0-8 23-16,-4-1-30 15,-6 0 29-15,-2 0 0 0,-6 3 1 16,-1 2 7-16,-2 3-6 16,0 7 20-16,0 4 24 15,0 4-16-15,0 5 5 16,0 3-4-16,0 0-13 16,0 0-7-16,0 0-10 15,0 0-25-15,0 6 25 16,0 8 0-16,0 7 6 15,-2 9 1-15,2 9 2 16,-3 11 3-16,3 6-3 16,-3 6-8-16,0 6 25 15,3 0-18-15,-3 1-8 16,3-3 0-16,0-2 2 0,-3-7 4 16,3-4-6-1,-3-7 0-15,-4-8 8 0,1-5-8 16,0-9 0-16,0-9 0 15,-2-5 0-15,5-6 13 16,-4-4-7-16,-1 0-4 16,-2-11 11-16,-5-9-13 15,3-10-1-15,3-4-20 16,2-8-20-16,5 0 34 16,2 3-2-16,3 3 8 15,12 1 0-15,9 2-8 16,0 1-9-16,4-2-48 15,5-1 14-15,0-3-16 0,16-17-121 16,-10 10-101-16,-6 2-728 16</inkml:trace>
  <inkml:trace contextRef="#ctx0" brushRef="#br0" timeOffset="131415.1">4896 10522 1287 0,'0'0'258'15,"0"0"-189"-15,0 0-56 16,0 0 1-16,0 0 36 15,0 0-11-15,-25 83-13 16,16-50 4-16,0 1-29 16,2 0-1-16,2-2-8 15,5 2-69-15,0-10-146 16,5-6-603-16</inkml:trace>
  <inkml:trace contextRef="#ctx0" brushRef="#br0" timeOffset="131724.63">5153 10736 1182 0,'0'0'315'0,"0"0"-235"16,0 0-47-16,0 0 4 15,0 0 12-15,0 0 21 16,0 0-3-16,-58 24-29 15,41-5 1-15,-2 4 3 16,7 2-2-16,-1 2-11 16,2 0-10-16,5 2-12 15,3 1 22-15,1 1-21 16,2-1-3-16,0-1-5 16,8-1-1-16,8-2 0 15,4-5-15-15,5-4-44 16,2-6-13-16,6-5-57 0,3-6-16 15,16-13-41-15,-9-9-359 16,-5-2-59-16</inkml:trace>
  <inkml:trace contextRef="#ctx0" brushRef="#br0" timeOffset="132278.37">5299 10868 1104 0,'0'0'230'0,"0"0"-64"0,0 0-8 16,0 0-72-1,0 0-46-15,0 0 5 0,0 0-45 16,-27-19-25 0,39 19 25-16,3 0 13 0,1 0-8 15,-1 0-5-15,0 8-7 16,0 2 7-16,-3 2 9 16,-2 4 11-16,-2 2-5 15,-5 5 10-15,-3 1 16 16,0 3 26-16,-3 1-19 15,-5-1-10-15,-3-4-5 16,2-3-32-16,4-5 5 16,2-7-6-16,3-4-3 15,0-4-22-15,0 0-96 16,9 0 8-16,6-9 63 16,3-10-27-16,1-5-81 15,-2-6 30-15,1-1 104 16,-6-1 48-16,-2 4 32 15,-7 7 41-15,0 5 5 0,-3 7-6 16,0 7 23-16,0 2-10 16,0 0-53-16,0 0-10 15,0 0-9-15,0 1-16 16,-3 8-8-16,-2 3-13 16,2 5-6-16,-1 3 6 15,3 1-1-15,1 0 1 16,0 2-13-16,1-2 13 15,9-3-1-15,1 1 0 16,7-5-14-16,-2-4 3 16,7-4-17-16,3-5-52 15,4-1-48-15,17-13-20 16,-7-5-94-16,-9-4-696 0</inkml:trace>
  <inkml:trace contextRef="#ctx0" brushRef="#br0" timeOffset="132552.9">5797 10765 1156 0,'0'0'194'16,"0"0"-194"-16,0 0-20 16,0 0 20-16,0 0 35 15,0 0 7-15,0 0 64 0,76 13-33 16,-59 1-9-1,4 6-35-15,-8 5-1 0,-1 3 7 16,-9 5 28-16,-3 2-3 16,0 1-25-16,0 3-12 15,-8-3 17-15,-5 0-27 16,1-5-6-16,-1-2-7 16,7-2-85-16,1-7-184 15,5-9-436-15</inkml:trace>
  <inkml:trace contextRef="#ctx0" brushRef="#br0" timeOffset="133197.78">6527 10909 75 0,'0'0'548'0,"0"0"-475"16,0 0 16-16,0 0 25 15,0 0 39-15,0 0-8 16,0 0 17-16,-54-18-24 0,53 18-55 16,1 0 4-16,0 0-11 15,0 0-23-15,0 0-12 16,0 0-31-16,0 0-10 15,7 0 16-15,8 0 4 16,2 2 26-16,6 1-1 16,3 0-23-16,2-3 0 15,2 0-15-15,0 0-5 16,-2 0 16-16,2 0-18 16,-5 0-52-16,-5 0-120 15,-4 0-86-15,-10 3-152 16,-6 4-176-16,0 2 19 0</inkml:trace>
  <inkml:trace contextRef="#ctx0" brushRef="#br0" timeOffset="133462.1">6424 11110 1367 0,'0'0'273'15,"0"0"-262"-15,0 0-11 16,0 0 0-16,0 0 46 15,0 0 19-15,88 0 5 16,-54 0-26-16,3 0-22 16,2 0-14-16,3 0-8 15,13 0-31-15,-9 7-156 16,-10-1-556-16</inkml:trace>
  <inkml:trace contextRef="#ctx0" brushRef="#br0" timeOffset="136100.91">7582 10794 722 0,'0'0'175'16,"0"0"-2"-16,0 0 23 15,0 0-62-15,0 0-6 16,0 0-10-16,0-19-26 16,0 15 3-16,0 0-42 15,0 1-31-15,0 0 20 16,-3 2-7-16,0-1 9 15,-3 1-9-15,-2 1 1 0,-2 0 12 16,-2 0-35-16,-4 0-12 16,-1 1 11-16,-2 9-12 15,-2 1 6-15,4 4-5 16,1 4-1-16,1 2 8 16,0 5-8-16,5 2-6 15,1 3 6-15,1 4 0 16,4 2 0-16,4 0-10 15,0 2 10-15,4-1-6 16,8-1 4-16,5-3-4 16,2-5-1-16,8-5-6 15,0-5 7-15,2-7-6 16,0-4 12-16,-4-7-7 0,1-1 7 16,-4-1-6-16,-4-12 6 15,-6-2 1-15,-6-2 0 16,-6-1-1-16,0 0 0 15,-3 0 14-15,-14 1-12 16,-5 1 7-16,0 2-8 16,-2 4 6-16,3 5 13 15,0 3 0-15,0 2-19 16,6 0 9-16,-1 6-10 16,7 5-12-16,1 3-1 0,5 2-17 15,3-1-51 1,3 4-148-16,11-7-255 0,5-5-311 15</inkml:trace>
  <inkml:trace contextRef="#ctx0" brushRef="#br0" timeOffset="136896.56">7894 10867 692 0,'0'0'184'0,"0"0"-82"0,0 0 101 16,0 0-34-16,0 0 5 15,0 0-40-15,0 0-81 16,-20-18-49-16,20 15 9 16,6-1-13-16,8 1 16 15,2-2-16-15,-1 4 0 16,3 1 0-16,-5 0-5 0,-1 0 4 15,-6 9-13 1,0 4 14-16,-3 8 28 0,-3 4-12 16,0 3 11-16,-3 3 19 15,-6 0-4-15,-3-3-1 16,-1-1-13-16,2-5 0 16,1-3-5-16,4-6-22 15,3-6-1-15,1-4 0 16,2-3-6-16,0 0-17 15,2 0-84-15,7-10 44 16,10-7 35-16,2-6-76 16,0-4-105-16,0-4 129 15,-2 0 47-15,-2 0 66 16,-4 3 34-16,-4 2-5 0,-6 7 37 16,0 5-39-16,0 3 10 15,-3 5 16 1,0 3-29-16,0 3-13 0,0 0-12 15,0 0-14-15,0 0-17 16,0 0-1-16,0 0 0 16,0 0 14-16,0 6-14 15,-3 5 12-15,3 3-12 16,-3 3 9-16,0 1 11 16,3 3-14-16,0 1-4 15,0 1 12-15,0 3-6 16,0-2 5-16,11 0-13 15,3-5-8-15,3 0 7 0,5-5-7 16,3-5 2 0,4-5-38-16,2-4-44 0,17-10-51 15,-8-10-85 1,-4-3-396-16</inkml:trace>
  <inkml:trace contextRef="#ctx0" brushRef="#br0" timeOffset="137384.17">8292 10484 1362 0,'0'0'158'15,"0"0"-59"-15,0 0-57 0,0 0-26 16,0 0 0-16,0 0 19 15,0 0-19-15,61-17-4 16,-40 17 0-16,-2 3 2 16,1 4 2-16,-6 3-15 15,-3 2 1-15,-8 1 20 16,-3 6 11-16,0 3 27 16,-3 4 18-16,-8 2-23 15,-5-1-9-15,3-3-11 16,1-3-11-16,6-4 7 15,3-3-28-15,3-3-3 16,0 1-11-16,7-4 9 16,13-1-20-16,5-4 0 0,9-3-24 15,35-13-47 1,-6-8-174-16,-4-4-310 0</inkml:trace>
  <inkml:trace contextRef="#ctx0" brushRef="#br0" timeOffset="138519.56">8796 11033 418 0,'0'0'81'16,"0"0"-49"-16,0 0-2 0,0 0 22 15,0 0 60-15,0 0 13 16,0 0 45-16,-10-3-27 16,8 3-5-16,2-1-19 15,0 1-18-15,-1 0-26 16,1 0 16-16,0 0-13 15,0 0 5-15,0 0-21 16,0 0-8-16,0 0-12 16,0 0-16-16,0-1-15 15,0-1-11-15,1 2-2 16,11 0-18-16,5 0 20 0,8 0 8 16,8 0 10-16,1 0-16 15,0 0-2-15,-1 0 9 16,-3 0-9-16,-3 2 0 15,-5 0-44-15,-4 7-110 16,-3-1-116-16,-9-1-473 0</inkml:trace>
  <inkml:trace contextRef="#ctx0" brushRef="#br0" timeOffset="139540.31">9570 10819 684 0,'0'0'178'0,"0"0"-145"16,0 0 7-16,0 0-5 16,0 0 104-16,0 0-9 15,0 0-34-15,-13-25-15 16,4 21-13-16,0 1-14 0,-7 2 14 15,-1 1-36 1,-4 0 3-16,1 0 2 0,0 1 9 16,1 6-6-16,1 2-24 15,7 1-16-15,2 1 17 16,2 1-17-16,1 1-1 16,6-1-5-16,0 3 0 15,0 2 4-15,0 2-12 16,9 2 8-16,4 1-3 15,4 2 9-15,1 4 0 16,1-2 0-16,2 1 6 16,-2-2 4-16,-1 0-10 15,-3-2 0-15,-3-2 16 16,-3-2-10-16,-6-2 4 16,-3-2-3-16,0-2 5 0,-6-2 10 15,-10-1-16 1,-2-4 8-16,-3-3 32 15,2-3-15-15,2 0-3 0,1-6-6 16,4-10 12-16,1-2-23 16,1-6-11-16,5-1-12 15,5-2 12-15,0-1-10 16,2 2-6-16,14 1-4 16,1 1 20-16,-1 2-1 15,5-1-4-15,-2 1 5 16,1 2 18-16,-4-3-10 15,0 0 6-15,-3 1-13 0,-2-1 13 16,-6 1 0 0,-4 2-14-16,-1 1 0 15,0 4 11-15,-4 4-10 0,-8 2-1 16,0 4 14-16,3 1 2 16,-3 1 0-16,2 3-16 15,-2 0-9-15,3 0 8 16,-2 0-27-16,1 5-6 15,3 5-45-15,-1 1-26 16,5 7-47-16,0-2-120 16,3-3-726-16</inkml:trace>
  <inkml:trace contextRef="#ctx0" brushRef="#br0" timeOffset="140628.37">9915 10839 561 0,'0'0'174'0,"0"0"-92"16,0 0 67-16,0 0 47 0,0 0-44 16,0 0 25-1,0 0-40-15,-22-12-33 0,22 9-84 16,1 1-8-16,9-1-11 16,6 1 0-16,4 1 4 15,4 1-5-15,0 0 0 16,0 0-8-16,0 3 5 15,-6 7 2-15,-2 3-3 16,-5 3 4-16,-4 5 32 16,-7 6-1-16,0 4 24 15,-7 3 33-15,-10 3-26 16,-4-2-15-16,1-4-22 16,0-4 1-16,7-6-1 15,4-6-25-15,3-3 0 16,4-7 4-16,2-2-4 0,0-3-17 15,5 0-55-15,14-5 40 16,4-12 3-16,6-6-142 16,3-5 4-16,-1-3 35 15,-3-3 30-15,-2 0 34 16,-6 0 26-16,-4 6 42 16,-3 4 37-16,-6 7 64 15,-4 7 32-15,-1 6-12 16,-2 4-32-16,0 0-5 15,0 0-14-15,0 0-24 16,0 0 7-16,0 0-29 16,0 7-12-16,-2 4 11 15,-1 6-15-15,2 3-3 0,1 3-4 16,0 2-1 0,0 1 8-16,6 1-8 0,6-2 0 15,6 0-1-15,2-2-7 16,6-5 7-16,1-4-45 15,10-6-24-15,20-8-59 16,-8 0-57-16,-3-9-314 0</inkml:trace>
  <inkml:trace contextRef="#ctx0" brushRef="#br0" timeOffset="145817.63">3607 12155 684 0,'0'0'306'0,"0"0"-210"15,0 0 48-15,0 0 30 16,0 0-20-16,0 0-46 15,0 0-25-15,0 0-32 16,0 0-4-16,0 0-10 16,0 0-17-16,0 0-11 15,0 0-2-15,2 0-7 16,4 0-7-16,4 0-8 16,5 0 15-16,4-1 0 15,5-2 0-15,3 2 0 16,2-2 16-16,2 0-16 15,3 0 0-15,-1 2 1 0,-2 1 0 16,2 0-1-16,-3 0-17 16,-6 0-72-16,-3 0-46 15,-4 8-80-15,-6 1-300 16,-5-1-166-16</inkml:trace>
  <inkml:trace contextRef="#ctx0" brushRef="#br0" timeOffset="146252.15">3679 12279 1167 0,'0'0'289'0,"0"0"-189"16,0 0-68-16,0 0 23 16,0 0 1-16,0 0-5 15,0 0-24-15,15 0-8 16,1 0 12-16,5-1-10 15,4-1-1-15,2 1 0 16,1-1-20-16,2 1 0 0,0 1 1 16,0 0 1-1,-2 0-4-15,-2 0-19 0,-1 0-50 16,-1 0-22-16,-2 0-44 16,-2 0-158-16,-1 0-218 15,-8 0 106-15</inkml:trace>
  <inkml:trace contextRef="#ctx0" brushRef="#br0" timeOffset="146561.03">4059 12048 1136 0,'0'0'194'0,"0"0"-91"16,0 0 4-16,0 0-35 16,0 0 3-16,0 0-41 15,0 0-34-15,0-3-15 16,8 3 9-16,4 1 6 16,1 7 13-16,4 0-13 15,2-1 1-15,-3 0 0 16,5-1 6-16,-3 1-1 15,0 0 1-15,0 2 2 16,-6 3 5-16,-2 3-6 16,-4 4 9-16,-6 6-7 0,0 5 15 15,-6 2-3 1,-9 3-22-16,-1-2-9 0,-5-3-8 16,7-5-44-16,-3 0-72 15,3-8-143-15,4-5-579 0</inkml:trace>
  <inkml:trace contextRef="#ctx0" brushRef="#br0" timeOffset="147935.43">5008 11952 446 0,'0'0'642'0,"0"0"-515"16,0 0-12-16,0 0-8 0,0 0 8 16,0 0-52-1,0 0-36-15,0-15-2 16,0 11 20-16,-7-1 0 0,-2 0 7 16,-5 3 18-16,-1-1-12 15,-1 1-15-15,-8 1-18 16,2 1-5-16,-5 0 5 15,-1 0-6-15,1 10-10 16,1 0 19-16,4 2-18 16,1 3-4-16,6 0-5 15,0 1 0-15,5 2 0 16,2 2-1-16,1 3-3 16,7-1-5-16,0 2 8 15,0 0-6-15,10-3-4 16,2-1 4-16,6-5-4 15,0-4-14-15,4-5 5 16,4-6 18-16,0 0 1 0,4-10-17 16,0-9 8-16,-2-7 0 15,-3-2-57-15,-5 0 25 16,-5 1 13-16,-6 2 28 16,-6 2 0-16,-3 5 8 15,0 1 4-15,0 6 20 16,0 2 18-16,-3 5 0 15,0 2-6-15,0 2-3 16,0 0-22-16,3 0 3 16,-4 0-22-16,1 5 1 15,0 7-1-15,-2 8 0 16,-2 5 0-16,1 8 5 16,-1 7-4-16,-1 3 0 0,5 7-1 15,-3 5 1-15,6 2 12 16,-3 4-13-16,3 0-2 15,0-2 2-15,0-2 0 16,0-7 0-16,0-7-1 16,0-8 1-16,0-7 2 15,-2-5-2-15,-5-7 0 16,1-3 9-16,0-3-9 16,-1-4 6-16,-5-5-5 15,3-1 1-15,-3 0 16 16,-1-5-18-16,-1-11 0 15,1-4 3-15,4-3-3 0,4-4-1 16,5 0-23 0,0-1 17-16,8-1 7 0,11-3 0 15,11-5-13 1,6-5 5-16,6-6-45 0,7-3-112 16,24-25 9-16,-6 12-247 15,-15 8-550-15</inkml:trace>
  <inkml:trace contextRef="#ctx0" brushRef="#br0" timeOffset="148520.24">5311 11629 867 0,'0'0'268'16,"0"0"-187"-16,0 0 55 15,0 0 43-15,0 0 4 16,0 0 4-16,0 0-78 16,0-26-48-16,0 26-23 15,0 0-21-15,0 3-1 16,-6 11-16-16,-3 6 6 16,1 7 3-16,-2 4-9 0,1 0-12 15,2-2-20-15,2-2-88 16,5 6-61-16,0-8-78 15,0-7-541-15</inkml:trace>
  <inkml:trace contextRef="#ctx0" brushRef="#br0" timeOffset="148985.91">5669 11835 814 0,'0'0'363'0,"0"0"-253"16,0 0 24-16,0 0 5 15,0 0 51-15,0 0 3 16,0 0-79-16,-60-18-29 16,48 18-43-16,-1 0-11 15,1 6-23-15,-3 7-8 16,2 4 11-16,-1 4-11 16,4 5 0-16,-1 2 0 15,4 1 0-15,1 4 0 16,3-1 0-16,3 0-4 0,0-3-4 15,0-1 8 1,12-1 0-16,1-4-13 0,7-2-4 16,2-4-18-16,5-6-103 15,3-4 13-15,7-7-97 16,12-1-86-16,-6-15-287 16,-8-1-73-16</inkml:trace>
  <inkml:trace contextRef="#ctx0" brushRef="#br0" timeOffset="149348.41">5917 12031 1232 0,'0'0'178'16,"0"0"-142"-16,0 0-30 15,0 0-6-15,0 0 45 16,0 0 16-16,0 0-31 15,7-49-8-15,0 30-6 16,-1-1-14-16,-1 0 12 16,4 1 4-16,-4-1-4 15,0 3 39-15,0 3 4 16,-4 2 22-16,-1 7-8 16,0 2 1-16,0 2-27 15,0 1-18-15,0 0-17 0,0 0 20 16,0 0-29-16,0 0 6 15,0 5-7-15,0 8 3 16,0 7 13-16,-3 8 2 16,-4 7-17-16,3 5 27 15,-4 2-22 1,2 1-5-16,3-3 5 0,1 0 1 16,2-6-1-16,0-6-6 15,0-7-21-15,5-5 21 16,4-7-80-16,12-9-94 15,-3 0-105-15,0-13-541 0</inkml:trace>
  <inkml:trace contextRef="#ctx0" brushRef="#br0" timeOffset="149754.91">6193 11705 975 0,'0'0'159'16,"0"0"-88"-16,0 0-19 15,0 0 3-15,0 0 35 16,0 0-2-16,0 0-16 16,28-7 0-16,-16 15-35 15,4 4 12-15,1 2-6 16,2 4 11-16,0 3-6 0,-5 6-5 15,-1 7 1 1,-7 7-9-16,-6 4-15 0,0 6 12 16,-7-1-26-16,-11 2-6 15,-3-5-29-15,-12 6-128 16,7-13-181-16,-1-8-834 0</inkml:trace>
  <inkml:trace contextRef="#ctx0" brushRef="#br0" timeOffset="150967.07">6958 12041 1096 0,'0'0'249'16,"0"0"-117"-16,0 0-36 15,0 0-6-15,0 0 37 16,0 0-45-16,0 0-54 15,-3 0-28-15,12 0 0 16,4 0 17-16,2 1-15 16,3 3-1-16,5 2 16 15,2-2-15-15,3 1 5 16,4-1-6-16,2 0-1 16,-1-1 0-16,7-2 0 15,-6 1-27-15,1-2-104 0,-1 0-181 16,-6 0-39-16,-11 0-495 15</inkml:trace>
  <inkml:trace contextRef="#ctx0" brushRef="#br0" timeOffset="151251.78">6955 12216 1378 0,'0'0'217'0,"0"0"-174"0,0 0-43 16,0 0-25-16,0 0 25 15,0 0 30-15,0 0 33 16,55 0 1-16,-27 2-22 16,1 1-11-16,5 0 0 15,0 1-25-15,4 2 5 16,-1 0-9-16,5-2-2 15,18 2-13-15,-10-2-169 16,-8-3-609-16</inkml:trace>
  <inkml:trace contextRef="#ctx0" brushRef="#br0" timeOffset="153482.01">8153 11986 172 0,'0'0'780'0,"0"0"-637"0,0 0 40 15,0 0 14-15,0 0-12 16,0 0 16 0,-19 0-59-16,19 0-41 0,0 0-8 15,0 0-19-15,0 0-28 16,0 0-30-16,0 0-16 16,0 0-6-16,0 0-29 15,7 0 22-15,8 0 12 16,5 0 2-16,5 0-1 15,2-1 1-15,1-1 0 16,-1 1 9-16,1-2-10 16,-1 1-9-16,-2 1-7 15,-2 1-40-15,2 0-80 16,2 0-133-16,-5 0-39 16,-8 0-470-16</inkml:trace>
  <inkml:trace contextRef="#ctx0" brushRef="#br0" timeOffset="154204.44">8969 11791 1213 0,'0'0'84'0,"0"0"-82"0,0 0-2 15,0 0 36-15,0 0 83 16,0 0-26-16,-82 49-19 16,61-39-37-16,2-1-10 15,1-2-19-15,3-2 3 16,3-2-3-16,4-3 8 15,3 0-6-15,2 0 5 16,1-4 6-16,2-9-6 16,0-1-15-16,0-3-16 15,8 1-15-15,5-2 19 16,4 4 12-16,2 1 0 16,-3 3 0-16,1 3-3 0,-1 5 3 15,-1 2-6 1,-2 0-9-16,-1 0 4 15,-3 8 11-15,0 6 5 0,0 5 14 16,-4 4 12-16,-4 2 1 16,-1 3 20-16,0 3-6 15,-12 1 24-15,-6 1-21 16,-4 1-15-16,-2-2-7 16,-6-2 10-16,0-3-18 15,-3-4-3-15,2-4-9 16,4-5 7-16,2-5 5 15,7-6-10-15,5-3-8 16,1 0 19-16,6-3-20 16,4-9-20-16,1-1-1 15,1-2 14-15,0 1-3 0,0 3-36 16,6 1 46 0,1 6-3-16,4 2 3 0,-1 2-6 15,2 0-6-15,0 0 11 16,4 9-6-16,-1 3-2 15,5 4 9-15,-2 2 14 16,1 1-12-16,5-1 3 16,-3-1-5-16,6-2 7 15,-2-2 9-15,5-5-16 16,0-3 0-16,1-5 4 16,6 0-4-16,20-26-22 15,-5-2-168-15,-7-3-534 0</inkml:trace>
  <inkml:trace contextRef="#ctx0" brushRef="#br0" timeOffset="155165.41">9625 12031 637 0,'0'0'200'0,"0"0"24"15,0 0-6-15,0 0-66 16,0 0-15-16,0 0-9 16,0 0-68-16,-2 0-40 15,2 0-1-15,2 0-19 16,6 0 0-16,7 0 8 15,7 0 8-15,5 4 10 16,3-1-24-16,9-2 9 16,1-1 5-16,3 0-15 15,-1 0 6-15,1 0-7 16,-4-4-54-16,3-2-118 16,-11 2-67-16,-10 1-466 0</inkml:trace>
  <inkml:trace contextRef="#ctx0" brushRef="#br0" timeOffset="155451.23">9708 12131 1309 0,'0'0'184'15,"0"0"-138"-15,0 0-46 16,0 0 1-16,0 0 8 15,0 0 60-15,0 0-10 16,33 10-2-16,-13-4 24 0,4-1-38 16,1 0-15-1,3 0-11-15,0-1 1 0,0-1 1 16,1-1-19-16,-1-2-1 16,2 0 1-16,-2 0-51 15,6-9-121-15,-5-2-221 16,-9-3-495-16</inkml:trace>
  <inkml:trace contextRef="#ctx0" brushRef="#br0" timeOffset="155801.91">10114 11929 1482 0,'0'0'176'0,"0"0"-176"15,0 0-21-15,0 0 21 16,0 0 0-16,0 0 22 16,0 0-1-16,99 11-7 15,-79-1 33-15,-1 3-30 16,-4 3 1-16,0 3 5 16,-7 4-7-16,-7 4 3 15,-1 4 2-15,-1 0 1 16,-15 1 9-16,-3-2-18 15,-6-1 1-15,-3-3 4 16,-2-3-18-16,-5-5-70 16,7-7-176-16,8-7-446 0</inkml:trace>
  <inkml:trace contextRef="#ctx0" brushRef="#br0" timeOffset="156617.84">10867 11782 823 0,'0'0'247'0,"0"0"-65"16,0 0 14-16,0 0-76 15,0 0-47-15,0 0-41 16,0 0-23-16,18-5-7 15,-2 5 13-15,3 0-5 16,3 0-9-16,1 0 20 16,4 0-20-16,0-10-1 15,3-7 0-15,-3-5-25 16,-5-2-29-16,-4-2-55 16,-9 1 67-16,-6 1 42 15,-3 3 16-15,-1 1 23 16,-13 1 27-16,1 4 8 0,-1 2 3 15,2 3 5-15,2 5 9 16,2 2 9-16,2 3-50 16,3 0-31-16,-1 0 4 15,0 11-23-15,-1 6 1 16,2 5-1-16,0 7 1 16,0 5 11-16,3 6-11 15,0 7 17-15,0 5 16 16,0 6-17-16,0 16 4 15,0 12-3-15,0-6 11 16,0-8 2-16,0-10-25 16,0-12-5-16,0 2 11 15,0 3-12-15,3-7-6 0,2-10-7 16,-4-8-12-16,1-9-18 16,-2-7-37-16,0-6-16 15,0-3-62-15,-8-5-92 16,-14 0-91-16,2-13-327 15,1-2 171-15</inkml:trace>
  <inkml:trace contextRef="#ctx0" brushRef="#br0" timeOffset="156778.04">10885 12379 310 0,'0'0'315'15,"0"0"-26"-15,0 0 11 16,0 0-62-16,-39-80-75 16,38 71-46-16,1 2-25 0,0-1-28 15,3-3-36 1,11-5-2-16,3-2-4 0,5-3 8 15,3-3-2 1,5-3-28-16,2-4 0 0,2-2 3 16,2-2-3-16,0-2-89 15,5-13-94-15,-8 7-175 16,-10 7-628-16</inkml:trace>
  <inkml:trace contextRef="#ctx0" brushRef="#br0" timeOffset="157108.1">11309 11307 1490 0,'0'0'196'16,"0"0"-152"-16,0 0-35 15,0 0-9-15,0 0 0 16,0 0 25-16,-36 87-6 16,33-56 13-16,0 4-19 15,1 2-1-15,2 5-9 16,0-2-3-16,0 11-94 16,5-10-193-16,1-10-801 0</inkml:trace>
  <inkml:trace contextRef="#ctx0" brushRef="#br0" timeOffset="157700.87">11392 11952 1160 0,'0'0'245'0,"0"0"-244"16,0 0-2-16,0 0-86 16,0 0 81-16,0 0 6 15,0 0 65-15,11-59-40 16,6 52-11-16,0 2 8 0,-1 3-15 16,-2 2 6-1,-1 0 9-15,-2 0 15 0,-4 8 28 16,-1 5-33-16,-5 6 34 15,-1 7 39-15,0 6-13 16,-10 6-7-16,-5 3-22 16,-1-1-12-16,-1-2-2 15,1-6-23-15,5-7-5 16,5-6-2-16,5-8-19 16,1-5-10-16,0-6-28 15,9 0-3-15,9-10 39 16,7-14-16-16,4-5-102 15,0-8-53-15,-2-1 100 16,-3 0 12-16,-4 1 17 16,-6 6 44-16,-5 5 23 0,-4 8 18 15,-5 7 19-15,0 5 82 16,0 5-26-16,0 1-55 16,0 0-20-16,0 0-6 15,-5 0-18-15,1 2-17 16,-1 5 0-16,-1 5 6 15,2 3-5-15,0 4-1 16,1 2 0-16,3 3 7 16,0 1-1-16,0 0-6 15,3-2 0-15,8 0-1 16,3-3-3-16,4-3 4 16,4-6-11-16,1-3-25 0,5-6-65 15,18-2-45-15,-9-14-47 16,-2-2-387-16</inkml:trace>
  <inkml:trace contextRef="#ctx0" brushRef="#br0" timeOffset="158068.93">12014 11530 1279 0,'0'0'203'0,"0"0"-4"15,0 0-30-15,0 0-47 16,0 0-72-16,0 0-11 16,0 0 10-16,-67 24-11 15,56-9-11-15,-2 6 1 16,3 4-22-16,2 3 5 15,1 3-10-15,4 1 6 16,3-1-4-16,0 2-3 16,1-5 0-16,11 0-4 15,0-3 4-15,6-2-6 16,0-3-40-16,4-2-25 16,4-4-8-16,0-4-156 15,18-7 4-15,-8-3-134 16,-3 0-436-16</inkml:trace>
  <inkml:trace contextRef="#ctx0" brushRef="#br0" timeOffset="158519.37">12326 11863 1400 0,'0'0'0'15,"0"0"-35"-15,0 0 0 16,0 0 14-16,0 0 21 0,0 0 47 16,43-76-17-1,-29 54-30-15,-2 0 0 16,-1 0 0-16,-1-1 54 0,-4 3 13 16,1 3 17-16,-6 6-11 15,1 4-9-15,-2 4-4 16,0 3 10-16,0 0-2 15,0 0-13-15,0 0-30 16,0 0-8-16,0 7 10 16,0 7-11-16,0 4 36 15,-2 7-23-15,-2 3-7 16,1 1 3-16,0 4-24 16,0 2 1-16,0 0 23 15,2-1-19-15,1-2-6 0,0-3-1 16,0-5 1-16,0-4 0 15,4-7-15-15,8-4-54 16,1-3-37-16,11-6-102 16,-3-5-50-16,-1-7-624 0</inkml:trace>
  <inkml:trace contextRef="#ctx0" brushRef="#br0" timeOffset="158745.57">12739 11737 1415 0,'0'0'211'16,"0"0"-188"-16,0 0-17 0,0 0-3 15,0 0 11-15,0 0 34 16,0 0 37-16,-7 68 9 16,1-41-21-16,0 2-33 15,-2 3-19-15,2-2-9 16,1-3-2-16,3-2-10 15,2-9-8-15,0-3 0 16,0-6-101-16,12-7-131 16,1-1-360-16,2-11-151 0</inkml:trace>
  <inkml:trace contextRef="#ctx0" brushRef="#br0" timeOffset="159252.84">13023 11609 886 0,'0'0'202'16,"0"0"-41"-16,0 0-60 0,0 0-33 15,0 0 22 1,0 0-2-16,-24-76-39 0,24 59-34 16,0 2 17-1,4 6-22-15,4 2-9 0,4 5 6 16,0 2-7-16,2 0 0 16,2 0 1-1,1 10 5-15,-3 3 7 0,-1 5-6 16,-5 4 14-16,-5 4 30 15,-3 7 13-15,0 4 1 16,-8 2-6-16,-7 1-10 16,-1-4-2-16,1-2-14 15,3-3-5-15,7-3 13 16,5-2-26-16,0-2-9 16,2-3-6-16,12-5-15 15,5-3 15-15,3-4 1 16,2-5-1-16,3-4 0 15,0 0-53-15,3-8-13 0,13-21-91 16,-4 3-97-16,-8 0-425 16</inkml:trace>
  <inkml:trace contextRef="#ctx0" brushRef="#br0" timeOffset="159580.84">13413 11420 1360 0,'0'0'186'15,"0"0"-145"-15,0 0-41 0,0 0 0 16,0 0 1 0,0 0 50-16,0 0 13 0,38 40 2 15,-26-22-27-15,1 4 25 16,-2 2-20-16,-4 6-3 15,-2 2 12-15,-5 5-3 16,0 2-10-16,-6 4-17 16,-9-1-5-16,-5-1 13 15,1-3-19-15,-1-1-5 16,1-4-7-16,6-4 0 16,-1-5 0-16,8-3-74 15,3-4-132-15,3-4-111 16,0-8-851-16</inkml:trace>
  <inkml:trace contextRef="#ctx0" brushRef="#br0" timeOffset="160201.1">13996 11737 1056 0,'0'0'233'0,"0"0"-50"16,0 0-27-16,0 0-16 15,0 0 2-15,0 0-35 16,0 0-17 0,-5 0-61-16,10 0-28 0,8 0 7 15,5 0 13-15,4 0-8 16,5 0-13-16,1 0 0 16,2 0 13-16,-3 0-12 15,1 0-2-15,-2 3-5 16,-5 0-18-16,-2 1-35 15,-7 2-104-15,-2-1-212 16,-10-2-815-16</inkml:trace>
  <inkml:trace contextRef="#ctx0" brushRef="#br0" timeOffset="160398.62">13985 11887 1220 0,'0'0'270'0,"0"0"-224"15,0 0-21-15,99 2-15 16,-61-1-1-16,1 0 49 16,-3 2-24-16,-3-1 15 15,0 0-24-15,-4 0-10 16,0-1-10-16,-4 2-5 15,-1 0-28-15,3 1-42 16,-6 0-120-16,-5-1-492 0</inkml:trace>
  <inkml:trace contextRef="#ctx0" brushRef="#br0" timeOffset="161064.81">14634 11735 1267 0,'0'0'223'15,"0"0"-63"-15,0 0-60 16,0 0 27-16,0 0-16 16,0 0-52-16,0 0-36 15,3 0-16-15,10 0-1 16,4 0 24-16,5 0-23 15,2 0 2-15,1 1-9 0,1 2 0 16,1-2 6-16,0 1-6 16,-1-1 0-16,-2-1-9 15,-3 1-34-15,0-1-110 16,-5 0-188-16,-7 0-514 0</inkml:trace>
  <inkml:trace contextRef="#ctx0" brushRef="#br0" timeOffset="161479.22">15073 11546 1698 0,'0'0'157'16,"0"0"-108"-16,0 0-35 15,0 0-8-15,0 0 51 16,0 0-15-16,0 0-40 16,13-52 25-16,1 44-25 15,3 2-2-15,2 1 6 16,1 2 0-16,1 3-6 16,-1 0-1-16,0 0-4 15,0 0-1-15,-5 8 6 16,-2 2-5-16,-5 4 5 15,-5 3 10-15,-3 6 14 0,-3 4 4 16,-18 5 19-16,-6 4 5 16,-4-1-32-16,1-1 19 15,2-5 5-15,5-5-17 16,5-1-5-16,4-5-12 16,6-2-10-16,6-4 0 15,2-1-7-15,9-2-18 16,15-2-3-16,15-4-14 15,25-3-30-15,48-14-70 16,-9-7-384-16,0-6-540 0</inkml:trace>
  <inkml:trace contextRef="#ctx0" brushRef="#br0" timeOffset="167684.17">2834 13603 443 0,'0'0'176'0,"0"0"-126"16,0 0-33-16,0 0 9 16,0 0 31-16,0 0-5 15,0 0-26-15,0 0 1 16,0 0 57-16,0 0 17 16,0 0 2-16,0 0-47 15,0 0-22-15,0 0-11 16,0 0-7-16,0 0 0 15,0 0 5-15,-4 0-3 16,-4 0-2-16,-5 0-9 16,1 0 2-16,-1 1 23 15,-2 6 10-15,-3 3-26 0,4 2 11 16,1 0-15 0,1 1-11-16,6 0 5 15,1-1-5-15,4 1 9 0,1-2-10 16,0-1-18-16,3-1 17 15,6-4-21-15,7-3 21 16,-2-2 1-16,-2 0 8 16,6 0 23-16,-5-7-24 15,2-5 15-15,-6-1-2 16,3 1-7-16,-5-2-5 16,-4 1 0-16,-1 2 3 15,-2 1-1-15,0 2-1 16,0 2 21-16,-5 3 24 15,-4 2-20-15,-1 1 11 16,1 0-32-16,1 0-12 0,-2 8-1 16,3 5 0-16,-4 1-5 15,5 1-1-15,2 1-1 16,4 1-15-16,0-2-48 16,7 0-141-16,10-4-102 15,0-6-452-15</inkml:trace>
  <inkml:trace contextRef="#ctx0" brushRef="#br0" timeOffset="168576.89">3324 13566 416 0,'0'0'176'16,"0"0"-59"-16,0 0 40 16,0 0-2-16,0 0-15 15,0 0-43-15,0 0-40 16,-8 0-46-16,14 0-9 0,6 0 18 16,6 0-1-1,4-1 14-15,1-9-14 0,7-4-18 16,-2-5-1-16,2-2-43 15,-5 0-67-15,-4-1-79 16,-9 0 82-16,0 1 35 16,-6 3 72-16,-6 0 16 15,0 1 140-15,0 2-14 16,-9 4 19-16,-3 1-65 16,3 5 29-16,-1 0-4 15,2 3-31-15,-1 2-24 16,3 0-28-16,-4 0-28 15,4 4-8-15,-3 8-2 16,-1 5 1-16,-1 8 3 16,2 5-4-16,-1 7 0 15,1 6 13-15,0 7-13 16,-2 7 11-16,4 13-3 0,-2 18 4 16,1-6 6-16,1-9-18 15,-2-11 0-15,6-12 7 16,-3 5-6-16,1 3-1 15,-1-2 0-15,1-7 0 16,2-8-1-16,0-7-2 16,0-7-47-16,0-7-35 15,0-8-67-15,-2-6-95 16,2-5-21-16,-7-4-53 16,1-10-46-16,-2-4 51 0</inkml:trace>
  <inkml:trace contextRef="#ctx0" brushRef="#br0" timeOffset="168729.98">3179 14105 651 0,'0'0'377'0,"0"0"-180"15,0 0-28-15,0 0-88 16,19-72-18-16,2 47-14 16,0-3-28-16,6-5-8 15,3-2 13-15,1-3-6 16,2-3 11-16,1-3-6 15,2 1-25-15,18-17-3 16,-10 12-154-16,-6 4-324 0</inkml:trace>
  <inkml:trace contextRef="#ctx0" brushRef="#br0" timeOffset="169039.74">3811 13057 1200 0,'0'0'195'0,"0"0"-116"16,0 0 16-16,0 0 10 0,0 0-29 15,0 0-46-15,0 0-22 16,-14 42 6-16,3-12-14 16,-1 5 0-16,2 3-5 15,1 3 4-15,3-1-69 16,4 6-107-16,2-11-402 16,0-9-273-16</inkml:trace>
  <inkml:trace contextRef="#ctx0" brushRef="#br0" timeOffset="169810.04">4007 13603 29 0,'0'0'537'16,"0"0"-387"-16,0 0 139 15,0 0-117-15,0 0-19 16,0 0-50-16,0 0-29 16,-58 5 6-16,58-9-42 15,0-4-26-15,3-2-12 16,7-1-14-16,-1 1 14 16,0 1 2-16,0 4 9 15,-5 2-5-15,-1 1 10 16,-3 2-3-16,0 0-11 15,0 0-2-15,0 10 64 16,-1 6-33-16,-5 5 10 0,-1 4-4 16,1 7-5-16,3-2-12 15,3 1-11-15,0-1-9 16,1-5 11-16,14-2-11 16,3-6-16-16,4-6 8 15,2-6-1-15,2-5 8 16,2 0-19-16,-1-17-41 15,1-6 8-15,-4-5-71 16,-2 0 99-16,-5-1 25 16,-4 3 5-16,-5 3 15 15,-7 2-2-15,-1 4 24 16,0 4 19-16,0 3 31 0,0 6 20 16,0 4-19-1,-1 0-44-15,-1 0-29 0,2 0-7 16,0 0-12-16,-3 0-2 15,3 4-6-15,0 9 7 16,-3 7 5-16,-1 5-5 16,1 6 1-16,0 9-1 15,-2 3 1-15,-1 7 23 16,2 2-23-16,-4 1 0 16,1-6 14-16,-2-4-14 15,3-6 6-15,-3-5-7 16,-3-5 0-16,0-4 9 15,-3-3-9-15,-3-3 0 16,-4-4 7-16,1-4-7 16,0-7-7-16,0-2-5 0,4 0 11 15,3-5-18 1,6-12-71-16,4-6-76 0,4-14-21 16,0 6-141-16,6 3-496 0</inkml:trace>
  <inkml:trace contextRef="#ctx0" brushRef="#br0" timeOffset="170920.52">4747 13398 310 0,'0'0'83'0,"0"0"-46"0,0 0 8 16,0 0 1-16,0 0 137 15,0 0 9-15,0 0-59 16,0-35 23-16,0 34-3 16,0 1-7-16,0 0-35 15,0 0-21-15,-3 0-8 16,-5 4-31-16,-3 10-32 16,-4 6-10-16,-3 5-8 15,1 2 19-15,3 3-11 16,3-1-8-16,5 1 11 15,3 1-10-15,3 0 3 16,0 1-5-16,1 1 0 16,13-4 0-16,4-2-11 15,3-4-1-15,7-6 1 16,-1-5-87-16,19-6-41 0,-10-5-93 16,-3-1-331-16</inkml:trace>
  <inkml:trace contextRef="#ctx0" brushRef="#br0" timeOffset="171410.92">4998 13611 1129 0,'0'0'169'16,"0"0"-111"-16,0 0-36 16,0 0-15-16,0 0 37 15,0 0 13-15,0 0-25 16,-5 2-2-16,21-17 18 16,1-3-48-16,4-4-29 15,-3-5 3-15,3 1 19 16,-5 1 14-16,-7 3-3 15,-3 3 69-15,-1 8-31 16,-5 4 50-16,0 4 28 16,0 3-44-16,0 0-35 15,0 0-40-15,0 1 5 16,0 10-6-16,0 7 0 0,0 3 13 16,0 6-13-16,-2 3 0 15,-1 3 4-15,3-1-4 16,0 2 0-1,0-2-6-15,0-6 6 0,5 0 0 16,5-6-23-16,0-6-65 16,8-7-147-16,-3-5-287 15,-3-2-277-15</inkml:trace>
  <inkml:trace contextRef="#ctx0" brushRef="#br0" timeOffset="171651.93">5315 13572 1247 0,'0'0'297'0,"0"0"-199"16,0 0-74-16,0 0-10 15,0 0 35-15,0 0-2 16,0 0-18-16,-10 35-8 16,1-11-13-16,1 3 13 15,0-1-21-15,2 0 1 16,3-6 0-16,3-4-1 15,0-5-18-15,1-7-99 16,17-4-44-16,-3-6-198 16,3-8-572-16</inkml:trace>
  <inkml:trace contextRef="#ctx0" brushRef="#br0" timeOffset="172055.34">5520 13440 1234 0,'0'0'162'16,"0"0"-108"-16,0 0-6 15,0 0 35-15,0 0-3 16,0 0-3-16,0 0-8 16,-27-28-55-16,42 21-2 15,0 2-3-15,3-1-8 16,1 2 0-16,-4 3-1 15,1 1 0-15,-4 0 0 16,-4 0-3-16,-2 2 3 16,-2 8 0-16,-4 3 37 15,0 2-8-15,0 5 11 0,-4 3 2 16,-5 1-3-16,-2-1-2 16,1 0-15-16,1 1-4 15,6-1 1-15,0-2-10 16,3-1-8-16,0-3-1 15,0-2-1-15,9-4 1 16,6-1-7-16,0-2 6 16,1-3-5-16,7-4-26 15,-1-1-52-15,6 0-80 16,13-22 14-16,-6 1-218 16,-5 0-564-16</inkml:trace>
  <inkml:trace contextRef="#ctx0" brushRef="#br0" timeOffset="172345.95">5948 13303 1378 0,'0'0'214'0,"0"0"-201"16,0 0 9-16,0 0 2 15,0 0 10-15,0 0 33 16,0 0-32-16,85 11-16 15,-68 8 12-15,-4 7-5 16,-6 8-4-16,-7 8 25 16,-1 19-6-16,-32 19-1 0,-16 17-17 15,-8 6-10 1,5-20-13-16,-5-6-15 0,20-32-166 16,2-14-438-16</inkml:trace>
  <inkml:trace contextRef="#ctx0" brushRef="#br0" timeOffset="175816.9">3215 615 1307 0,'0'0'252'0,"0"0"-157"16,0 0-44-16,0 0 15 0,0 0 15 15,0 0-34-15,-15-12-1 16,12 12-18-1,0 0-21-15,-6 5-7 16,-3 15-13-16,-7 12-2 0,-4 10 9 16,-4 11 6-16,-1 5 0 15,0 1 0-15,2 2 0 16,4-4 0-16,7-5 0 16,6-5-28-16,7-8-63 15,2-4-58-15,8-13-49 16,7-9-494-16</inkml:trace>
  <inkml:trace contextRef="#ctx0" brushRef="#br0" timeOffset="176102.34">3228 658 1343 0,'0'0'244'0,"0"0"-175"16,0 0-17-16,0 0-4 16,0 0-21-16,0 0 17 15,0 0-14-15,-39 18-12 16,26 5 7-16,-1 7-6 16,-2 8 7-16,1 6 18 15,0 3-20-15,2 5-9 16,-2 0-7-16,6 1-7 15,3-3-1-15,3 12-57 16,3-12-196-16,0-15-690 0</inkml:trace>
  <inkml:trace contextRef="#ctx0" brushRef="#br0" timeOffset="178698.62">4535 14671 25 0,'0'0'399'16,"0"0"-226"-16,0 0-14 16,0 0 0-16,0 0-36 15,0 0-25-15,-3-6-40 16,3 6-6-16,0 0 0 15,0 0-34-15,0 0 8 16,0 0-7-16,0 0 5 16,0 0-6-16,0 0-6 15,0 0-12-15,0 0-10 16,2 0 5-16,9 0 4 16,0 3 2-16,4-1 34 0,1-1-4 15,2-1 17 1,0 0-35-16,1-4 27 0,1-8-31 15,-1-2-9-15,-1-1-38 16,-4 0-87-16,-2-3-18 16,-4 3-74-16,-5-1 145 15,-1 2 72-15,-2 2-6 16,0 1 12-16,0-1 12 16,-3 2 62-16,-2 0-25 15,-2 3 24-15,1 1-5 16,2 2 41-16,1 3-21 15,0 1-21-15,1 0-6 0,-1 0-19 16,3 0-7 0,-3 0-16-16,-1 0-14 0,1 0 10 15,-3 7-21-15,0 4 1 16,0 6-1-16,-3 3 1 16,0 5 11-16,0 5-5 15,1 4 5-15,-3 4 24 16,2 7-14-16,-2 6 0 15,4 4-3-15,-1 1-2 16,4 1-3-16,-1-8-13 16,4-5 0-16,1-9 17 15,0-7-18-15,0-8 1 16,0-6-1-16,0-5 0 16,0-5 0-16,0-3 0 15,0-1-38-15,0 0-3 0,0 0-13 16,0 0 0-16,1-1 6 15,7-12 36-15,5-7-7 16,2-6 3-16,4-10-111 16,3-5 11-16,0-2-20 15,3 0-60-15,0 5 196 16,-2 7 90-16,-1 7 58 16,-4 10-44-16,-6 7-60 15,-4 6-25-15,-3 1 8 16,-2 1-3-16,-1 11 16 15,-2 0 13-15,0 5-5 16,0 1-15-16,0 4-11 16,0-1 2-16,0 2-23 0,0 0 6 15,0-1 6-15,0-4-13 16,0-1 1-16,0-3-1 16,0-2 0-16,0 0-1 15,3-4-56-15,6 0-83 16,-1-3-107-16,-1-3-403 0</inkml:trace>
  <inkml:trace contextRef="#ctx0" brushRef="#br0" timeOffset="179340.51">5345 14569 867 0,'0'0'281'16,"0"0"-155"-16,0 0 75 16,0 0-46-16,0 0-14 15,0 0 2-15,0 0-62 16,-76-17-8-16,61 17-23 16,2 0-10-16,-2 5-25 15,0 4 7-15,0 4-21 16,2 4-1-16,1 3 1 0,1 3-1 15,4 3 0-15,4 1-1 16,3 1-15-16,0 2 15 16,3 0-5-16,13-2-2 15,5-2-5-15,0-1 1 16,9-4-20-16,0-4-88 16,-2-6-41-16,14-7-76 15,-11-4-247-15,-7 0-226 0</inkml:trace>
  <inkml:trace contextRef="#ctx0" brushRef="#br0" timeOffset="180000.8">5511 14680 758 0,'0'0'160'0,"0"0"30"15,0 0-34-15,0 0-7 16,0 0-21-16,0 0-71 16,0 0-12-16,-5 0 12 15,2 2-12-15,-1 13 6 16,-5 4 8-16,0 8-3 16,3 3-14-16,0 2-26 15,0 2-3-15,5 0 9 16,1-3-22-16,0-2 1 15,0-3 0-15,5-3-1 0,6-5 0 16,3-6-22-16,5-5 11 16,0-5-20-16,5-2 25 15,5-4-10-15,2-15-47 16,2-4-91-16,-2-4 115 16,-4-3-67-16,0 2 31 15,-7 0 75-15,-3 0 11 16,-4 3 15-16,-5 4 17 15,-7 4 5-15,-1 6 27 16,0 4 36-16,0 2-26 16,0 5 12-16,0 0-53 15,0 0-11-15,0 0-28 16,-1 2-5-16,-4 12 0 16,-1 9 0-16,-2 8 0 15,-3 8 30-15,5 8-11 0,1 4-7 16,1 3-5-16,0 2 5 15,1-3-2-15,1-1-10 16,1-5 1-16,-1-3 14 16,-2-5-15-16,-4-5 1 15,-2-4 0-15,-1-3 5 16,-2-5 3-16,-5-3-9 16,3-6 2-16,-4-4 18 15,-2-6-19-15,3-3 0 16,-3 0-1-16,3-12-12 15,3-7-20-15,-1-9-51 0,4-5-22 16,1-5-3 0,7-13-53-16,0 9-55 0,4 7-710 15</inkml:trace>
  <inkml:trace contextRef="#ctx0" brushRef="#br0" timeOffset="180390.21">6024 14532 383 0,'0'0'271'15,"0"0"-194"-15,0 0-20 16,0 0 6-16,0 0 67 16,0 0 37-16,0 0-77 15,26-16 54-15,-16 16-28 16,0 3-49-16,5 7 20 16,0 5-32-16,3 3 23 15,0 5-17-15,1 4 2 16,-5 4 12-16,2 4-32 15,-7 6-13-15,-4 3-4 16,-5 2-20-16,0 1-5 16,-3-1-1-16,-14 0-8 15,-13 1-123-15,3-10-259 0,1-10-615 16</inkml:trace>
  <inkml:trace contextRef="#ctx0" brushRef="#br0" timeOffset="181329.25">6825 14777 38 0,'0'0'1058'0,"0"0"-898"0,0 0-20 16,0 0 32-16,0 0-48 15,0 0 27-15,0 0-22 16,-46-17-58-16,46 15-30 16,0 2-15-16,0-1-26 15,0 1-13-15,0 0-4 16,11 0 17-16,3 0 22 15,3 0-21-15,7 0-1 16,1 1 9-16,5 1-9 16,1-1 1-16,2 1-1 15,0-1 0-15,-2 2-39 16,2 0-212-16,-8 1-261 16,-7-1-307-16</inkml:trace>
  <inkml:trace contextRef="#ctx0" brushRef="#br0" timeOffset="181564.94">6837 14921 1189 0,'0'0'182'16,"0"0"-74"-16,0 0-8 15,0 0-2-15,0 0-40 16,0 0-7-16,0 0-6 0,24 0 1 15,-7 0-2 1,2 0-24-16,3 4-4 16,6 0-14-16,4 2 5 15,4-2-7-15,26-4-130 16,-8 0-149-16,-6 0-246 0</inkml:trace>
  <inkml:trace contextRef="#ctx0" brushRef="#br0" timeOffset="182502.11">7849 14566 674 0,'0'0'104'0,"0"0"-36"16,0 0 50-16,0 0 46 0,0 0-33 15,0 0-70 1,0 0-36-16,0-4-6 15,10 6 43-15,5 5-10 16,3 1-20-16,3-1-1 0,3-1-12 16,2-5-5-1,0-1 24-15,1 0-22 0,3-11-15 16,-5-6-1-16,-3-3-41 16,-5 1 39-16,-5-2-86 15,-6-1-15-15,-6 0 103 16,0 1 16-16,-2 1 26 15,-11 1 7-15,2 2 3 16,-1 3 11-16,-1 3 7 16,1 3 16-16,6 2 18 15,1 3-34-15,0 2-10 16,3 1-16-16,1 0-35 0,-2 4-4 16,0 10-5-1,-2 6 0-15,1 5 8 0,-5 8-8 16,3 5 0-16,3 6 19 15,-3 5-8-15,1 8 6 16,-1 13-6-16,3 15 4 16,-1-6 3-16,3-10-18 15,1-10 0-15,0-14 10 16,0 3-10-16,0 5 1 16,0-7 0-16,0-5 0 15,0-4 5-15,0-8-6 16,0-3 0-16,3-6-1 15,-1-5-22-15,1-5-44 16,-3-3-77-16,0-4-81 16,0-3-33-16,-5-3-65 0,-6-7-441 0</inkml:trace>
  <inkml:trace contextRef="#ctx0" brushRef="#br0" timeOffset="182681.36">7872 15104 833 0,'0'0'337'0,"0"0"-81"15,0 0-41-15,0 0-104 16,-8-86-26-16,18 63-35 16,7-3-36-16,6-4-14 15,4-2 13-15,3-3-13 16,4-4-1-16,1 0-29 16,2-4-29-16,18-16-27 15,-7 10-101-15,-9 7-537 0</inkml:trace>
  <inkml:trace contextRef="#ctx0" brushRef="#br0" timeOffset="183187.47">8537 14345 758 0,'0'0'176'0,"0"0"43"16,0 0 5-16,0 0-45 16,0 0-7-16,0 0-61 15,0 0-32-15,-45-3-34 16,31 19-23-16,-1 2 2 16,1 7-3-16,-3 5 1 0,4 3 8 15,1 3-10-15,3 3-12 16,4 0 8-16,5 2-16 15,0 2 1 1,0 0-1-16,11-1 0 0,4-2 0 16,4-4-5-16,5-6-32 15,1-4-14-15,20-8-94 16,-8-8-137-16,-4-8-618 0</inkml:trace>
  <inkml:trace contextRef="#ctx0" brushRef="#br0" timeOffset="186830.83">8778 14632 61 0,'0'0'59'0,"0"0"-39"16,0 0-3-1,0 0 5-15,0 0 44 0,0 0-28 16,0 0-11 0,0 1 37-16,0-1 18 0,0 0 15 15,0 0-34-15,0 0-40 16,0 0-17-16,0 0 10 15,0 0-15-15,0 0 14 16,0 0-15-16,0 0 11 16,0 0 2-16,0 0-11 15,0 0 12-15,0 0 35 16,0 0 12-16,0 0 20 16,0 0-2-16,0 0 4 15,0 0-4-15,0 0-32 16,0 0-4-16,0 0 15 15,0 0-26-15,0 0 4 0,0 0 9 16,0 0 3-16,0 0 12 16,0 0-15-16,0 0 3 15,0 0-9-15,0 0-27 16,0 0-2-16,0 0-10 16,0 0 13-16,0 0-2 15,0 0-11-15,2 0 1 16,4-3 47-16,2-4-32 15,3-5 21-15,3-3-30 16,3-3-7-16,-3-2-10 16,5 1-63-16,-4-3 47 15,0 0 14-15,0 0-8 16,-3 1 14-16,-5 5 6 0,-2 1 36 16,-4 4-5-1,1 2 21-15,-2 5-3 0,0 1 16 16,0 3-18-16,0 0-20 15,0 0-21-15,0 0-5 16,0 0-2-16,0 0-3 16,0 9 4-16,0 2 6 15,0 5 5-15,-3 4 4 16,0 3 4-16,-3 1 10 16,1 4 2-16,1-1-20 15,-2 0-10-15,3-1 20 16,2-2-20-16,1-3-1 15,0-3 1-15,0-2 0 0,0-3 4 16,0-3-5 0,0-2-5-16,0-3-4 0,0-2 4 15,0-1-25-15,0-1-13 16,0 0 1-16,0 1-38 16,0 1-132-16,0 1-65 15,0-1-432-15</inkml:trace>
  <inkml:trace contextRef="#ctx0" brushRef="#br0" timeOffset="187410.3">9203 14575 1169 0,'0'0'165'16,"0"0"-61"-16,0 0-28 15,0 0-9-15,0 0-2 16,0 0-14-16,0 0-51 16,-1 0 1-16,1 3-1 15,1 4 11-15,4 3 13 16,-1 3-10-16,-2 5 14 16,-2 3 19-16,0 4-17 0,0 7 3 15,-9 1 2 1,-6 3-25-16,0 0 1 15,-3-2-10-15,3-4-1 0,-1-5 0 16,2-2-100-16,4-8-168 16,1-6-648-16</inkml:trace>
  <inkml:trace contextRef="#ctx0" brushRef="#br0" timeOffset="188806.11">9479 14470 165 0,'0'0'287'0,"0"0"-140"0,0 0-6 16,0 0 24-16,0 0-47 15,0 0-35-15,0 0-31 16,-11-9 28-16,11 7 12 16,0 2-6-16,0-1-8 15,0 0-31-15,0-2-33 16,1 0 8-16,9-3-10 16,1 1-1-16,-2 1 3 15,1-2-13-15,-2 3 10 16,-5 2 4-16,-2 1-9 15,1 0-6-15,-2 0 7 16,0 4 2-16,0 6 61 16,0 2-28-16,0 6 18 15,0 4-19-15,0 3-9 16,-3 2 6-16,1 1-26 16,1 2-11-16,1 0 13 15,0-1-13-15,0-1-1 0,6-1 0 16,4-4 0-16,-1-4-1 15,2-3 1-15,2-4-7 16,-3-7 7-16,1-3-41 16,5-2 12-16,-1-6 28 15,3-13 0-15,-1-5-22 16,2-5-36-16,-3-4 14 16,-2-2 45-16,-2 0 0 15,-2-4 2-15,-1 3-1 16,-3-2 34-16,0 4-24 0,-2 3 19 15,-1 7-8 1,-3 7 27-16,2 7 4 0,-2 4-18 16,0 5-18-16,0 1 3 15,0 0-9-15,0 0-11 16,0 0 0-16,0 0-1 16,0 7 8-16,0 6-7 15,0 4 9-15,0 3 6 16,0 4 4-16,0-1-18 15,0 4 5-15,0 5 19 16,0 2-16-16,0 8 9 16,0 4-17-16,0 5 16 15,0 4-6-15,0-2-10 16,-3-1 0-16,0-8 11 16,0-5-11-16,0-8 0 0,0-5-1 15,-3-4 9-15,0-7 1 16,-3-1-10-16,-4-5 0 15,-2-2 19-15,-3-4-19 16,0-3 0-16,0 0-16 16,0-6-33-16,2-22-54 15,1 2-121-15,7-2-343 16</inkml:trace>
  <inkml:trace contextRef="#ctx0" brushRef="#br0" timeOffset="189330.52">10108 14224 1317 0,'0'0'177'16,"0"0"-123"-16,0 0-25 15,0 0-10-15,0 0 5 16,0 0-24-16,0 0 5 15,11 8-5-15,1 5 17 16,2 4-5-16,2 5 4 16,-4 5 3-16,0 3 17 0,-6 4 14 15,-3 4-21-15,-3 3 12 16,0 2 6-16,-12 4-24 16,-10 0-8-16,-5-1-14 15,-6 2-1-15,-19 13-29 16,7-13-138-16,2-9-385 0</inkml:trace>
  <inkml:trace contextRef="#ctx0" brushRef="#br0" timeOffset="191418.3">10570 14571 476 0,'0'0'355'16,"0"0"-209"-16,0 0 59 15,0 0 14-15,0 0-23 16,0 0-46-16,0 0 1 16,-67-55-21-16,65 52-33 15,1 2-26-15,1 1-37 16,0 0-33-16,0 0-2 16,0-2-24-16,10 2 24 15,8 0 1-15,6-1 10 16,6-2 0-16,3 0-10 15,1 0 0-15,-1 2 11 16,0-2-11-16,-5 3-39 0,-1 0-31 16,-6 0-70-1,-3 0-18-15,-6 0-1 0,-4 0-45 16,-8 10-138-16,0-1-9 16,-5-1-33-16</inkml:trace>
  <inkml:trace contextRef="#ctx0" brushRef="#br0" timeOffset="191619.77">10580 14639 593 0,'0'0'290'0,"0"0"-96"15,0 0-29-15,0 0-45 16,0 0-20-16,0 0-42 0,0 0-18 16,-19 12-13-1,24-8 10-15,5 2-8 0,6 0-14 16,5-1-14-16,2 0 30 15,5 0-31 1,14 5-1-16,-8 0-158 0,-6-3-531 0</inkml:trace>
  <inkml:trace contextRef="#ctx0" brushRef="#br0" timeOffset="197075.75">11400 14670 9 0,'0'0'1135'16,"0"0"-985"-16,0 0-14 15,0 0 9-15,0 0-3 16,0 0-23-16,-8-23-37 16,16 9-45-16,3-3-22 15,3-3 5-15,1-3-20 16,6 0 0-16,-1-4-6 0,3-1 6 16,-2-1-6-16,0 0-4 15,-5-1 10-15,-1 3-2 16,-1 4 2-16,-3 3 0 15,-5 4 7-15,-1 6-6 16,-4 3 0-16,1 5 0 16,-2 1 6-16,0 1-7 15,0 0-4-15,0 0 4 16,0 1 4-16,0 9-4 16,0 6 10-16,0 7 18 15,-2 3 10-15,-4 7-4 16,-1 1-8-16,-2 2 2 15,2 3 8-15,-1-3-28 16,0 1 4-16,0-4-12 16,2-4 2-16,1-3 1 0,2-5-3 15,3-3-10-15,0-3 9 16,0-2-39-16,0-2-32 16,0-1-57-16,6-1-131 15,2-5-49-15,-1-4-603 0</inkml:trace>
  <inkml:trace contextRef="#ctx0" brushRef="#br0" timeOffset="197302.31">11810 14616 1247 0,'0'0'181'15,"0"0"-132"-15,0 0-31 16,0 0 49-16,0 0 39 16,0 0-61-16,0 0-35 15,-12 32 9-15,12-30-19 16,0-1-1-16,0 0-41 16,1-1-162-16,7 0-131 15,4 0-333-15</inkml:trace>
  <inkml:trace contextRef="#ctx0" brushRef="#br0" timeOffset="198074.54">12013 14455 1124 0,'0'0'161'16,"0"0"-118"-16,0 0 55 15,0 0-1-15,0 0 43 16,0 0-44-16,0 0-60 16,-36-10-35-16,36 2 1 15,3-2 5-15,3 0 0 16,0-1-7-16,3 2 0 16,-6 2 7-16,0 4-6 15,-3 3 7-15,0 0 35 16,0 0-18-16,0 0-7 0,0 0 17 15,0 4-14-15,-5 8-4 16,1 5 2-16,-5 6 9 16,3 2 7-16,1 2-19 15,1 0-4-15,2-2 1 16,2 0-7-16,0-1 2 16,0-2-8-16,3-4 0 15,6-3 0-15,3-4-8 16,2-3-1-16,3-6-2 15,2-2-9-15,1 0 1 16,4-15-46-16,-1-5-91 16,1-4-39-16,-2-3 75 15,-7 0-4-15,1 0-3 0,-8 0 127 16,-4-1 122-16,-4 3-62 16,0 3-4-16,0 0 14 15,0 5-10-15,0 3 10 16,-3 6 12-16,2 4 5 15,-1 1 1-15,1 3-41 16,1 0-18-16,-2 0 1 16,1 0-29-16,1 0 9 15,-2 7 2-15,1 6-12 16,-2 8 16-16,-2 6-2 16,1 5 5-16,-2 6 10 15,0 6-7-15,0 5-2 0,0 6 11 16,-3 6-9-16,2 3 4 15,-1 0-25 1,5-1 11-16,-2-4 9 0,1-7-21 16,3-8 0-16,-1-6 9 15,1-8-9-15,-1-6-1 16,2-8 0-16,0-3-8 16,0-5-18-16,0-3-61 15,0-5-33-15,0 0-122 16,0-12-61-16</inkml:trace>
  <inkml:trace contextRef="#ctx0" brushRef="#br0" timeOffset="201549">12676 14487 421 0,'0'0'278'0,"0"0"-87"16,0 0 13-16,0 0-113 16,0 0 64-16,0 0-35 15,0 0-48-15,2-18-20 16,-2 17 16-16,0 1 23 16,0 0 7-16,0 0-38 15,0 0-16-15,0 0-5 16,0 0-9-16,0 0-9 15,0 0-9-15,0 0-10 16,0 0 12-16,0 0-14 16,0 0 1-16,0 0-1 15,3 0-4-15,5 0 4 16,1 0 1-16,5 0 0 16,1 0 13-16,3 0-14 0,0 0 0 15,2 1 0-15,-1-1 0 16,-1 0 0-16,0 0 0 15,-2 0-3-15,-1 0-3 16,-1 0-62-16,-3 0 0 16,-2 0-65-16,-1 1-20 15,-2 1-38-15,0 2-97 16,-3 0-25-16,-2-1-183 0</inkml:trace>
  <inkml:trace contextRef="#ctx0" brushRef="#br0" timeOffset="203444.34">13190 14544 924 0,'0'0'191'15,"0"0"-134"-15,0 0-35 16,0 0 72-16,0 0 40 15,0 0-50-15,0 0-13 16,16-5-17-16,-7-5 10 16,0-3-4-16,6-3-37 15,0-4-7-15,3-1-14 16,1-1-2-16,-2-4 0 16,0 1-20-16,-1 0 4 0,-2-1 16 15,-3 3 4-15,-4 4-2 16,-2 2 18-16,1 6-18 15,-5 4 24-15,-1 4 12 16,0 3-1-16,0 0-15 16,0 0-22-16,0 0 0 15,0 0 9-15,0 0-9 16,0 4-2-16,0 5 2 16,0 3 13-16,0 3 16 15,-3 5-17-15,-1 3 3 16,1 1 14-16,-2 3-13 15,2 1 1-15,0 0-8 16,0-3 0-16,2-2 0 0,1-1-9 16,0-5 0-1,0-4 1-15,0-1-1 0,0-3-1 16,0-2-22-16,1-1-43 16,1 0-39-16,-1-2-110 15,2-1 19-15,0-2-131 16,0-1-375-16</inkml:trace>
  <inkml:trace contextRef="#ctx0" brushRef="#br0" timeOffset="204378.36">13661 14370 499 0,'0'0'283'0,"0"0"-169"0,0 0 111 16,0 0-116-16,0 0-11 16,0 0-38-16,0 0-2 15,-9-59-17-15,9 50 11 16,2 5-26-16,-2 1-3 16,0 2-17-16,0 1 17 15,0 0-21-15,0 0-2 16,0 0 6-16,0 6 10 15,0 6 27-15,-3 6 22 16,-3 3-26-16,1 3 31 16,1 1-20-16,1-1-9 15,1 2-10-15,2-3-2 16,0 0-6-16,0-2-21 16,5-2-1-16,5-4 20 15,1-4-21-15,2-2-1 0,1-5-2 16,0-3 3-16,2-1 16 15,0 0-16-15,2-11 0 16,0-6-6-16,1-4-3 16,-2-3-44-16,-1-2 47 15,-3-1 6-15,-5 0 6 16,2 0 10-16,-4 0-15 16,-3 3 39-16,0 3-32 15,-1 4 5-15,-2 4 6 16,0 6 0-16,0 4 3 15,0 3-16-15,0 0-6 16,0 0 0-16,0 0-2 0,0 0 2 16,0 0 0-16,0 2-1 15,0 5 1-15,0 4 7 16,-5 2 3-16,2 1 7 16,0 0-17-16,-1 2 1 15,-2 2 17-15,1 4-9 16,-1 5 7-16,2 6 0 15,-2 3 5-15,1 4 11 16,0 4-20-16,-1 2 2 16,1 4 2-16,-1-2-16 15,1-2 5-15,2-3-5 16,2-5 0-16,1-4-1 16,0-9-4-16,0-4-5 15,0-8 4-15,0-6-32 0,0-3-19 16,0-2 3-16,0-2 7 15,0 0-8-15,0 0-60 16,0-2-26-16,1-8-34 16,2-3-537-16</inkml:trace>
  <inkml:trace contextRef="#ctx0" brushRef="#br0" timeOffset="205237.8">13946 14026 715 0,'0'0'91'0,"0"0"53"16,0 0 17-16,0 0 7 16,0 0-9-16,0 0-88 15,0 0-20-15,-9-41-7 16,20 36-37-16,1 0-6 15,4 2 12-15,2 1-12 16,0 2 15-16,-3 0-6 16,-2 0-9-16,-4 0 10 15,-3 0 3-15,0 4-12 16,-6 3 56-16,0 3-23 16,0 3 37-16,0 4-4 15,-7 1-7-15,-2 3-19 0,0 2-13 16,0-2-14-1,4-2 13-15,4 1-27 0,1 0 2 16,0-3 5-16,3 0-9 16,10-5 1-16,4 0-11 15,5-5 2-15,5-4 2 16,7-3-44-16,26-9-129 16,-10-6-86-16,-3-5-465 0</inkml:trace>
  <inkml:trace contextRef="#ctx0" brushRef="#br0" timeOffset="207431.53">14379 14480 651 0,'0'0'170'0,"0"0"77"0,0 0-12 16,0 0-95-16,0 0-15 15,0 0 1-15,0 0 27 16,-21 0-36-16,21 0-31 16,0 0-24-16,0 0-22 15,0 0-12-15,0 0-19 16,0 0-9-16,0 0 0 15,0 0-24-15,8 0 24 16,9 0 15-16,6 0-9 16,0 0-4-16,3-1-2 15,1-2 0-15,-3 0 0 16,-1 0-4-16,-3 2-55 16,-1 0-54-16,2 1-114 0,-7 0-14 15,-3 0-407-15</inkml:trace>
  <inkml:trace contextRef="#ctx0" brushRef="#br0" timeOffset="208109.13">15000 14304 735 0,'0'0'254'16,"0"0"-177"-16,0 0-11 15,0 0 57-15,0 0-28 16,0 0-5-16,-93 14-25 16,79-12 19-16,0-2-36 15,3 0 0-15,4 0 15 16,-1 0 57-16,5-3-67 15,2-3-21-15,1-3-19 16,0 2-13-16,0-1 0 16,3 1-6-16,6 0 8 15,1 2-2-15,1 0 0 16,3 4 10-16,3 0-10 0,1 1-1 16,-3 0 0-16,3 0-7 15,-5 4 7 1,0 4-14-16,-3 2 4 0,-4 2 11 15,-3 5 10-15,-3 2 9 16,0 1-11-16,-2 2 9 16,-8-1 14-16,-5 1-12 15,0-2 3-15,-3-2 7 16,0 0-8-16,-1-3-2 16,0-2-19-16,2 0 12 15,3-4-4-15,2-2-8 16,6-3 0-16,3-1-1 15,3 0-1-15,0 1-4 16,0 0-6-16,0 1 10 16,3 2 1-16,5 0-11 0,5 0 10 15,1-1 2-15,3 0 0 16,2-3-7-16,4-2-4 16,3-1-23-16,0 0-4 15,4-3-21-15,2-7-143 16,-3-1 14-16,6-9-163 15,-8 5-204-15,-8 0 205 0</inkml:trace>
  <inkml:trace contextRef="#ctx0" brushRef="#br0" timeOffset="208818.37">15269 14279 983 0,'0'0'211'0,"0"0"-46"16,0 0-4-16,0 0-11 15,0 0 18-15,0 0-45 16,0 0-62-16,0-17-43 16,0 17-17-16,0 7 12 15,-3 7-13-15,0 4 2 16,-1 3 5-16,1 1 4 16,0 2 15-16,-1-1-11 15,1 3 4-15,1 1 13 16,1-1-18-16,1-1-5 15,0-3-8-15,0-3-1 16,0-4 2-16,4-2-2 0,4-5-10 16,0-4 8-1,2-2-16-15,2-2 4 0,2 0 14 16,3-12 0-16,5-6-22 16,0-5-12-16,0-6-60 15,0-1 53-15,-4 0-3 16,-3-3 29-16,-4 2 15 15,-1 0 34-15,-4 4 9 16,-3 3 2-16,-2 7-12 16,-1 6 10-16,0 4-8 15,0 5 2-15,0 2-25 16,0 0-6-16,0 0 15 16,0 0-21-16,0 0 0 0,0 12 2 15,-1 3-2-15,-4 7 11 16,-1 7-9-16,0 5 14 15,-3 4-4-15,0 7-2 16,2 6 2-16,-2 4 31 16,0 3-31-16,1 0-3 15,2-2-8-15,2-1 8 16,-1-6-7-16,1-2-2 16,3-6 1-16,-1-4 7 15,-1-6-8-15,2-6 0 16,-2-4-11-16,1-5-2 15,-1-3-30-15,1-4-28 16,2-3-62-16,0-6-94 16,0 0-47-16,0-1-503 0</inkml:trace>
  <inkml:trace contextRef="#ctx0" brushRef="#br0" timeOffset="209216.44">15752 14407 1332 0,'0'0'229'16,"0"0"-166"-16,0 0-63 15,0 0 0-15,0 0 19 0,0 0 8 16,0 0 3 0,14 0 54-16,2 0-6 0,3 0-23 15,1 0-37-15,0 0-3 16,1 0-1-16,1 0-13 16,-2 0 1-1,2 0-1-15,-1 0-1 0,1 0-12 16,-2 0-86-16,4 0-62 15,-8 0-389-15,-3 0 26 16</inkml:trace>
  <inkml:trace contextRef="#ctx0" brushRef="#br0" timeOffset="209943.96">15911 14222 452 0,'0'0'72'0,"0"0"-37"16,0 0 14-16,0 0 7 15,0 0 32-15,0 0-26 16,0 0-46-16,-3 0-6 16,0 0-8-16,3 0 25 15,0 0 33-15,-1 0-14 16,1 0 35-16,0 0 33 16,0 0-20-16,0 0 5 15,0 0-15-15,0 0 3 16,0 0 9-16,0 0-23 0,0 0 0 15,0 0 19-15,0 0-32 16,0 0-10-16,0 0-24 16,0 0-8-16,0 0-1 15,0 0-17-15,-2 6 0 16,2 7 3-16,-1 4-1 16,-1 4 17-16,1 2-10 15,-2 5 10-15,-2 1 4 16,2 3-11-16,-1 5-5 15,-2-1 8-15,-2-1-15 16,4-4 0-16,1-6-1 16,1-5 1-16,2-6-1 15,0-2 1-15,0-5-19 0,0-2-16 16,2 0-65 0,7-5-90-16,1 0-106 0,-2 0-481 15</inkml:trace>
  <inkml:trace contextRef="#ctx0" brushRef="#br0" timeOffset="210392.39">16169 14357 1196 0,'0'0'153'0,"0"0"-124"0,0 0 7 16,0 0 105-16,0 0 9 15,0 0-99-15,0 0-43 16,60-68-8-16,-39 44-8 16,-2 0-5-16,-1-1-16 15,-1 3 29-15,-4 1 13 16,-4 4 30-16,-5 3-13 15,0 5 67-15,-4 5-11 16,0 4-7-16,0 0-48 16,0 0-29-16,0 0 5 15,0 8-1-15,0 10 0 16,-7 3 3-16,1 5-8 0,-3 7 17 16,-1 1-8-16,0 2-9 15,-1 1-1-15,1-2 14 16,4-1-14-16,1-4 0 15,2-5-13-15,3-4-55 16,0 1-194-16,0-6-118 16,-1-8-880-16</inkml:trace>
  <inkml:trace contextRef="#ctx0" brushRef="#br0" timeOffset="211603.98">10325 15636 1136 0,'0'0'195'0,"0"0"-39"16,0 0 14-16,0 0-5 15,0 0-25-15,0 0-34 16,0 0-25-16,-12-3-58 16,12 3-9-16,0-1-12 15,6-1-1-15,11 1 15 16,4 0-16-16,7-1 0 16,3 2 5-16,4 0-5 15,2 0 0-15,-3 0-7 16,0 0-12-16,-1 0-35 15,-1 0-123-15,-3 7-112 16,-9 0-295-16,-7-1-259 0</inkml:trace>
  <inkml:trace contextRef="#ctx0" brushRef="#br0" timeOffset="211874.58">10403 15770 854 0,'0'0'332'15,"0"0"-184"-15,0 0-30 16,0 0 11-16,0 0 11 16,0 0-61-16,0 0-19 15,21 0-21-15,-2 0 4 0,3 0-1 16,4 0-34-1,-2 0-7-15,4 6-2 0,1 2 1 16,0 2-66-16,9 3-109 16,-8-2-60-16,-5-4-454 0</inkml:trace>
  <inkml:trace contextRef="#ctx0" brushRef="#br0" timeOffset="212931.63">11594 15567 58 0,'0'0'19'0,"0"0"11"16,0 0-10-16,0 0-8 16,0 0-12-16,0 0 1 15,0 0 0-15,0 6-1 0</inkml:trace>
  <inkml:trace contextRef="#ctx0" brushRef="#br0" timeOffset="213383.01">11594 15567 1200 0,'-102'88'248'0,"102"-91"-73"16,0 1 17-16,0 1-64 0,0 1-32 16,0 0-55-1,0 0-27-15,0 0-6 0,3 0-6 16,10 0-2-1,5 0 6-15,6 0 0 0,3 0 7 16,0 0-13-16,3 0 0 16,-2 0 0-16,-1 0 2 15,-3 0-2-15,1 0-22 16,-4 0-85-16,-3 0-38 16,-3 0-71-16,-3 1 11 15,0 2-295-15,-8-3-204 0</inkml:trace>
  <inkml:trace contextRef="#ctx0" brushRef="#br0" timeOffset="214004.11">12005 15561 682 0,'0'0'202'15,"0"0"108"-15,0 0-141 16,0 0 24-16,0 0-35 16,0 0-78-16,0 0-23 15,0-11-12-15,0 11 11 16,0 0-9-16,-3 10-32 16,-1 6-1-16,-2 3 24 0,1 4-17 15,2 2-4 1,3 2-15-16,0 0 13 0,0 0-5 15,0-5-10-15,8 0 0 16,8-7 0-16,-2-3-4 16,2-4 3-16,6-7-15 15,-2-1 16-15,5-3-10 16,2-12-24-16,1-8-98 16,-1-1 91-16,-2-3-86 15,-5 1 55-15,-4-1 72 16,-5 1 15-16,-5 1 33 15,-5 4-12-15,-1 3 4 16,0 5 26-16,0 4 17 16,-1 5-7-16,-2 3-48 15,0 1 9-15,1 0-3 0,1 0-34 16,-2 1 0-16,0 12 3 16,0 5-3-16,-3 5 11 15,3 5-5-15,-1 3 8 16,1 6 9-16,1 2-22 15,-1 5 7-15,0 3 7 16,3 0-15-16,-2 0 0 16,2-2-1-16,0-7 1 15,0-4 0-15,0-9-3 16,0-3 3-16,0-7 4 16,0-2-4-16,0-3 0 15,-3 0-29-15,0-2-16 16,-2 2-21-16,0-2-164 0,4-3-12 15,-1-3-136 1,2-2-677-16</inkml:trace>
  <inkml:trace contextRef="#ctx0" brushRef="#br0" timeOffset="214521.74">12445 15226 988 0,'0'0'201'0,"0"0"-66"16,0 0 16-16,0 0-3 15,0 0-8-15,0 0-2 16,0 0-61-16,-43-24-47 16,43 24-30-16,0 0-19 15,9 0 19-15,3 0 27 16,4 0-26-16,1 5 0 16,2 2 9-16,2 1-10 15,-3 0 6-15,-2 0-6 16,-2 1 1-16,-4 1-2 15,-5 1 2-15,-4 3 0 0,-1 2 12 16,-1 1 2-16,-14 2 7 16,-2-1-9-16,0 2 6 15,0-3 27-15,-1-1-20 16,6-3-5-16,2-4-8 16,5-2-2-16,5 0-11 15,0-1-22-15,2 0 14 16,11-2 7-16,5 0-9 15,5-1 9-15,5-3-45 16,5 0 21-16,19-3-137 16,-10-7-129-16,-5 0-533 0</inkml:trace>
  <inkml:trace contextRef="#ctx0" brushRef="#br0" timeOffset="-214370.17">12861 15690 502 0,'0'0'199'0,"0"0"-1"16,0 0 70-16,0 0-42 15,0 0-26-15,0 0-45 16,0 0-27-16,-16 0-10 16,16 0-51-16,0 0-35 15,0 0-32-15,6 0 2 16,7 0 15-16,4 0-9 16,5 0-8-16,5 0 13 15,3-3-13-15,4 0-1 16,21-4-82-16,-8 0-273 15,-6 0-516-15</inkml:trace>
  <inkml:trace contextRef="#ctx0" brushRef="#br0" timeOffset="-213024.48">13624 15571 377 0,'0'0'235'16,"0"0"-59"-16,0 0 10 15,0 0-14-15,0 0-17 0,0 0-33 16,0 0-35-16,6 0-18 16,-3-1-24-16,3-6 23 15,1-3-18 1,1-1-40-16,5-2-10 0,-4 0 8 16,0 1-2-16,-2 3-3 15,-2 2-1-15,-4 3 15 16,1 1 9-16,-2 3-2 15,0 0-10-15,0 0 35 16,0 7-32-16,-6 7 11 16,-3 3 6-16,2 4 0 15,1 2-2-15,1 1-10 16,2 0-21-16,3 0 21 16,0-3-8-16,0 0-2 15,0-3-11-15,5-4 5 16,4-2-6-16,1-5-5 15,2-3-20-15,3-4 25 0,1 0 22 16,1 0-13-16,2-11-9 16,2-6-15-16,-1-1-86 15,-1-5 87-15,-1 0 2 16,-5-2-35-16,-1 1 47 16,0 0 13-16,-4 1-12 15,-4 2 16-15,-1 5 5 16,-1 2 0-16,-2 5 6 15,0 5 0-15,0 2-17 16,0 2-11-16,0 0 6 16,0 0-4-16,0 5-2 15,0 9 0-15,-5 5 6 0,-1 7 21 16,-2 6-16-16,-2 7 1 16,0 7 3-16,-2 6 4 15,0 6-3-15,0 6-15 16,-1 0-1-16,2 1 16 15,3-7-15-15,2-10-2 16,3-11 2-16,1-12-1 16,2-8 6-16,0-9-6 15,0-2 0-15,0-5 2 16,0-1-2-16,0 0-2 16,0 0-19-16,0 0-22 15,0 0-25-15,0-2-102 16,5-10-126-16,1-2-862 0</inkml:trace>
  <inkml:trace contextRef="#ctx0" brushRef="#br0" timeOffset="-212607.03">14249 15554 1307 0,'0'0'214'16,"0"0"-45"-16,0 0-17 16,0 0-48-16,0 0 6 15,0 0-62-15,0 0-48 16,-3 0 8-16,12 0-8 16,8 0 26-16,5 0-17 15,3 0-3-15,2 0 12 16,3 0-18-16,0 0 1 15,-1 0 0-15,1 0-1 16,-3 0-30-16,-6-2-39 16,-3 0-218-16,-3 1 90 0,-5-1-138 15,-7 1-612-15</inkml:trace>
  <inkml:trace contextRef="#ctx0" brushRef="#br0" timeOffset="-212316.69">14391 15413 1068 0,'0'0'202'0,"0"0"-54"0,0 0-13 16,0 0-39-16,0 0-15 16,0 0-40-16,0 0-22 15,-6 14-8-15,6 6 27 16,0 6 30-16,0 2-14 15,0 3 3-15,0 1-31 16,0 1-2-16,0-2-7 16,0-4-17-16,0-3 1 15,0-5-2-15,7-5 1 16,7-4-20-16,-1-4-100 16,14-6-231-16,-3-4-51 15,-2-11-466-15</inkml:trace>
  <inkml:trace contextRef="#ctx0" brushRef="#br0" timeOffset="-211973.82">14774 15478 1015 0,'0'0'266'0,"0"0"-93"16,0 0-48-16,0 0-76 15,0 0 58-15,0 0-5 16,36-74-58-16,-22 57-44 15,0-2-2-15,0 3 2 16,1 1 0-16,-6 5 3 16,-2 3-3-16,-4 3 19 15,-1 3-18-15,-2 1 15 16,0 0 0-16,0 0 12 16,0 0 2-16,0 7-13 15,0 7 21-15,0 5 27 0,-3 5-33 16,-3 6-5-1,-2 4-10-15,-1 3 6 16,-1 1 4-16,4 0-27 0,1-3-2 16,5-6 2-16,0-4-16 15,14-8-86-15,5-6-279 16,-1-7-985-16</inkml:trace>
  <inkml:trace contextRef="#ctx0" brushRef="#br0" timeOffset="-209657.49">5108 16583 914 0,'0'0'240'0,"0"0"-122"0,0 0 33 16,0 0 6-16,0 0-24 15,0 0-71-15,0 0-31 16,-8 0-9-16,8 0-15 15,8 0 17-15,1 0-1 16,7 0-1-16,2-2 15 16,5-3-36-16,2-1 6 15,2-3 12-15,-3-5-19 16,1 1 13-16,-7 0-13 16,-4 0-6-16,-6 2 5 15,-5 0 1-15,-3-1 0 16,0 1 7-16,0 0-7 15,0 0 8-15,-3-1-7 16,-5 4 5-16,0 1 6 0,5 1-12 16,-3 4 8-16,4 1 7 15,1 1 0-15,-1 0 1 16,1 0-16-16,-2 1 1 16,0 12 6-16,0 6-7 15,0 5 0-15,-1 5 20 16,1 8-7-16,0 5 15 15,-2 5-4-15,5 4-5 16,0 1 4-16,0-3-21 16,0-3-1-16,0-7 12 15,0-5-13-15,0-6 0 16,0-6 1-16,3-6 1 16,0-3 0-16,-1-9-2 0,-1-2-16 15,2-2 10 1,0 0-23-16,0-2 7 0,2-11 22 15,2-5 15-15,-1-10-12 16,3-5-2-16,3-3-2 16,0-1 1-16,0 3-16 15,7 5 1-15,-1 6 5 16,0 6 10-16,-2 6 0 16,-1 4 0-16,-4 5-7 15,-1 2 6-15,-2 0-21 16,-2 4 4-16,-2 9 18 15,2 6 14-15,-5 5 13 16,1 5-1-16,-2 2 1 16,0 2 11-16,0-2-20 0,0-6-5 15,0-2-12-15,0-7 8 16,0-3-9-16,0-3-1 16,1-6-7-16,1-1-10 15,4-3-73-15,5-1-111 16,-1-11-168-16,-3-3-346 0</inkml:trace>
  <inkml:trace contextRef="#ctx0" brushRef="#br0" timeOffset="-209024.8">4353 16793 880 0,'0'0'204'0,"0"0"42"16,0 0-28-16,0 0-66 15,0 0-66 1,0 0-34-16,0 0-51 0,0 0 21 15,13-1 19 1,1 0-4-16,10 1 2 0,1 0 1 16,3 0-5-16,5-2-22 15,0 1-7-15,0-1-6 16,1 1 11-16,-2-1-11 16,-7 2-6-16,-1 0-58 15,-8 0-77-15,-4 0-43 16,-9 0-78-16,-3 3-28 15,-10 9 30-15,-10-2-131 16,-5 0 101-16</inkml:trace>
  <inkml:trace contextRef="#ctx0" brushRef="#br0" timeOffset="-208792.78">4507 16851 12 0,'0'0'128'0,"0"0"68"16,0 0 107-16,0 0 2 16,0 0-10-16,-81 10-67 15,81-10-54-15,0 0-75 16,0 0-52-16,0 0-19 15,3 0 10-15,5 0 15 16,4 0 11-16,1 0-15 16,4 0-10-16,3 1-19 15,3 2-8-15,3 1 5 16,1 1-17-16,-1 0 0 16,2-2-1-16,-1 0-42 15,6-3-78-15,-6 0-172 16,-7-3-458-16</inkml:trace>
  <inkml:trace contextRef="#ctx0" brushRef="#br0" timeOffset="-208523.17">4699 16614 1181 0,'0'0'192'0,"0"0"-163"15,0 0-8-15,0 0 47 16,0 0-13-16,0 0-5 16,0 0-17-16,56 24 8 15,-39-6 6-15,-3 5-24 0,2 5 18 16,-5 6 3 0,-8 4-3-16,-3 5-9 0,0 2-9 15,-9 3-12-15,-8-2-3 16,-4-1-8-16,-7 1-85 15,9-11-174-15,-1-13-549 16</inkml:trace>
  <inkml:trace contextRef="#ctx0" brushRef="#br0" timeOffset="-207292.45">5865 16123 1243 0,'0'0'190'0,"0"0"-33"15,0 0 14-15,0 0-13 16,0 0-67-16,0 0-46 0,0 0-22 16,-11 31-9-16,5-8-13 15,-2 4-1 1,0 0 2-16,0 3 5 0,4 2-7 15,-1-3-13-15,4 1-103 16,1 4-108-16,0-9-66 16,3-7-474-16</inkml:trace>
  <inkml:trace contextRef="#ctx0" brushRef="#br0" timeOffset="-206856.3">6172 16448 575 0,'0'0'128'0,"0"0"11"0,0 0 138 16,0 0-41-16,0 0-42 15,0 0-71-15,0 0-45 16,-6-2-24-16,-3 12-16 16,-2 3 14-16,-2 2 11 15,2 3 1-15,0 2-15 16,2 0-9-16,0 3-30 16,1 0-8-16,4 6 17 15,1-1-13-15,3 0 0 16,0 2-6-16,3-3 0 15,13-2 0-15,3-1-6 16,3-1-10-16,1-5-37 16,4-2-70-16,12-5-79 15,-8-4-117-15,-2-4-706 0</inkml:trace>
  <inkml:trace contextRef="#ctx0" brushRef="#br0" timeOffset="-205235.59">6531 16515 173 0,'0'0'211'0,"0"0"-139"15,0 0 52-15,0 0-30 16,0 0 47-16,0 0 11 16,0 0-23-16,0-11 5 15,0 11-6-15,0 0-16 16,0 0-15-16,0 0-27 16,0 0-2-16,0 0-24 15,0 4-15-15,-3 9-1 16,0 3-13-16,0 5-8 15,2 2 21-15,1 2-6 16,0 0 3-16,0 0-8 16,6-1 1-16,3-2 5 15,1-5-21-15,1-2 4 16,-1-5 5-16,3-3-11 0,-2-4-1 16,3-3 1-16,0 0 8 15,0-7 20-15,4-10-28 16,-2-6-19-16,-1-1-25 15,-1-1-15-15,-3-2 25 16,-5 2 18-16,0 0 16 16,-4 5 57-16,-2-3-38 15,0 5 24-15,0 3 13 16,0 7-16-16,0 2 2 16,0 3 0-16,0 3-12 15,-2 0-14-15,1 0-16 16,1 2-2-16,-2 10 2 15,2 8 2-15,-1 9 7 0,-1 8-8 16,1 9 5 0,-2 7 8-16,1 7-12 0,-1 4 8 15,2-1 2-15,-2-1-11 16,0-4-2-16,0-8 1 16,0-6 0-16,0-7 13 15,0-7-13-15,0-6 0 16,-3-8 6-16,0-2-5 15,-3-2 1-15,2-4-1 16,-2-2 8-16,-3-3 0 16,3-3-9-16,-3 0-2 15,0 0 2-15,3-14-2 16,1-2-16-16,2-4-7 16,2-2-10-16,4-2 26 15,0-3-31-15,9 0 8 0,8-1-11 16,6-2-62-16,6 1-74 15,2-4-73-15,21-16-348 16,-7 7 5-16,-3 3 266 16</inkml:trace>
  <inkml:trace contextRef="#ctx0" brushRef="#br0" timeOffset="-204859.96">7010 16376 1136 0,'0'0'150'16,"0"0"-100"-16,0 0-21 16,0 0 8-16,0 0 42 15,0 0-8-15,0 0-32 16,28 53-1-16,-14-33-4 15,0 3 11-15,-1 2 23 16,-1 3-25-16,-2 5 8 16,-2 0-4-16,-5 6-15 15,-3 0 0-15,0 1-21 16,-5-2 3-16,-10-2-3 16,-1 0-11-16,-5-4-6 15,2-1-3-15,-7 0-146 16,5-8-133-16,4-9-869 0</inkml:trace>
  <inkml:trace contextRef="#ctx0" brushRef="#br0" timeOffset="-204394.42">7422 16581 1258 0,'0'0'205'0,"0"0"-83"0,0 0-33 16,0 0-6-16,0 0-63 15,0 0 4-15,0 0 23 16,60 0-15-16,-32 0-10 16,3 0-21-16,1 0 17 15,-1 0-12-15,0 0-5 16,-1 0-1-16,-2 0 0 16,-2 0-41-16,-7 0-65 15,1 0-95-15,-8 0-280 16,-5 3-253-16</inkml:trace>
  <inkml:trace contextRef="#ctx0" brushRef="#br0" timeOffset="-204182.22">7494 16796 1287 0,'0'0'239'15,"0"0"-169"-15,0 0-69 16,0 0 53-16,0 0 47 16,0 0-9-16,0 0-31 15,74-8-21-15,-44 2-23 16,4 2 4-16,2 1-21 16,2 0-1-16,-1 3 0 15,9 0-45-15,-7 0-154 16,-11 4-410-16</inkml:trace>
  <inkml:trace contextRef="#ctx0" brushRef="#br0" timeOffset="-203088.05">8426 16611 646 0,'0'0'352'0,"0"0"-142"15,0 0-10-15,0 0-44 16,0 0 8-16,0 0-38 16,0 0-62-16,0-4-46 15,4 3 14-15,4-1-24 16,3 1 14-16,5-2-21 16,2 3 16-16,4 0-11 0,2 0-6 15,0 0 1 1,-3 0-2-16,3 0 1 0,-2 3-36 15,0 1-43-15,-2-1-47 16,7 1-57-16,-7-2-146 16,-4-1-432-16</inkml:trace>
  <inkml:trace contextRef="#ctx0" brushRef="#br0" timeOffset="-202331.77">9208 16469 947 0,'0'0'157'0,"0"0"-54"16,0 0 23-16,0 0 38 15,0 0-8-15,0 0-58 16,0 0-44-16,-84 32-15 16,74-32 18-16,1 0-23 15,0 0-2-15,5 0 3 16,-1-1-4-16,2-8-31 16,3-2-22-16,0-1 13 15,0-4-30-15,12 0 8 0,1 2-67 16,2 1 67-1,0 2 31-15,-1 4 5 0,-1 3 2 16,-1 3-7-16,-1 1 0 16,-3 0 0-16,0 7 0 15,-4 8 13-15,-2 5 15 16,-2 7 8-16,0 4 0 16,-3 4 0-16,-8 2 13 15,-3-1-9-15,-3 1-1 16,-4-2-5-16,-1-1-2 15,-2-1-10-15,0-4-6 16,-1 0-10-16,-1-7 12 16,4-4-18-16,4-5 0 15,2-6 0-15,4-4 5 0,0-3-11 16,4 0 6-16,4-2-19 16,1-7 4-16,3-3-23 15,0-1 36-15,0 0-13 16,9 1 2-16,6 2 13 15,1 3 0-15,2 0 0 16,0 3 7-16,3 2-7 16,0 1 0-16,0 1 0 15,-2 0 0-15,5 4-6 16,-2 8-5-16,-2 2 11 16,2 0 12-16,-1 0-12 0,-2-1 0 15,4-3 7-15,-3-5-7 16,2-2-46-16,1-3-31 15,4-7-99-15,0-10-95 16,10-17-222-16,-7 3-26 16,-3 2 171-16</inkml:trace>
  <inkml:trace contextRef="#ctx0" brushRef="#br0" timeOffset="-201767.5">9503 16623 62 0,'0'0'517'0,"0"0"-341"16,0 0 110-16,-7-79-8 15,-1 66-66-15,2 6-52 16,2 4 4-16,1 3-76 0,0 0-53 15,-1 1-15 1,-1 11-20-16,1 2 0 16,-4 3 14-16,5 2-5 15,0 3 15-15,0 0-5 0,1 2 11 16,2 1-1 0,0 0-19-16,0-3-1 0,6-1 8 15,5-4-16-15,0-4-2 16,2-5-5-16,-1-3 0 15,1-4 5-15,1-1 1 16,2 0 0-16,-1-10-6 16,3-7 6-16,-2-4-13 15,1-3-15-15,-4-3 7 16,-1-1 7-16,-3 0 5 16,-1 2 9-16,-4 2 10 15,-1 6-8-15,-3 4 15 16,0 6-15-16,0 4 21 15,0 4-23-15,0 0 0 16,0 0-7-16,0 0 0 0,0 8 7 16,0 5 0-16,6 5 9 15,-2 6 17-15,1 6 4 16,-2 9-12-16,-2 6-2 16,1 9 15-16,-2 6-18 15,0 0 8-15,0 3-15 16,-3-2 7-16,-2-4-1 15,-1-7-12-15,-1-9 0 16,3-9 11-16,-1-8-10 16,2-9-1-16,0-7 1 15,3-5-1-15,0 0 0 16,0-3-39-16,0 0-15 16,0 0-8-16,0-6-52 0,0-7-130 15,3-2-437-15</inkml:trace>
  <inkml:trace contextRef="#ctx0" brushRef="#br0" timeOffset="-201209.2">10216 16668 1575 0,'0'0'210'0,"0"0"-131"16,0 0-67-16,0 0-2 15,0 0 22-15,0 0 18 0,0 0-10 16,58 7-2-1,-33-7-25-15,1 0-3 0,1 0-10 16,-3 0 7 0,1-2-12-16,-5-3 5 0,-1-1-48 15,-7 2-108-15,-3 0-73 16,-5 1 47-16,-2 1-315 16,-2 0-122-16</inkml:trace>
  <inkml:trace contextRef="#ctx0" brushRef="#br0" timeOffset="-199997.22">10754 16726 1024 0,'0'0'187'0,"0"0"-77"16,0 0-8-16,0 0-14 15,0 0 8-15,0 0-26 16,0 0-32-16,61-89-37 16,-47 63 31-16,-3 1-7 15,3 0 20-15,-3-4-24 16,-2 5 17-16,-3 2-9 16,-1 2 36-16,-1 7-14 15,-4 3 15-15,0 6-24 16,0 3 12-16,0 1-29 15,0 0-8-15,0 0-6 16,0 0-2-16,0 5-8 16,0 8 20-16,-4 7-3 0,1 5 6 15,0 5-1 1,-3 2 5-16,0 3 2 0,-2 3-17 16,1-4-12-16,3 2 22 15,1-5-23-15,-2-5 0 16,5-4-8-16,0-6 7 15,0-5-41-15,0-3-64 16,0-5-126-16,3-2-91 16,0-1-466-16</inkml:trace>
  <inkml:trace contextRef="#ctx0" brushRef="#br0" timeOffset="-197378.03">4595 17629 971 0,'0'0'165'15,"0"0"-94"-15,0 0 10 16,0 0 11-16,0 0-8 15,0 0-28-15,0 0-13 16,-11 5-27-16,11-5-9 16,6 0 16-16,5 3 9 15,7 1-3-15,2 3-10 16,3 0 9-16,4 2 3 16,1-2-31-16,-1-1 11 15,3-2-2-15,-2-1-9 16,-1 0 7-16,0-3-7 15,-3 0-26-15,1 0-144 0,-1 0 10 16,-5 0-352 0,-8 0-35-16</inkml:trace>
  <inkml:trace contextRef="#ctx0" brushRef="#br0" timeOffset="-197026.55">4656 17746 1005 0,'0'0'293'16,"0"0"-162"-16,0 0-12 0,0 0 3 16,0 0-2-16,0 0-75 15,0 0-15-15,9-2-8 16,6 1 4-16,0 1 25 15,4 0-20-15,2 0-12 16,0 0 6-16,3 0-5 16,1 0-12-16,-1 0-8 15,6 0 6-15,-5 0 5 16,2 3-11-16,-1-2-64 16,-1 2-33-16,2-2-60 15,-5 1-199-15,-10-2-484 0</inkml:trace>
  <inkml:trace contextRef="#ctx0" brushRef="#br0" timeOffset="-196741.27">5001 17572 730 0,'0'0'324'15,"0"0"-237"-15,0 0-61 16,0 0 98-16,0 0-8 16,0 0-32-16,0 0-8 15,82 3-13-15,-62 6-27 16,2 3 2-16,-5 1-5 16,-3 4-12-16,-1 1-4 15,-8 2-5-15,-5 3 9 0,0-1 8 16,-3 3 15-16,-12 1-16 15,0 1-28-15,-3 1-3 16,-5 9-85-16,4-8-166 16,3-5-553-16</inkml:trace>
  <inkml:trace contextRef="#ctx0" brushRef="#br0" timeOffset="-195460.77">6397 17579 563 0,'0'0'260'0,"0"0"18"15,0 0-99-15,0 0-37 16,0 0-42-16,0 0-60 0,0 0-27 16,0 9-13-1,9-3 25-15,2-1 11 0,2 0-18 16,2-1 5-16,1-3 15 15,1-1 4-15,2 0 7 16,2-5-16-16,0-11-2 16,0-4 3-16,-1-7-18 15,-1-1-15-15,-5 1-2 16,-5 2-3-16,-3 4 4 16,-6 1 6-16,0 4 3 15,0 5 23-15,-3 2-16 16,-3 4 32-16,2 2 4 15,-1 3-14-15,4 0 11 16,-1 0-30-16,0 0-12 16,0 3-7-16,-1 11 0 15,0 7 0-15,0 7 3 16,0 6-2-16,-3 9 7 0,4 2-8 16,-1 7 8-1,0 2 6-15,2-1-13 0,1-5-1 16,0-4 0-16,0-6-1 15,0-5 1-15,0-8 0 16,3-8 0-16,0-6-1 16,0-5-9-16,-3-6-1 15,3 0-5-15,-3 0-24 16,3 0-8-16,3-7 12 16,2-10 36-16,3-7 0 15,3-7-49-15,5-5-13 16,2 1-64-16,-3 1 49 15,7 6 68-15,1 6 9 0,-4 5 6 16,-1 3 16 0,-2 8-10-16,-5 3-12 0,-1 3 13 15,-4 0 11-15,-3 13 11 16,0 7 13-16,0 5 17 16,-3 5 2-16,-2 6-27 15,1 4-11-15,-2 4 3 16,3-4-20-16,0 1 1 15,0-4-11-15,2-7 5 16,-2-9-1-16,1-9-6 16,2-5-12-16,-2-4-11 15,1-3-77-15,2-3-55 0,8-26 8 16,-3-1-70 0,-1-1-873-16</inkml:trace>
  <inkml:trace contextRef="#ctx0" brushRef="#br0" timeOffset="-195105.44">7073 17254 1217 0,'0'0'203'0,"0"0"-144"0,0 0 66 16,0 0-14-16,0 0 22 16,0 0-54-16,0 0-54 15,0-6-13-15,0 16-3 16,-2 5 23-16,-2 9 4 16,-2 4-6-16,0 5-1 15,0-2-22-15,3 0-5 16,0-2-2-16,3-3 0 15,0-2-30-15,0-4-132 16,6-5-174-16,0-5-647 0</inkml:trace>
  <inkml:trace contextRef="#ctx0" brushRef="#br0" timeOffset="-194311.23">7455 17466 88 0,'0'0'297'0,"0"0"-193"15,0 0 149-15,0 0-77 0,0 0-17 16,0 0-39-1,0 0-20-15,-9-11-32 16,6 11 18-16,0 0 15 16,-3 0-22-16,2 0-32 0,-4 0-2 15,2 0 31-15,-4 8-34 16,-1 4-15-16,2 1 15 16,-4 2 6-16,5 2-21 15,1 3-5-15,1 1-6 16,3 3-3-16,3 2 1 15,0 3-13-15,0 1 0 16,1 4 0-16,10-4 0 16,1 0-1-16,4-2-9 15,3-4 3-15,-2-1 5 16,7-3-34-16,-2-6-70 16,8-1-68-16,-6-5-108 15,-2-5-483-15</inkml:trace>
  <inkml:trace contextRef="#ctx0" brushRef="#br0" timeOffset="-192212.54">7925 17572 380 0,'0'0'201'0,"0"0"-115"16,0 0 102-16,0 0-18 15,0 0-3 1,0 0-50-16,0 0-46 0,-12 45 2 16,7-43 8-16,1-2 11 15,-5 0-22-15,0 0-38 16,1 0-2-16,-2-4 32 16,1-5-32-16,2-1 11 15,-1-1-14-15,1-2 1 16,4-1-15-16,3 0-13 15,0-1-19-15,0 1 13 16,0-1-19-16,7 4 12 16,2 2-6-16,0 4 3 15,0 0 15-15,3 4-11 0,-1 1-4 16,0 0 16 0,1 0-14-16,-1 4-2 0,-1 8 14 15,-1 2 2-15,-3-1 5 16,-3 4-4-16,-3 2 7 15,0 1 14-15,0 0-3 16,-7 3 19-16,-7 0 8 16,-2 1-11-16,-3 2-3 15,-1-5-10-15,-1 1-6 16,2-2 11-16,-1-1-26 16,4-4 8-16,1-5-3 15,6-2-6-15,2-3 6 16,4-3-6-16,1 1 0 0,2-3-1 15,0 0-9 1,0 2-4-16,0-1-1 0,0 2 0 16,6 1 14-16,6-1-14 15,0 1 15-15,7 0 23 16,-2-1-22-16,8 0 10 16,-1 0 4-16,1-2-3 15,-2 1-3-15,1-1-8 16,-2-1 0-16,-1 0 12 15,-5 0-13-15,-1 0 0 16,-1 0 0-16,-4 0-8 16,-1 0-34-16,-3 0-135 15,0 0-45-15,0-3-182 16,-3-4-347-16</inkml:trace>
  <inkml:trace contextRef="#ctx0" brushRef="#br0" timeOffset="-191921.05">8186 17483 1011 0,'0'0'174'0,"0"0"-90"15,0 0 0-15,0 0 68 0,0 0-56 16,0 0-40-16,0 0 17 15,42 27 29-15,-31-7-27 16,0 2-17 0,-2 4-24-16,0 2 2 0,0 2-3 15,-5-2-22-15,1 2-9 16,-2-4 10-16,-2 1-12 16,-1 0 0-16,0-2-2 15,0 2-69-15,-16 6-91 16,-2-6-363-16,1-5-467 0</inkml:trace>
  <inkml:trace contextRef="#ctx0" brushRef="#br0" timeOffset="-190051.36">8974 17572 834 0,'0'0'331'15,"0"0"-95"-15,0 0-7 16,0 0-43-16,0 0-27 16,0 0-60-16,0 0-36 15,-11 0-17-15,11 0-19 16,0 0-17-16,0 0-10 15,0 0-4-15,6 0 4 16,9 0 4-16,5-3 9 16,5-1-7-16,2 1-6 15,1 0 0-15,5 2-6 16,-3 1 6-16,-2 0-38 16,3 0-20-16,-2 0-51 0,2 10-98 15,-6-4-75-15,-7 1-453 16</inkml:trace>
  <inkml:trace contextRef="#ctx0" brushRef="#br0" timeOffset="-189667.42">9053 17697 1160 0,'0'0'226'0,"0"0"-150"0,0 0 20 16,0 0 36-16,0 0 29 15,0 0-66-15,0 0-52 16,-5 0-26-16,8 0-16 16,8 0 28-16,3 0-16 15,5 0 0-15,3 1 8 16,3-1-20-16,2 0 0 15,0 0 0-15,0 0 0 16,0 0-1-16,1 0-10 16,-1-1-119-16,7-2-122 15,-7 3-68-15,-6-3-542 0</inkml:trace>
  <inkml:trace contextRef="#ctx0" brushRef="#br0" timeOffset="-187919.76">9936 17538 1144 0,'0'0'182'16,"0"0"-93"-16,0 0 40 16,0 0 5-16,0 0-8 15,0 0-77-15,0 0-8 16,-2 0-29-16,2 0 0 16,3 0-5-16,8 0 42 15,1 0-20-15,7-2-16 16,0 2-13-16,1-2 16 15,4-1-16-15,1 2 6 16,0-3-6-16,2 1 6 16,-1-1 0-16,-4 0-6 15,-1 2-11-15,-7-1-6 16,-3 3-55-16,-3 0 0 0,-4 0-36 16,-1 0-21-1,0 0-179-15,-1 0-84 0,-2 0 96 16</inkml:trace>
  <inkml:trace contextRef="#ctx0" brushRef="#br0" timeOffset="-187079.2">10479 17327 355 0,'0'0'283'0,"0"0"-49"0,0 0 6 15,0 0-58-15,0 0-21 16,0 0-29-16,0 0-40 15,6-14-22-15,-6 14-3 16,0 5 1-16,0 7-16 16,0 3 7-16,-1 3-26 15,-5 2-5-15,-2 1 0 16,3-2-7-16,-1-2-3 16,1-5-12-16,2-1-5 15,1-4 7-15,2-2-2 16,0-2-7-16,0-3 1 15,0 0 0-15,0 0-1 16,0 0-23-16,0 0-10 0,0 0 10 16,10-3 24-1,1-3 0-15,7 2 0 0,-2 0-1 16,5 2-6-16,-3 2-8 16,3 0 11-16,0 0-2 15,-3 6 6-15,0 5-14 16,-3 3 14-16,-2 2 7 15,-4 1 4-15,-3 1-10 16,-4 2 17-16,-2-2 23 16,0 2 3-16,-6-2-11 15,-7-1 4-15,-1-1 8 16,-1-1 3-16,-5 0-16 16,4-1-14-16,-5-3 13 0,6-1-22 15,0-5-3 1,5-1-6-16,-1-2-9 0,2-2 9 15,2 0-12-15,-3 0-61 16,2-3-12-16,2-11-39 16,1-11-106-16,2-2-333 15,0 1-697-15</inkml:trace>
  <inkml:trace contextRef="#ctx0" brushRef="#br0" timeOffset="-186857.96">10467 17320 1134 0,'0'0'275'0,"0"0"-125"0,0 0-24 16,0 0-10-16,0 0 17 16,0 0-52-16,0 0-30 15,94-41-17-15,-64 39-12 16,-2 2-2-16,2 0-18 15,0 0 7-15,0 0 4 16,-1 0-13-16,3 0-30 16,-1 0-48-16,11 0-121 15,-9 2-200-15,-5-2-909 0</inkml:trace>
  <inkml:trace contextRef="#ctx0" brushRef="#br0" timeOffset="-186032.82">11167 17598 530 0,'0'0'357'0,"0"0"-184"0,0 0 75 16,0 0-70-16,0 0-60 15,0 0 26-15,0 0-3 16,-51-36-59-16,51 35-34 15,0 1-18-15,0-2-29 16,8 2 8-16,6 0-2 16,4 0 5-16,8 0 6 15,4 0-17-15,2 0-1 16,6 0 13-16,2 2-12 16,-1 1-1-16,-2-2-31 15,-3 2-61-15,-4-3-120 16,-6 3-63-16,-5 1-298 0,-11-1-67 15</inkml:trace>
  <inkml:trace contextRef="#ctx0" brushRef="#br0" timeOffset="-185728.87">11185 17690 1215 0,'0'0'196'0,"0"0"-80"16,0 0 21-16,0 0 9 15,0 0-49-15,0 0-62 16,0 0-21-16,-3 0 8 16,15 0 20-16,7 0-9 15,3 0-8-15,4 0 1 16,3 4-18-16,1 0-7 16,2 2-1-16,0-2 0 0,0-1 12 15,1-1-12 1,-2 0-40-16,0-2-61 0,5 0-178 15,-6-10-305-15,-6-1-162 16</inkml:trace>
  <inkml:trace contextRef="#ctx0" brushRef="#br0" timeOffset="-185457.16">11601 17433 1119 0,'0'0'232'0,"0"0"-97"15,0 0-23-15,0 0-57 16,0 0-39-16,0 0-6 16,0 0-10-16,13 9 47 15,2 3-21-15,2 0 2 16,-1 4-8-16,1 2-1 16,-1 2 5-16,-3 1-2 15,1 6 5-15,-5-1 7 16,-3 2-16-16,-5 0 1 15,-1 0-6-15,0-1 0 16,-6-3 11-16,-6-3-17 16,-4-1-7-16,2-6 0 15,1-3-32-15,2-7-100 16,4-4-67-16,1 0-389 0</inkml:trace>
  <inkml:trace contextRef="#ctx0" brushRef="#br0" timeOffset="-184930.81">12033 17347 466 0,'0'0'161'15,"0"0"-25"-15,0 0 136 0,0 0-83 16,0 0-80-1,0 0-25-15,0 0-7 0,45 32-22 16,-30-32-13 0,0 0-7-16,3-3 3 0,0-10-4 15,1-3-34-15,-1-3-14 16,-1-4-7-16,-3 2-3 16,-3 0-25-16,-5 2 28 15,-6 0 21-15,0 3 6 16,-1 2 20-16,-12 5 28 15,0 2 28-15,1 2 52 16,3 4-44-16,0 1-23 16,3 0-32-16,2 6-14 15,-1 9-14-15,2 5 2 16,0 5 10-16,3 6-11 16,0 6 12-16,0 5 10 15,0 6-8-15,0 7 0 0,6 15-6 16,2-4 8-16,1 3 17 15,3 13-24-15,-2 2-10 16,-1-2 4-16,0-11-10 16,-6-16 0-16,-2-16-1 15,1 1 2-15,-2-1-1 16,0-6-1-16,0-6-32 16,0-7-25-16,-2-4-53 15,-12-10-82-15,2-2-104 16,-3-4-368-16</inkml:trace>
  <inkml:trace contextRef="#ctx0" brushRef="#br0" timeOffset="-184728.08">11964 17980 1220 0,'0'0'203'0,"0"0"-126"15,0 0-4-15,32-72-2 16,-9 43 9-16,5-7-18 15,6-3-13-15,5-5-40 16,0-1-9-16,1 1-7 16,12-15-62-16,-10 12-205 15,-7 6-292-15</inkml:trace>
  <inkml:trace contextRef="#ctx0" brushRef="#br0" timeOffset="-184463.95">12453 16960 1007 0,'0'0'215'0,"0"0"-128"16,0 0-6-16,0 0-11 15,0 0 56-15,0 0-28 16,-20 92-43-16,16-57-21 16,-2 3-6-16,3 2-15 15,3 0-13-15,0 10-36 0,0-11-136 16,0-9-500-16</inkml:trace>
  <inkml:trace contextRef="#ctx0" brushRef="#br0" timeOffset="-183713.35">12568 17529 684 0,'0'0'224'0,"0"0"-111"16,0 0 108-16,0 0-89 16,0 0-65-16,0 0-53 15,0 0 11-15,7-40-25 16,3 30 6-16,-5 3-6 16,-2 3 32-16,0 2 4 15,-3 2 3-15,0 0-24 16,0 2 39-16,0 10-11 15,0 7 38-15,-6 2-7 16,3 3-18-16,0 1-12 16,1 2 1-16,2 0-16 15,0-2 10-15,0 1-20 0,11-5-5 16,1-3-8-16,1-4 2 16,1-5-8-16,-1-6 0 15,-1-3 1-15,0 0 0 16,1-12 20-16,0-6-11 15,0-6-10-15,-3-4 0 16,-1-2-6-16,0-2-5 16,-3 1-3-16,-3 1 14 15,-1 2-9-15,-2 4 9 16,0 5 0-16,0 8 12 16,0 4 7-16,0 4-2 15,0 3-2-15,0 0-6 16,0 0-8-16,0 0-2 15,0 9 2-15,0 9 18 0,0 8 10 16,0 8 4-16,0 5-18 16,0 8 30-16,0 5-22 15,0 5-1-15,-3 5-9 16,-2 1 6-16,-2-7-4 16,4-3-15-16,1-10 2 15,1-9-1-15,1-9 5 16,0-8-12-16,0-4 4 15,0-10 1-15,0-2-5 16,-2-1-33-16,2 0-36 16,-1 0 13-16,1-20-95 15,-2 2-219-15,2-4 6 0</inkml:trace>
  <inkml:trace contextRef="#ctx0" brushRef="#br0" timeOffset="-182910.86">13105 17183 763 0,'0'0'331'0,"0"0"-113"16,0 0 26-16,0 0-54 16,0 0-18-16,0 0-62 15,0 0-42-15,-17 4-26 16,5 10-20-16,-4 6 9 15,1 3 28-15,2 2-23 16,1 0-11-16,3 4-1 16,3-3-6-16,3-1 1 15,3 0-19-15,0-1 6 16,0-3-12-16,13-2 1 16,4 1-9-16,2-1 6 0,5-2 7 15,0-5-42 1,4 1-58-16,12-2-23 0,-8-2-129 15,-5-5-317-15</inkml:trace>
  <inkml:trace contextRef="#ctx0" brushRef="#br0" timeOffset="-182168.73">13342 17475 476 0,'0'0'307'0,"0"0"-70"16,0 0-11-16,0 0-71 15,0 0-26-15,0 0-50 16,0 0-20-16,-4 0-24 16,8 0 30-16,4 0-14 15,5-10 12-15,-1-4-27 16,7-3-36-16,-2-4-13 16,2-3-41-16,-3-2-8 15,-2 3 62-15,-5-2 11 16,3 4 2-16,-6 4 18 15,-3 3 28-15,-2 6-20 16,-1 4 16-16,0 1 3 16,0 3-14-16,0 0-1 0,0 0-24 15,0 0-3 1,0 0-4-16,0 7-11 0,0 5 8 16,0 8 19-16,0 6 7 15,-3 2 14-15,0 4-21 16,0-1 2-16,0 3-5 15,0 0-10-15,3-1-8 16,0-4-6-16,0-4-1 16,0-5 0-16,0-4-7 15,3-5-12-15,5-4-60 16,1-3-23-16,7-4-45 16,-2 0-146-16,-1-5-618 0</inkml:trace>
  <inkml:trace contextRef="#ctx0" brushRef="#br0" timeOffset="-181964.97">13670 17387 1430 0,'0'0'222'0,"0"0"-163"16,0 0-53-16,0 0 14 15,0 0 28-15,0 0 40 16,0 0-21-16,-6 91-37 15,2-60 9-15,-2-4-14 16,0 1-13-16,3-4 4 16,0-4-16-16,3-5-1 15,0-4-6-15,0-5-101 0,3-6-93 16,6 0-408-16,1-6-148 16</inkml:trace>
  <inkml:trace contextRef="#ctx0" brushRef="#br0" timeOffset="-181470.01">13960 17290 1126 0,'0'0'150'0,"0"0"-135"15,0 0 17-15,0 0 46 16,0 0 61-16,0 0-24 15,0 0-17-15,-35-25-63 16,35 21-16-16,10 1-18 16,4 0 13-16,-2 2-12 15,3 1 3-15,-3 0-5 16,0 0 0-16,-5 5 3 16,1 6 35-16,-4 0-12 15,-2 5 20-15,-2 1 7 16,0 0-1-16,0 3-3 15,0-1 5-15,-8 4 15 16,-1-2-23-16,-1 3 12 16,3 0-6-16,-1 2-28 15,5-4-4-15,1 1-19 16,2-4 1-16,0 0-2 16,5-2 0-16,4-4-8 0,3-2 7 15,0-3-10-15,3-2-3 16,3-5 7-16,2-1-5 15,6 0-9-15,-2-7-74 16,4-8-49-16,2-5-6 16,8-16-187-16,-7 6-403 15,-7 0-78-15</inkml:trace>
  <inkml:trace contextRef="#ctx0" brushRef="#br0" timeOffset="-181182.93">14295 17179 1222 0,'0'0'222'0,"0"0"-155"15,0 0-53-15,0 0-6 16,0 0 5-16,0 0 54 16,0 0 36-16,14 40-59 15,-2-21-18-15,1-2 19 16,4 5 55-16,-4 1-41 15,0 5-16-15,-5 3-13 16,-4 4 7-16,-4 4-18 16,0-3 0-16,0 0-10 15,0-3 4-15,-1-3-3 16,-4-6-10-16,1-1-1 0,-1-2 1 16,-6 1-83-1,2-3-125-15,-2-5-404 0</inkml:trace>
  <inkml:trace contextRef="#ctx0" brushRef="#br0" timeOffset="-180703.43">14841 17373 962 0,'0'0'333'0,"0"0"-168"0,0 0-58 15,0 0-5-15,0 0-11 16,0 0-30-16,0 0-7 15,26 0-10-15,-8 0 0 16,4 0-20-16,2 0-8 16,0 0 0-16,-2 0-16 15,2 1 0-15,-2 1-1 16,-2 1-115-16,-4-2-88 16,-5 2-338-16,-4-2-247 0</inkml:trace>
  <inkml:trace contextRef="#ctx0" brushRef="#br0" timeOffset="-180448.45">14850 17486 935 0,'0'0'269'0,"0"0"-121"16,0 0-55-16,0 0 7 15,0 0-17-15,0 0 92 16,0 0-46-16,57 17-54 15,-33-11-24-15,0-3-28 16,0 1-2-16,0 2 0 16,1-2-21-16,2-1 1 15,1-1 14-15,0 0-15 16,-1-1 0-16,0 1-73 16,5-2-141-16,-9 0-331 15,-3 0-410-15</inkml:trace>
  <inkml:trace contextRef="#ctx0" brushRef="#br0" timeOffset="-180118.28">15344 17438 601 0,'0'0'560'0,"0"0"-407"0,0 0-5 16,0 0 8-16,0 0 0 15,0 0-24-15,0 0-53 16,12 0-15 0,0 0-4-16,6 0-38 0,3 0-8 15,3 0 3-15,3 0-11 16,1-1-5-16,-1-3-1 15,-1 0 0-15,-1-1 0 16,-5 4-47-16,-3-2-76 16,-11 3-191-16,-3 0-266 15,-3 0-410-15</inkml:trace>
  <inkml:trace contextRef="#ctx0" brushRef="#br0" timeOffset="-179616.88">15931 17212 342 0,'0'0'967'16,"0"0"-838"-16,0 0 71 15,0 0-128-15,0 0 8 16,0 0 33-16,-91-5-16 15,77 13-35-15,3 1-43 16,3 1-11-16,2 1 9 16,1 2-11-16,2-1 8 15,2 5-6-15,1-3 13 0,0 5 0 16,0-1-11-16,0 2-7 16,9-1 10-16,1 3-13 15,3 2 0-15,1-3 0 16,-1 0 1-16,-1 2 8 15,-2-2-9-15,-2-4 1 16,-2-1 1-16,-3 0-1 16,-1-6 4-16,-2 0-4 15,0-4 4-15,0 1 8 16,-5-3-12-16,-5 0 0 16,-2-1-1-16,0-3-7 15,2 0-48-15,1-7-117 16,-4-20-131-16,5 1-394 15,0-1-311-15</inkml:trace>
  <inkml:trace contextRef="#ctx0" brushRef="#br0" timeOffset="-179457.96">15856 17225 869 0,'0'0'322'15,"0"0"-139"-15,0 0-10 16,85-24-32-16,-54 18 5 15,-1 2-19-15,1 0-39 16,1 1-45-16,-3-1-11 16,4-2-13-16,0 1-17 15,12-4-2-15,-9 1-131 16,-6 1-419-16</inkml:trace>
  <inkml:trace contextRef="#ctx0" brushRef="#br0" timeOffset="-154702.45">19262 4006 1149 0,'0'0'174'16,"0"0"-137"-16,0 0-5 0,0 0-16 16,0 0 15-1,0 0 9-15,-37 3-25 0,35 4-9 16,1 2 4 0,-1 1 10-16,2 3 12 0,0 1-9 15,0 3-7-15,-1 3 14 16,1 5-7-16,-2 4 3 15,-1 3-1-15,2 5-3 16,-2 2 4-16,-2 5-14 16,1 4 5-16,0 4 20 15,-4 14-23-15,-1 16 8 16,-1 16-4-16,1 5 2 16,1-3-5-16,4-4-13 15,-1-8-2-15,3-2 19 16,1-3-19-16,1-3 0 15,0 2-1-15,-3 0 1 16,3-1 3-16,-3 0-3 0,2-1 0 16,-2 1 16-1,0 1-16-15,1 3 0 0,-1 2-8 16,0 5 8-16,0-2 3 16,2 2-3-16,-1-2 0 15,2 3 3-15,0 3-3 16,0 1-1-16,0 2 0 15,0 0 1-15,0 3 2 16,0 4-2-16,0 2-3 16,0-1 1-16,-1-1 2 15,1-4 0-15,0-2-6 16,0 0 6-16,0-1-2 16,0-2-6-16,0 1 8 0,0-1-5 15,1 6 5 1,2 2-6-16,-1 0 4 0,-2 1 2 15,1-1 2-15,-1 1-2 16,0 2 0-16,0 0 4 16,0 1-4-16,0 0 0 15,0 1-6-15,0 1 6 16,0 1-1-16,-7 0 1 16,-3-1 0-16,0 3-1 15,-2 5 0-15,1 2 1 16,-1 5 2-16,-3 1-2 15,1 5 3-15,0 1-3 0,1 1 0 16,1-1 0-16,-1-2 0 16,1 0 0-16,0 0 0 15,2 2 0-15,-1 1 1 16,-2 3-1-16,1 0 0 16,0 1-1-16,-1 4 2 15,2 0-2-15,-2 5-1 16,2 2 2-16,2 4 0 15,2 0 0-15,4 3-7 16,0 1 6-16,1-2-4 16,1-2-14-16,1 2-12 15,-2-2-1-15,2-5 22 16,0-1-8-16,0-2 9 16,0-1 8-16,0 0-8 15,0 0 9-15,0 1 0 0,5-1 0 16,0 2-2-16,2-4 2 15,0 1-6-15,-1-1 5 16,2-1-8-16,-1-1 9 16,-1-2-9-16,-1-1 8 15,-2-1-11-15,-2 0 12 16,-1 0-1-16,0 3 0 16,0 3-5-16,0 3 6 15,0 0-22-15,-1 2-14 16,-4-2 34-16,2-1-20 15,1-2 14-15,1-3 8 16,-1 0 0-16,1-1 0 16,-2-1-3-16,2-6-6 0,-1-5 1 15,1-11-43-15,-1-8-3 16,1-8-29-16,-1-30-108 16,-1-18-444-16</inkml:trace>
  <inkml:trace contextRef="#ctx0" brushRef="#br0" timeOffset="-151297.81">20299 3621 1220 0,'0'0'164'0,"0"0"-109"15,0 0-30-15,0 0-3 16,0 0 17-16,-42 77-7 16,42-64-13-16,0-3-9 15,3-1-9-15,6-4 13 16,-1-2-14-16,0-3 9 0,0 0 17 15,1 0 5 1,1-7 19-16,1-6-10 0,-4-4-10 16,1-2-4-16,-5 0-19 15,-1-1 14-15,-2 1 4 16,0-3-25-16,-2 4 1 16,-9 1 50-16,-1 2-17 15,-4 3 2-15,1 5-14 16,-3 4 15-16,0 3 8 15,0 0-20-15,-2 5-10 16,0 9-15-16,1 4 0 16,-2 3 9-16,3 3-9 15,0 2 0-15,3 3 0 0,-1 4 0 16,4 2 2 0,-2 3-2-16,5 2 0 0,5-1 5 15,4 2-5-15,0-2-6 16,0-2-2-16,12-3 7 15,7-5 0-15,3-3-17 16,7-6 2-16,3-5-10 16,7-8-27-16,3-7 19 15,9-2-20-15,2-19-76 16,3-12-53-16,4-5-371 16,17-23-130-16,-16 12 600 15,-10 5-82-15</inkml:trace>
  <inkml:trace contextRef="#ctx0" brushRef="#br0" timeOffset="-150915.65">20765 3727 320 0,'0'0'259'16,"0"0"-125"-16,0 0 25 15,0 0-19-15,0 0 13 16,0 0-1-16,0 0-17 16,-66 7 18-16,61-7-82 15,4 0 5-15,1 0-15 16,0 0-52-16,0 0-9 15,3 0-8-15,6-2 8 16,2 1 22-16,0 1-22 16,0 0 0-16,-1 0 0 15,-3 1 0-15,-1 9 19 16,-1 4 7-16,-3 3-2 0,-2 4 17 16,0 3-8-1,-2 0 3-15,-9 1-12 0,-1 1 4 16,-2-2 10-16,0 0-8 15,-1-2-7-15,3-2 13 16,5-1-23-16,3-5-11 16,4-3-2-16,0-1-2 15,0-2-5-15,10-2-9 16,3-2-9-16,5-1 24 16,3-3 1-16,5 0-16 15,3-6-39-15,6-9-28 16,21-16-134-16,-7 4-121 15,-5-1-461-15</inkml:trace>
  <inkml:trace contextRef="#ctx0" brushRef="#br0" timeOffset="-150377.34">21449 3338 1220 0,'0'0'58'16,"0"0"-9"-16,0 0-49 15,0 0 16-15,0 0 3 16,0 0 112-16,0 0-28 16,-28-5-32-16,28 5-36 15,-3 0 24-15,2 0 40 16,-2 0-2-16,-4 0-27 16,-3 0-45-16,-3 1-13 15,-2 10 13-15,-5 6-18 16,2 8 5-16,-3 4 1 15,2 8 0-15,4 5 4 16,0 3-17-16,6 3 0 16,5 2 6-16,4-1-6 15,0-1-2-15,0-2 1 0,13-3-5 16,7-7-3-16,2-3-16 16,6-8-37-16,5-6-22 15,6-7-42-15,25-12-39 16,-9 0-84-16,-7-4-487 0</inkml:trace>
  <inkml:trace contextRef="#ctx0" brushRef="#br0" timeOffset="-149814.28">22137 3556 329 0,'0'0'876'0,"0"0"-876"16,0 0-3-16,0 0-8 0,0 0 11 16,0 0 121-16,0 0 19 15,3-1-17-15,0-5-46 16,0-3-30-16,2-1 1 16,-2-1-29-16,-3-2 15 15,0 0-8-15,0 2 21 16,-8-1 0-16,-7-1-24 15,-6 3 24-15,-3 2 7 16,-1 2-17-16,2 4 14 16,0 2-18-16,2 0 11 15,4 10-11-15,-1 8-32 16,3 3 0-16,1 4 7 16,2 6-8-16,-2 4 0 15,5 5 0-15,2 4 0 0,4 1 1 16,1 3-1-16,2-3-6 15,0-4 5-15,11-5-4 16,5-7-8-16,7-7-3 16,5-8 4-16,6-8-25 15,5-6-12-15,7-2-87 16,25-27-28-16,-12 1-141 16,-7-2-800-16</inkml:trace>
  <inkml:trace contextRef="#ctx0" brushRef="#br0" timeOffset="-149068.65">22483 3466 78 0,'0'0'1128'15,"0"0"-1008"-15,0 0-30 16,0 0 42-16,0 0-75 16,0 0 84-16,0 0-15 15,-12-45-48-15,12 45-40 16,-2 0-22-16,2 10-15 16,-1 8 39-16,-2 7-18 15,0 7 6-15,-1 9-6 16,-2 6 1-16,-3 5 2 15,0 3-19-15,2 0-6 0,0-1 15 16,4-8-15-16,3-5-1 16,0-8-8-16,0-10-1 15,2-5-42-15,4-7-69 16,-3-7-134-16,0-4 23 16,-1-3-360-16,-2-8 196 0</inkml:trace>
  <inkml:trace contextRef="#ctx0" brushRef="#br0" timeOffset="-147964.75">22362 3784 322 0,'0'0'379'0,"0"0"-23"16,0 0-80-16,-15-74-68 15,15 62-87-15,0 5-75 0,11 3-19 16,6-2 25 0,5 2-8-16,5 0 1 0,2-2-5 15,4 1 4-15,2-1-12 16,4-2-7-16,0-4-11 15,2-2 7-15,-1-4-20 16,-1-1 0-16,-6-2 8 16,-4 2-8-16,-7-3-1 15,-6-1-2-15,-6 1-15 16,-4 0 17-16,-3-3 8 16,-3 3 9-16,0 2-1 15,0 2 21-15,-6 4 4 16,0 2-13-16,2 5 10 15,-1 4 18-15,2 3-1 16,2 0-24-16,-1 0-25 0,-1 0-6 16,-2 12 6-16,-3 9-6 15,-1 11 0-15,-4 9 1 16,2 9 6-16,1 5-7 16,-1 4-1-16,4 0 1 15,1-1 5-15,3-7-5 16,3-7-8-16,0-9 8 15,0-10-7-15,3-7-2 16,4-10-19-16,3-4-18 16,0-4 18-16,3 0 10 15,5-17-10-15,4-8 16 16,2-10-9-16,5-5 5 0,-2-4-4 16,-1 2 14-16,0 4-2 15,-6 8 10 1,-6 8-2-16,-6 9 6 0,-4 7-6 15,-4 6-1-15,0 0-12 16,0 6 7-16,0 9 6 16,0 7 12-16,0 3 13 15,0 4-7-15,0 3 4 16,0-1 1-16,0-3-9 16,0-4-14-16,7-4 15 15,2-5-15-15,3-7-16 16,5-3 4-16,-1-5 12 15,7-2 1-15,0-14 6 16,3-8-7-16,0-6 0 16,-1-4-17-16,0-1-2 0,-3-2 6 15,-5 5 3-15,-4 5 10 16,-4 8 15-16,-6 7-8 16,-1 7 38-16,-2 4-22 15,0 1-23-15,0 0 2 16,0 0-2-16,0 6 10 15,0 8-9-15,-3 6 9 16,-2 5 17-16,2 4-13 16,1 1 0-16,2-1-8 15,0-4-5-15,0-5-1 16,8-6-13-16,7-7-18 0,0-4 29 16,4-3 2-1,2-5 0-15,3-10 0 0,-2-5-12 16,1 2 3-16,-8 1-6 15,-5 6 15-15,-3 5 8 16,-5 5-8-16,-2 1-6 16,0 1-6-16,0 13 12 15,0 3 21-15,0 4-20 16,0 0-1-16,1-2 5 16,7-4-5-16,1-3-14 15,6-7-16-15,0-5-13 16,6 0 9-16,2-5-29 15,4-14-101-15,1-4-13 16,7-17-132-16,-8 4-237 16,-8 2 29-16</inkml:trace>
  <inkml:trace contextRef="#ctx0" brushRef="#br0" timeOffset="-147645.18">23712 3344 966 0,'0'0'158'0,"0"0"42"0,0 0-70 16,0 0-47-16,0 0-35 15,0 0-15-15,0 0 29 16,-10 28-14-16,8-9-31 16,-2 2 7-16,0-2-17 15,-1 3-6-15,-1-1 0 16,2 1 8-16,-2 1-3 16,-2 1-6-16,5-1-9 15,0-1-30-15,3 5-135 16,0-7-193-16,0-5-532 0</inkml:trace>
  <inkml:trace contextRef="#ctx0" brushRef="#br0" timeOffset="-147145.9">23968 3629 1134 0,'0'0'161'0,"0"0"-45"15,0 0-25-15,0 0-28 16,0 0 66-16,0 0 36 16,0 0-33-16,-44-54-31 15,33 54-1-15,-1 0-58 16,-2 0 1-16,-1 13-12 15,0 3-31-15,-1 4 0 16,1 2 17-16,2 2-17 16,2 1 6-16,3 4-6 0,3-1 0 15,2 1 0 1,3 0-13-16,0-5-11 0,13-3 2 16,7-6-48-16,6-6-6 15,6-6-22-15,6-3-60 16,3-10-31-16,17-23-43 15,-9 2-292-15,-6 2-91 16</inkml:trace>
  <inkml:trace contextRef="#ctx0" brushRef="#br0" timeOffset="-146786.96">24352 3163 365 0,'0'0'1281'0,"0"0"-1137"16,0 0-55-16,0 0-26 15,0 0-41-15,0 0 0 16,0 0 9-16,-14-14-12 16,11 27-5-16,-2 7 4 15,-2 7 0-15,-1 5 8 16,-2 3-15-16,-1 3-11 15,0 2 0-15,2 0-28 16,1-4-70-16,5 5-154 16,1-12-251-16,2-7-394 0</inkml:trace>
  <inkml:trace contextRef="#ctx0" brushRef="#br0" timeOffset="-146411.25">24733 3178 1618 0,'0'0'232'0,"0"0"-179"16,0 0-53-16,0 0-85 16,0 0 85-16,0 0 3 15,0 0-2-15,27 25 24 16,-9-5 10-16,0 5-1 15,2 6-5-15,-1 3 6 16,-3 4-18-16,-6 5 14 16,-8 3-17-16,-2 2 5 15,-8 3-3-15,-17 1 0 16,-11 5 8-16,-10 3-17 16,-11 3-6-16,-19 11 16 0,-19 8-17 15,-23 3-33-15,-7-9-144 16,28-26-185-16,20-18-1031 15</inkml:trace>
  <inkml:trace contextRef="#ctx0" brushRef="#br0" timeOffset="-121958">19781 5211 819 0,'0'0'239'0,"0"0"-179"0,0 0 10 15,0 0 7-15,0 0 1 16,0 0-3-16,-3-8-12 16,3 6-24-16,0 2 0 15,0 0-8-15,-1 0 2 16,-2 0 11-16,1 0 8 16,-1 0-40-16,2 0 1 15,-2 2 21-15,-2 0-24 16,-2 3-10-16,1 0-12 15,-2 3 11-15,2 0-6 16,2 2 1-16,2-1-3 16,2 2 9-16,0 1-9 0,0-1-9 15,2-2-5-15,5-1 13 16,4-2-17-16,2-3 13 16,1-3-27-16,2 0 21 15,-1 0 18-15,0-6 2 16,-3-7-20-16,-1 1-18 15,-4-3-8-15,-6 0 37 16,-1 1 9-16,0 2 16 16,-5-1 4-16,-9 3-5 15,-1 3 14-15,-1 1 23 16,-1 4-8-16,2 2-22 16,-1 0 33-16,1 0-34 15,0 5-11-15,3 3-10 0,1 2-2 16,3 2-6-1,2-1 6-15,3 1 1 0,3 1-12 16,0 0 7-16,0-1 5 16,3 1-9-16,10-1-9 15,2-4 18-15,20-6-117 16,-6-2-134-16,1 0-675 0</inkml:trace>
  <inkml:trace contextRef="#ctx0" brushRef="#br0" timeOffset="-120686.74">20608 4975 806 0,'0'0'200'16,"0"0"-109"-16,0 0 20 16,0 0-2-16,0 0-6 0,0 0-13 15,-24 2-36 1,24-2-27-16,0 1-22 0,0 2-5 15,3 1-10-15,10 2 10 16,2-2 37-16,6 0-17 16,3-4-7-16,3 0-5 15,1-6 54-15,0-10-43 16,-2-7-19-16,1-1-4 16,-6 0-41-16,-5 0 8 15,-6 2 11-15,-5 0 23 16,-5 4 3-16,0 3 1 15,-3 1 17-15,-6 4 0 0,-1 3 39 16,1 4 23 0,1 1-30-16,1 2 14 0,2 0-30 15,1 0-22-15,-2 5 8 16,-2 6-12-16,0 9-2 16,-3 6 11-16,0 10-4 15,-2 7 2-15,1 10 10 16,0 6-2-16,-3 14 8 15,2 15-16-15,1 13-3 16,6 2-1-16,3-18-5 16,3-22-4-16,0-20 7 15,0-7-9-15,0 4 0 16,0-1-26-16,0 0-27 0,3-11-34 16,0-9-58-1,-3-12-119-15,0-5-406 0,-2-2 14 0</inkml:trace>
  <inkml:trace contextRef="#ctx0" brushRef="#br0" timeOffset="-120489.2">20475 5411 1024 0,'0'0'235'0,"0"0"-190"16,0 0-5-16,0 0 1 15,98-65-3-15,-59 35 21 16,9-6-9-16,5-6-21 16,5-6-10-16,30-26-19 0,-14 11-163 15,-10 6-904-15</inkml:trace>
  <inkml:trace contextRef="#ctx0" brushRef="#br0" timeOffset="-120228.49">21249 4584 841 0,'0'0'607'0,"0"0"-538"0,0 0-8 15,0 0-18-15,0 0-12 16,0 0-2-16,0 0 5 15,-65 67-27-15,55-36 2 16,0 5-9-16,3 4 7 16,-1 2-7-16,4 1-27 15,2 14-80-15,0-8-195 16,2-10-471-16</inkml:trace>
  <inkml:trace contextRef="#ctx0" brushRef="#br0" timeOffset="-119777.06">21182 5336 418 0,'0'0'91'0,"0"0"-69"16,0 0 76-16,0 0 120 15,0 0 69-15,0 0-61 16,0 0-60-16,-24 12-59 16,24-17-99-16,0 1 56 15,0 1 10-15,0-1-34 16,0-1-17-16,2-1-23 16,5 1 0-16,0 0-1 0,0 3-6 15,-4 0-5 1,0 2 5-16,-3 0-22 0,0 4 1 15,0 10 28-15,0 6 23 16,0 7 30-16,-10 3-27 16,-3 3-1-16,-2 0 7 15,1-5-21-15,0-3 2 16,2-5-12-16,5-4-1 16,2-6 0-16,5-7-53 15,0-3-84-15,5-9-146 16,9-10-277-16,2-2 40 0</inkml:trace>
  <inkml:trace contextRef="#ctx0" brushRef="#br0" timeOffset="-119076.02">21293 5360 814 0,'0'0'491'0,"0"0"-491"16,0 0-16-16,0 0 16 15,0 0 35-15,0 0-12 16,0 0 31-16,-2-18-21 16,2 18 9-16,-3 0-7 15,0 0 16-15,0 0-23 16,-1 0 24-16,1 0-5 16,0 0 1-16,-1 0-25 15,4 0 5-15,0 0-6 16,0 0-12-16,0 0-4 15,0 0 13-15,0 0-12 16,0 0-7-16,0 0 1 16,0 0-2-16,0 0-10 15,0 0-2-15,0 0 0 16,0 0 13-16,0 0 0 0,0 0 1 16,0 0-1-16,0 0 0 15,0 0 5-15,0 0-5 16,0 0 0-16,0 0 14 15,0 0 1-15,0 0 14 16,0 0 8-16,0 0 17 16,0 0 3-16,0 0-35 15,-1 0-16-15,-5 0 16 16,2 0-16-16,-2 0 22 16,-2 11-28-16,-2 5 0 15,3 5-1-15,-1 3 1 16,2 1-4-16,4 1 2 15,2 0 4-15,0-3-9 16,0 0 7-16,9-3-11 0,5-3 4 16,4-6-18-16,4-4-51 15,6-7-19-15,5 0-98 16,21-22-8-16,-6-4-356 16,-6-2 63-16</inkml:trace>
  <inkml:trace contextRef="#ctx0" brushRef="#br0" timeOffset="-118584.7">21748 4961 354 0,'0'0'114'16,"0"0"-86"-16,0 0 55 16,0 0 22-16,0 0 21 15,0 0 24-15,0 0 41 16,-35-29-44-16,29 26-23 15,0 1-49-15,-1 2-25 16,3 0 38-16,-4 0 7 0,2 0-29 16,-3 0-3-1,-1 3-34-15,-1 9 0 0,-2 3-4 16,-1 6-6-16,2 4 15 16,1 4-19-16,1 0 3 15,6 2-17 1,2 2 7-16,2-1-7 0,0 2-1 15,6 2 0-15,10-3-3 16,1 0 3-16,6-5 0 16,-1-6-28-16,7-6-35 15,2-7-55-15,19-9-98 16,-5 0-143-16,-5-10-459 0</inkml:trace>
  <inkml:trace contextRef="#ctx0" brushRef="#br0" timeOffset="-117845.43">22018 5276 874 0,'0'0'179'0,"0"0"-137"15,0 0-30-15,0 0 21 16,0 0 34-16,0 0 21 16,0 0 34-16,39-34-77 15,-17 10-12-15,0-4-21 16,-1-5-12-16,0 0-1 16,-2-2 1-16,-5 5 12 15,-4 3-9-15,-2 7 27 16,-5 8 27-16,-2 7 61 15,-1 3 9-15,0 2-36 16,0 0-39-16,0 0-18 16,0 0-34-16,0 6 0 0,0 5 34 15,-4 7-18-15,-4 6 7 16,2 5-12-16,-1 5 8 16,-2 3 0-16,0 1-9 15,0-1-8-15,1-4 10 16,4-2-6-16,1-4-5 15,3-6-1-15,0-5-24 16,0-6-1-16,0-5-60 16,0-3-67-16,6-2-67 15,9-6 22-15,0-10-295 16,-2-3 242-16</inkml:trace>
  <inkml:trace contextRef="#ctx0" brushRef="#br0" timeOffset="-117610.77">22368 5116 552 0,'0'0'216'16,"0"0"-40"-16,0 0 28 16,0 0-49-16,0 0-27 15,0 0 30-15,0 0-35 16,9 27-47-16,-9-9-3 16,0 5-19-16,0 3-9 15,-7 3-20-15,-1 1-4 16,1-2-14-16,-1-4-2 15,3-3-4-15,3-5-2 16,2-5-30-16,0-4-112 16,0-7-92-16,7 0-118 15,2 0-522-15</inkml:trace>
  <inkml:trace contextRef="#ctx0" brushRef="#br0" timeOffset="-117110.74">22725 4973 1348 0,'0'0'190'0,"0"0"-152"0,0 0-3 15,0 0 12-15,0 0 93 16,0 0 6-16,0 0-57 15,-61-27-86 1,61 25-3-16,0 1-39 0,0 0 7 16,4 1 32-16,5 0 13 15,3 0-4-15,-2 0-5 16,0 5-4-16,-2 5 0 16,-3 3-16-16,-4 5 16 15,-1 4 8-15,0 6 11 16,0 2 7-16,-4 3 13 15,-5-2-17-15,0-2 9 16,3-2-8-16,0-2 10 16,3-4-10-16,3-2-23 15,0-2 0-15,0-1-2 16,4-3 4-16,7-3-4 16,2-5-4-16,2-2-8 0,1-3-23 15,4 0-27-15,2-13-9 16,5-7-37-16,12-21-18 15,-6 5-187-15,-6 0-481 16</inkml:trace>
  <inkml:trace contextRef="#ctx0" brushRef="#br0" timeOffset="-116825.58">23040 4798 1204 0,'0'0'195'0,"0"0"-163"0,0 0-11 16,0 0 12-16,0 0 41 16,0 0-2-1,0 0 30-15,61 36-21 0,-39-16-21 16,0 4-5-16,-2 5-3 16,-2 6-1-16,-5 4-30 15,-4 6 5-15,-3 6-1 16,-6 1-17-16,0 2 11 15,-10-1-12-15,-5-3-6 16,-4-2 11-16,-5-3-12 16,-21 14-14-16,6-12-200 15,-6-9-396-15</inkml:trace>
  <inkml:trace contextRef="#ctx0" brushRef="#br0" timeOffset="-115360.2">20369 6589 421 0,'0'0'270'0,"0"0"-194"16,0 0-25-16,0 0 99 16,0 0 55-16,0 0-54 15,0 0-44-15,-69-1-24 16,66 1-13-16,0 0-31 15,3 0-5-15,0 1-7 16,0 7-19-16,0 2 15 16,8 1 8-16,8-1-17 15,2-3 17-15,8-4-24 16,2-3 2-16,5 0 44 16,3-16-24-16,4-5-11 15,-3-6-7-15,-1-2-11 16,-5-3 0-16,-5 3-12 0,-10 1 9 15,-6 2 3 1,-7 3 0-16,-3 5 10 0,0 3 4 16,0 4 25-16,-1 5 17 15,-4 3-2-15,1 2-4 16,1 1-10-16,0 0-39 16,-1 0 20-16,-4 10-14 15,-1 6 2-15,-4 8-7 16,-2 9 4-16,0 5-6 15,1 7 28-15,0 4-15 16,3 7 2-16,2 3-14 16,2 3 20-16,4 2 3 0,3 0-24 15,0 1 1 1,0-1 13-16,0-1-13 0,0-2 0 16,1-2 0-16,1-2 5 15,-2-5-6-15,0-3 0 16,0-5-34-16,-2-6-22 15,-5-6-31-15,-1-5-16 16,-5-7-139-16,2-9-126 16,2-8-337-16</inkml:trace>
  <inkml:trace contextRef="#ctx0" brushRef="#br0" timeOffset="-115090.34">20314 7124 1470 0,'0'0'182'15,"0"0"-115"-15,0 0-20 16,0 0 26-16,40-80-1 16,-9 45-5-16,8-6-27 15,9-5-23-15,4-1-16 16,4 0-1-16,-1 2-25 15,-3 2-88-15,9-6-99 16,-15 12-196-16,-8 5-598 0</inkml:trace>
  <inkml:trace contextRef="#ctx0" brushRef="#br0" timeOffset="-114834.45">20984 6175 1408 0,'0'0'241'16,"0"0"-173"-16,0 0-68 0,0 0-10 15,0 0 10-15,0 0 53 16,0 0 26-1,-50 89-31-15,31-51-22 16,1 3-5-16,-1 1-21 16,3-3-21-16,2 12-106 15,3-11-83-15,6-8-471 0</inkml:trace>
  <inkml:trace contextRef="#ctx0" brushRef="#br0" timeOffset="-113816.68">20900 7041 199 0,'0'0'896'0,"0"0"-776"16,0 0-40-16,0 0-2 15,0 0 8-15,0 0 19 16,0 0-27-16,-24-13-33 16,24 6 9-16,11-1-36 15,2-1 4-15,1 2-21 0,0 2-1 16,0 1 16-16,-2 4-4 15,0 0 14-15,-5 0-18 16,-1 14 22-16,-3 5 7 16,-3 11 26-16,0 8-14 15,-6 9 4-15,-9 2-39 16,-3 2 2-16,1-6-15 16,2-5 16-16,2-8-3 15,5-8-14-15,5-7-5 16,3-7 4-16,0-6-17 15,1-4-57-15,13 0-11 16,2-14 52-16,5-10 6 0,0-8-73 16,0-5 37-16,-3-6 38 15,-3 3 21-15,-4-1 5 16,-5 5 0-16,-3 5 28 16,-3 7 10-16,0 8-13 15,0 6 13-15,0 4 13 16,0 5-10-16,0 1-18 15,0 0-23-15,0 0 1 16,0 0 11-16,0 0 6 16,0 8-5-16,0 6-1 15,-3 4-1-15,0 6 4 16,0 5-5-16,2 2 2 16,1 1 11-16,0-1-23 15,0 0 1-15,12-4 9 0,7-4-10 16,4-4-11-16,7-5-6 15,5-7-64-15,21-7-39 16,-7-3-86-16,-4-10-284 16</inkml:trace>
  <inkml:trace contextRef="#ctx0" brushRef="#br0" timeOffset="-113352.8">21596 6506 1073 0,'0'0'201'16,"0"0"-61"-16,0 0-22 0,0 0 20 16,0 0-31-16,0 0-52 15,0 0 5-15,-56 17-17 16,40-1-25-1,-2 6 17-15,-2 6-26 0,1 7 10 16,1 4 1-16,3 3-3 16,3 2 4-16,4 3-18 15,5-3 7-15,3-1-1 16,0-2-3-16,14-4-6 16,3-8-15-16,5-4 14 15,3-7-55-15,5-7-34 16,2-8-122-16,16-6-4 15,-5-11-410-15,-6-6-155 0</inkml:trace>
  <inkml:trace contextRef="#ctx0" brushRef="#br0" timeOffset="-112560.2">21864 6764 939 0,'0'0'195'0,"0"0"-139"16,0 0 2-16,0 0 15 0,0 0 35 15,0 0-23 1,0 0-48-16,-60-25-25 0,60 15 29 15,6-1-27 1,6 3-13-16,0 1 11 0,2 1-12 16,0 3 0-16,0 2 7 15,-1 1 5-15,-2 0 13 16,-2 0 4-16,0 2 0 16,-6 10-16-16,-3 5 37 15,0 8-2-15,-2 8 44 16,-11 5-26-16,-2 5-23 15,-3 0-26-15,1-1 10 16,4-5 5-16,4-4-32 16,5-6 1-16,2-4-5 15,2-7 4-15,0-8-2 0,11-5-43 16,6-3-8 0,3-7 44-16,7-14-41 0,0-9 9 15,1-5-17-15,-1-6 11 16,-2-5 25-16,-7 1 7 15,-3-1 15-15,-9 4 21 16,-3 3-21-16,-3 10 31 16,0 8 22-16,0 8 23 15,-3 6-5-15,-2 5-32 16,1 2 14-16,-2 0-24 16,0 0-1-16,-3 6-19 15,0 5 6-15,-1 5-14 16,1 4 18-16,-2 2-18 15,1 4 33-15,3 4 15 0,-1 0-23 16,5 1-11 0,3 1 2-16,0-3-16 0,0-1-2 15,14-3-12-15,5-5 5 16,4-3-15-16,3-6-28 16,4-3-64-16,4-6 55 15,3-2-59-15,4 0-30 16,20-22-38-16,-10 1-99 15,-8 0-771-15</inkml:trace>
  <inkml:trace contextRef="#ctx0" brushRef="#br0" timeOffset="-112100.23">22547 6782 1395 0,'0'0'238'0,"0"0"-176"0,0 0-43 16,0 0-11-16,0 0 17 15,0 0 25-15,0 0-9 16,-15 45 4-16,7-27-10 16,2 5 2-16,-1 2 0 15,0 2-8-15,1 0-18 16,0 1 28-16,5-3-38 15,-1-2 1-15,2-3-2 16,0-6-1-16,0-3-39 16,10-5-74-16,2-6-76 15,4 0 53-15,0-4-12 16,11-23-132-16,-5 2-214 16,-4 2-81-16</inkml:trace>
  <inkml:trace contextRef="#ctx0" brushRef="#br0" timeOffset="-111530.09">22725 6639 1200 0,'0'0'225'16,"0"0"-126"-16,0 0 0 16,0 0 36-16,0 0-40 15,0 0-20-15,0 0-4 16,-8 0-29-16,1 8-20 15,0 6-21-15,-1 3 18 16,-1 6 8-16,0 4-18 0,2 1-9 16,2 5 27-1,4-1-26-15,1 0-1 0,0 0 1 16,0-3 0 0,4-2 4-16,7-4-5 0,3-5-12 15,3-4 11-15,2-4-16 16,2-7-14-16,4-3-25 15,0 0 15-15,3-13 34 16,0-4-36-16,-3-5 4 16,1-3 15-16,-8-1 5 15,0-2 19-15,-8 0 0 16,0 3 7-16,-5 4 21 16,-4 3-9-16,-1 5 24 0,0 4 33 15,0 5-17 1,0 3 5-16,0-1-15 0,0 2 3 15,0 0-27-15,0 0-25 16,0 0-11-16,0 5 10 16,0 9 2-16,-3 7 13 15,-1 9-5-15,-2 5 16 16,0 7 2-16,-1 5-20 16,-1 6-5-16,-1 3 26 15,0 0-22-15,2 0 6 16,-1-2-12-16,-2-5 0 15,2-5 11-15,-1-6-11 16,-2-5 0-16,-1-6-2 16,-2-5 10-16,-1-4-8 15,2-5 0-15,0-4-10 0,-1-8 4 16,1-1-31 0,1-1-22-16,3-17-8 0,1-7-27 15,5-8 17-15,3-9-66 16,2-14-20-16,11 8-92 15,-2 9-445-15</inkml:trace>
  <inkml:trace contextRef="#ctx0" brushRef="#br0" timeOffset="-111004.06">23352 6491 1307 0,'0'0'246'16,"0"0"-208"-16,0 0-15 15,0 0-22-15,0 0 11 16,0 0 4-16,0 0 1 16,23 34-4-16,-9-10 35 15,2 5-17-15,2 4 11 16,-1 5-15-16,-1 3 15 16,-4 4-5-16,-5 3-14 15,-4 4-21-15,-3 3 30 16,-1 4-23-16,-19 12 1 15,-14 15-7-15,-5-8 4 0,0-10-7 16,-26 5-116-16,16-27-137 16,-2-6-782-16</inkml:trace>
  <inkml:trace contextRef="#ctx0" brushRef="#br0" timeOffset="-99350.96">6885 3378 548 0,'0'0'189'0,"0"0"-111"15,0 0 38-15,0 0 30 16,0 0-23-16,-3-13-26 16,2 10-9-16,-1 1-6 15,2 0-23-15,-1-1-8 16,-1 2 0-16,-1-2 0 15,0 2-9-15,-3-2 1 16,0 1-23-16,-3 0-5 0,2 0 30 16,-4 1-33-16,-2 1-6 15,4 0 39-15,-5 0-36 16,-2 0-9-16,2 0 0 16,-3 4-1-16,-4 6-8 15,0 4 8-15,-3 5 1 16,0 0-9-16,2 2 8 15,4 2 1-15,-1 0-1 16,2 2-6-16,1 0 7 16,-1 4 4-16,4 0-4 15,2 5 0-15,2 0-13 16,2 4 12-16,1 0 1 16,6 0-1-16,0-1 1 15,0 0 9-15,0-4-9 16,3-1 0-16,7-2-8 0,2 1 8 15,2-2 0-15,7-1 0 16,1-3 0-16,3 0-15 16,1-3 14-16,4-2-12 15,0-5 12-15,-2-4 1 16,5-3-14-16,-2-7 4 16,2-1 10-16,5-1 23 15,0-14-23-15,-1-4-21 16,-1-6-5-16,-3-5-17 15,0-3 14-15,-6-3 15 16,-7-4 14-16,-9-2 8 16,-1-2-7-16,-10 0 10 15,0 0 0-15,-3 2 4 16,-10 2-14-16,-2 3 6 0,-3 4-7 16,-1 3 2-16,1 6 8 15,-2 3-10-15,-1 3-16 16,-1 1 8-16,0 4-3 15,1 1-1-15,3 3-29 16,2 1 40-16,2 4-50 16,8 1 12-16,1 1-70 15,3 2-58-15,2 0-430 16,0 5 198-16</inkml:trace>
  <inkml:trace contextRef="#ctx0" brushRef="#br0" timeOffset="-98029.9">8944 3237 175 0,'0'0'1'0,"0"0"-1"16,0 0 0-16,0 0-14 0,0 0 14 15,0 0 35 1,0 0-19-16,0-21 86 0,0 21 16 15,-5 0-25 1,-4 0-28-16,-1 0 24 0,-5 0 45 16,0 4 20-16,-4 3-89 15,1 3-25-15,-2 1-15 16,1 2-8-16,-1 1 26 16,1 2 14-16,-2 3-27 15,3 2 5-15,-1 5-9 16,1 2-1-16,3 1 8 15,-1 3-4-15,5 2-13 16,1-1 3-16,4 6 4 16,-1 1 3-16,5 4 9 15,2 1 15-15,0-1-24 16,2-3-3-16,14-4-7 16,2-2 0-16,10-3-16 0,5-3-14 15,9-3 12 1,6-5 2-16,5-5 60 0,7-6-47 15,-2-7-10-15,3-3 20 16,-3-7-21-16,-1-16-2 16,-3-8-2-16,0-6-31 15,-4-5 12-15,-5-2 4 16,-6-2 11-16,-2-1 4 16,-7 1 4-16,-9-2-1 15,-3 1-1-15,-11-1 6 16,-7 2 5-16,0 0-9 15,-10 4-1-15,-13 2 24 16,-2 4 4-16,-5 3-1 16,-1 4-27-16,3 5 11 0,-2 3-12 15,0 2-1-15,4 6-19 16,-2 3 11-16,1 4-19 16,-1 1-26-16,1 5-48 15,2 0 53-15,1 0-40 16,4 3 47-16,-2 15-185 15,3-2-291-15,5 0-108 0</inkml:trace>
  <inkml:trace contextRef="#ctx0" brushRef="#br0" timeOffset="-96370.21">10912 3382 548 0,'0'0'205'16,"0"0"-137"-16,0 0 0 16,0 0-9-16,0 0 41 15,0 0 13-15,0 0 10 16,-17-10-49-16,14 10-32 16,0 0-26-16,-1 0 22 15,-1 0 17-15,-1 0-16 16,-1 0-10-16,-5 0 3 0,-3 5-32 15,1 5 0 1,-5 3 0-16,0 4 2 0,-1 2 4 16,-2 1-5-16,4 2-1 15,0 0 15-15,0 3-8 16,3 2-6-16,1 1 8 16,3 3-9-16,5 1 10 15,1 0-10-15,5 0 0 16,0 0 0-16,2-1-5 15,13 2-4-15,7-1 9 16,7-1 0-16,2-1-1 16,2-3 1-16,1-5-12 15,-1-5 12-15,1-4-23 16,-2-9 2-16,-1-4 11 0,0 0 10 16,2-11 15-1,-1-11-14-15,2-4-1 0,0-7-4 16,0-4-36-16,-1-2-3 15,-3-2-17-15,-4-1-15 16,-6-1 53-16,-2-1 22 16,-6-2 10-16,-6 0 16 15,-4-3 0-15,-2 2 2 16,-5 0-17-16,-11 3 4 16,-10 3 20-16,-2 6-35 15,-6 5-2-15,-4 8-33 16,-2 8-111-16,0 6 28 15,-11 8-149-15,12 4-74 16,5 8-212-16</inkml:trace>
  <inkml:trace contextRef="#ctx0" brushRef="#br0" timeOffset="-80267.86">24018 6713 1015 0,'0'0'249'15,"0"0"-181"-15,0 0-15 16,0 0 5-16,0 0 60 16,0 0 25-16,-3 0-26 15,3 0-31-15,0 0-58 16,0 0-15-16,0 0-6 15,0 0 1-15,9 0-8 16,3 0 7-16,8 0-1 16,2 0 1-16,5-2-7 15,0-1 0-15,-2 0 27 16,4-1-27-16,-3 1 9 16,1-1-8-16,-3 1-1 15,-2 0 0-15,-4 3-75 16,-3 0-153-16,-4 0-260 15,-7 0-114-15</inkml:trace>
  <inkml:trace contextRef="#ctx0" brushRef="#br0" timeOffset="-79957.01">23979 6882 1262 0,'0'0'232'16,"0"0"-173"-16,0 0-42 16,0 0-16-16,0 0 41 0,0 0 17 15,0 0-28-15,19 0 26 16,3 0-22-16,5 0-1 16,5 0 2-1,6 0-20-15,-1 0-4 0,3 0-2 16,-2 0-8-16,-3 0-1 15,-3 0-1-15,-2 0-9 16,-7 0 0-16,4 8-134 16,-9-1-135-16,-3-1-507 0</inkml:trace>
  <inkml:trace contextRef="#ctx0" brushRef="#br0" timeOffset="-79309.13">24884 6640 289 0,'0'0'119'16,"0"0"-39"-16,0 0 86 15,0 0 30-15,0 0 6 16,-90-13-53-16,68 8-28 16,2 0 0-16,4-1-9 15,5 0-8-15,7 0 23 0,4 1-59 16,0-1-34 0,0 0-6-16,7-1 1 0,6 0-27 15,1 0 6-15,3 3-1 16,2 1-7-16,0 3-2 15,0 0-8-15,-3 0 9 16,-3 6-1-16,-4 4-20 16,-1 2 22-16,-8 5 27 15,0 5-8-15,0 3 14 16,-17 3 8-16,-1 1-20 16,-4-1-5-16,0-5-9 15,4-3 11-15,0-5-14 16,6-4-4-16,5-4 0 15,4-5 8-15,3-2-8 16,0 0-22-16,10 0-63 0,8-3 48 16,7-6 36-1,5 1-14-15,1 2 15 0,-1 2-3 16,-5 2 3-16,-3 2 0 16,-5 0-15-16,-6 10 9 15,-4 5-26-15,-7 4 32 16,0 6 16-16,-10 2 27 15,-8 3-17-15,-6-1 7 16,-3-3-12-16,-1-3 0 16,1-5 14-16,2-4-28 15,8-4-7-15,7-5 11 16,4-5-11-16,6 0-61 16,0-3-101-16,28-27-124 15,1-1-83-15,2-4-402 0</inkml:trace>
  <inkml:trace contextRef="#ctx0" brushRef="#br0" timeOffset="-78814.58">25264 6577 811 0,'0'0'223'15,"0"0"-142"-15,0 0 47 0,0 0-4 16,0 0 5-1,0 0 9-15,0 0-55 0,-34-62 12 16,31 58-7 0,3 2-53-16,0 1-20 0,0 1-5 15,0 0-10-15,0 0-16 16,1 0 7-16,7 0 9 16,2 3 9-16,-1 5-9 15,-1 2-6-15,0 4 5 16,-3 2 1-16,-5 2 7 15,0 4 18-15,0 6 0 16,-13 2 33-16,-5 4-50 16,-6 2 20-16,-1-3-3 15,-2-1-6-15,1-4 2 16,7-6-10-16,1-4-11 16,6-5 15-16,4-3-15 15,3-5 0-15,3-3 0 0,2 0 0 16,0-2 0-16,0 0-17 15,0 0-11-15,0 0 3 16,0 0-44-16,0 0-36 16,0 0-47-16,6-9-76 15,1 1-179-15,3-2-200 0</inkml:trace>
  <inkml:trace contextRef="#ctx0" brushRef="#br0" timeOffset="-78232.88">25327 6670 586 0,'0'0'233'15,"0"0"-180"-15,0 0 74 16,0 0-51-16,0 0 45 15,0 0-20-15,0 0-34 16,22-32-26 0,-22 25-8-16,0 0 12 0,0 0 12 15,-4 2 39-15,-2 1 3 16,0 3-58-16,-3 1 39 16,0 0-23-16,0 0-36 15,-3 4 7-15,1 6-21 16,1 4-5-16,-3 3 26 15,2 2-17-15,2 4 1 16,0 1 1-16,2 3-4 16,2 0 2-16,4 0-11 15,1-2 0-15,0-1 0 0,3-3-3 16,9-2 3-16,6-4-19 16,2-3 19-16,5-5-1 15,4-4-33-15,3-3-51 16,5-1 4-16,0-13-84 15,14-17-21-15,-8 4-189 16,-7 2-318-16</inkml:trace>
  <inkml:trace contextRef="#ctx0" brushRef="#br0" timeOffset="-77830.63">25516 6284 1061 0,'0'0'242'15,"0"0"-186"-15,0 0-16 16,0 0-39-16,0 0 33 16,0 0 14-16,0 0-23 15,20-13-15-15,-4 13 18 16,1 0-18-16,-1 4-1 15,-3 5 1-15,2 0-3 16,-4 2 5-16,-4 1-11 16,-1 2 0-16,-2 2 42 15,-4 2-3-15,0 0 9 16,0 2 1-16,-8-2-12 16,-3 2 13-16,1-3-19 0,-2-2-5 15,6-2-16-15,3-2-2 16,3-1-9-16,0-1-1 15,1-1-21-15,13-2 6 16,5 0-19-16,3-3-56 16,5-3-25-16,2 0-7 15,16 0-154-15,-7-6-258 16,-3-3-15-16</inkml:trace>
  <inkml:trace contextRef="#ctx0" brushRef="#br0" timeOffset="-77155.43">25945 6506 697 0,'0'0'621'0,"0"0"-534"15,0 0-55-15,0 0 20 16,0 0 65-16,0 0-4 15,0 0-35-15,-12 19-52 16,7-5 11-16,-3 6-12 16,0 3 4-16,0 6-4 0,1 3 0 15,1 2-15 1,1 0 15-16,3 1-15 0,2-1-5 16,0-3-4-1,5-2-1-15,7-4 0 0,4-5-12 16,4-5-3-1,2-5 14-15,2-7-8 0,0-3-4 16,2 0-47-16,-1-11 60 16,0-8-39-16,-3-2 14 15,-2-6 4-15,-1-2 21 16,-2-5 1-16,-4-3-1 16,-1-3 0-16,-3 2 0 15,-3 2 12-15,-3 6-11 16,-3 9 9-16,0 7 28 15,0 5 5-15,0 8 8 16,0 1-25-16,0 0 3 16,0 0-8-16,0 0-21 0,-2 0 0 15,-2 11 3-15,-2 9 5 16,-1 5 14-16,-2 9-5 16,-2 7 6-16,-2 4 19 15,1 5-25-15,-1 3-1 16,-1 4 6-16,-2 2-22 15,1 3 9-15,0 0-8 16,1-1-1-16,4-1 6 16,-2-4-6-16,5-6 0 15,-1-4-2-15,2-9-5 16,0-4-26-16,3-8-15 16,2-4-11-16,1-5-25 0,0-9-97 15,0-4-159-15,0-3-826 16</inkml:trace>
  <inkml:trace contextRef="#ctx0" brushRef="#br0" timeOffset="-75194.13">8333 4210 23 0,'0'0'1'16,"0"0"-1"-16,0 0 41 15,0 0 32-15,0 0 34 16,0 0-15-16,-7-1 24 16,6 1 41-16,-1 0 6 15,2 0-27-15,-1 0-22 16,1 0-30-16,0 0-49 15,0 0-14-15,0 0-9 16,0 0-5-16,0 0-4 0,0 0-3 16,0 0-30-16,0 0-20 15,0 0-44-15,0 0-23 16,0 0 13-16,0 0-11 16,0 0 30-16,0 0-78 15,-3 0-231-15</inkml:trace>
  <inkml:trace contextRef="#ctx0" brushRef="#br0" timeOffset="-68285.29">26628 6676 1056 0,'0'0'258'0,"0"0"-167"16,0 0-44-16,0 0 8 15,0 0 89-15,0 0-5 16,0 0-52-16,-2 0-50 15,2 0 5-15,0 0-33 16,3 0-3-16,8 0-4 16,2 0 9-16,5 0 4 0,1 0-15 15,-1 0 1-15,3 0 10 16,-4 0-11-16,2 0 0 16,0 0-1-16,-2 0 0 15,-1 0-46-15,1-2-101 16,-3-1-62-16,9-4-115 15,-8 0-336-15</inkml:trace>
  <inkml:trace contextRef="#ctx0" brushRef="#br0" timeOffset="-67626.11">27257 6498 116 0,'0'0'101'16,"0"0"60"-16,0 0 109 15,0 0 32-15,0 0-64 16,0 0-94-16,0 0-51 16,-25 5 7-16,16-3-3 15,0-2-25-15,-3 0-36 16,5 0 5-16,-2 0-19 15,3 0 3-15,0 0-8 16,4-4-6-16,2-5-11 16,0-2-37-16,0-2 9 15,0 1 28-15,8 0 17 0,1 2-17 16,3 3 0 0,1 4-4-16,-1 1 1 0,3 2-1 15,-2 0-5-15,-1 0 8 16,2 4-15-16,-4 6 0 15,-1 3-2-15,-3 2 18 16,-5 3 6-16,-1 3 41 16,0 4-8-16,-13 0 10 15,-3-1-25-15,-7 0 29 16,0-1-19-16,-1-4 0 16,1-2 5-16,-1-3-20 15,5-1-1-15,4-5 1 16,5 0-18-16,4-6 10 15,4 0-11-15,2-2 0 16,0 0 0-16,0 0 0 0,0 1-7 16,0 1-7-16,2 2 12 15,9 2-8-15,3 1 10 16,4 0 0-16,3-1 10 16,4 0-9-16,4 0-1 15,-1-2 7-15,2 0-6 16,0-1 8-16,-2 0-9 15,-3-3-50-15,-4 0-58 16,-1 0-44-16,-1 0-90 16,-6 0-389-16,-4-7 20 0</inkml:trace>
  <inkml:trace contextRef="#ctx0" brushRef="#br0" timeOffset="-66846.72">27575 6475 947 0,'0'0'127'0,"0"0"-111"15,0 0 43-15,0 0 61 0,0 0-75 16,0 0 41-1,0 0-6-15,-16-36-45 16,19 31 2-16,3 1-26 16,0 3 2-16,1-1 1 0,0 2-14 15,1 0 1-15,1 0 22 16,1 5-13-16,-2 3-10 16,1 5 6-16,-5 4 10 15,1 2 13-15,-5 7 36 16,0 4-3-16,-12 2 2 15,-5 0-23-15,-2-2 0 16,-2-2-6-16,2-4 4 16,1-4-9-16,6-4-15 15,0-7-15-15,8-2 22 16,1-4-22-16,3-3 0 16,0 0-15-16,0 0-6 15,4-1-36-15,12-13-3 0,4-6 47 16,5-7-58-16,4-5-43 15,-1-2 7-15,0-2 51 16,-1 3 56-16,-7 3 2 16,-1 4 25-16,-7 7 5 15,-3 5 24-15,-3 6 1 16,-5 3 16-16,-1 4 16 16,0 1-2-16,0 0-17 15,0 0-34-15,0 0-2 16,0 0 0-16,-3 0-28 15,0 6-1-15,-3 2 11 16,-1 4 3-16,-1 5 8 0,2 2-20 16,0 2-6-1,3 2 19-15,2 0-20 0,1 1 0 16,0 1 9-16,3-2-9 16,9 0 0-16,4-2-6 15,5-4-22-15,3-4 5 16,6-6-40-16,1-4-42 15,4-3-32-15,0 0-66 16,10-13-23-16,-8-1-344 16,-8 0-188-16</inkml:trace>
  <inkml:trace contextRef="#ctx0" brushRef="#br0" timeOffset="-66132.33">28088 6457 654 0,'0'0'204'16,"0"0"-21"-16,0 0-8 16,0 0-49-16,0 0 25 15,0 0 25-15,0 0-59 16,-6-27-48-16,5 27-62 15,-4 0 17-15,-2 6 15 16,0 7-20-16,-3 4-4 16,-3 3 1-16,3 6 6 15,1 2-4-15,4 2-17 0,4-1 5 16,1 0-5 0,0-3-1-16,7-2-1 0,7-4 1 15,3-4-15-15,4-5 2 16,2-5 13-16,1-5-27 15,1-1 13-15,0-1-11 16,1-12-27-16,-4-2-19 16,1-5 6-16,-3-4 52 15,-3-1-12-15,-2-4-3 16,-6-2 28-16,-2-1 0 16,-2 1 1-16,-2 1 9 0,-3 5 21 15,0 5 1 1,0 6 8-16,0 6 17 0,0 4 26 15,0 3-36-15,0 1-18 16,0 0-21-16,0 0 7 16,0 0 2-16,-2 0-17 15,-1 7 0-15,-1 6 24 16,-2 7-8-16,-2 3 9 16,-2 8 0-16,-1 4 18 15,1 2 1-15,-2 6-23 16,3 3-10-16,0 4 19 15,0 0-23-15,2 6-1 16,-1-1-4-16,2 1 2 16,-1-1-4-16,-2-1 0 15,3-4-1-15,0-3-7 0,1-7-11 16,4-7-24-16,-1-8-19 16,2-7 5-16,0-8-15 15,0-5-61-15,2-5-28 16,8-4-33-16,-1-11-141 15,0-5-416-15</inkml:trace>
  <inkml:trace contextRef="#ctx0" brushRef="#br0" timeOffset="-65658.71">28532 5994 2 0,'0'0'1202'15,"0"0"-1020"-15,0 0-84 16,0 0-11-16,0 0 15 15,0 0-7-15,0 0-46 16,-19-20-49-16,19 20-10 16,5 0 10-16,7 0 7 15,3 6 1-15,3 4 1 16,0 0-8-16,-1 1 4 0,-1 0 4 16,-3 2-8-16,-6-1-1 15,-2 4 28-15,-5 0 0 16,0 4 19-16,0 2-17 15,-15 2-3-15,-3 2 5 16,-1-2-19-16,1-5 8 16,1-2 11-16,8-4-13 15,3-5-3-15,6-1-16 16,0-1-2-16,9-2-4 16,17-1-11-16,13-3 9 15,29 0-2-15,42-25-128 16,-9-2-228-16,-9-4-889 0</inkml:trace>
  <inkml:trace contextRef="#ctx0" brushRef="#br0" timeOffset="-46036.54">22125 5581 347 0,'0'0'172'0,"0"0"-47"16,0 0-15-16,0 0 2 16,0 0 47-16,0 0-34 0,0 0-17 15,0 0-38 1,0 0-21-16,0 0-7 0,0 0-20 16,0 0-15-1,0 0-7-15,0 0-35 0,0 1-107 16,2 1-174-16,6 0-58 15,0-2-134-15</inkml:trace>
  <inkml:trace contextRef="#ctx0" brushRef="#br0" timeOffset="-45293.27">22856 5499 39 0,'0'0'51'15,"0"0"57"-15,0 0-20 0,0 0-2 16,0 0-3-16,0 0 13 16,0 0-48-16,6 0-24 15,-4 0-24 1,2 0-39-16,-3 0-124 0,1 0-242 0</inkml:trace>
  <inkml:trace contextRef="#ctx0" brushRef="#br0" timeOffset="-43310.44">19671 8220 892 0,'0'0'133'0,"0"0"-46"16,0 0 17-16,0 0-4 15,0 0-6-15,0 0-13 16,0 0-20-16,-6 0-61 16,6 0 0-16,3 0 0 15,4 0 6-15,7 0 23 16,5 2-10-16,6 4-13 15,7-1 34-15,2 1-34 16,2 1 12-16,0 0-17 16,-2 0 15-16,-1-1-14 0,-2 1-2 15,-4-3 0 1,-3 2-2-16,-3-3-11 0,-5 0-41 16,-1 0-56-16,-3-2-179 15,-4 0-269-15,-4 1-2 16</inkml:trace>
  <inkml:trace contextRef="#ctx0" brushRef="#br0" timeOffset="-42989.37">19727 8373 1250 0,'0'0'142'0,"0"0"-106"0,0 0-21 16,0 0 20-16,0 0 56 16,0 0 29-16,0 0-66 15,-16 0-54-15,16 0-10 16,9 0-6-16,6 0 16 16,3 2 9-16,7 2 7 15,5-1-3-15,3 0-3 16,3-2 8-16,1-1-5 15,-3 0-6-15,-1 0-6 16,-2 0-1-16,-1 0 0 0,5-4-208 16,-7-5-126-1,-4 1-373-15</inkml:trace>
  <inkml:trace contextRef="#ctx0" brushRef="#br0" timeOffset="-42658.87">20161 8136 1092 0,'0'0'206'0,"0"0"-145"16,0 0-61-16,0 0-41 0,0 0 27 15,0 0 14 1,0 0 34-16,23 11 6 0,-5 2-18 15,0 4 10-15,0 0-5 16,0 3-15-16,-5 1 8 16,0 1 9-16,-4 3-13 15,-4 0-4-15,-5 1 1 16,0 2 3-16,-3-1 2 16,-9-2-18-16,-6-3 0 15,-1-2 0-15,2-1-17 16,1-8-87-16,5-4-201 15,7-7-496-15</inkml:trace>
  <inkml:trace contextRef="#ctx0" brushRef="#br0" timeOffset="-42115.67">20702 8061 712 0,'0'0'59'0,"0"0"23"15,0 0-4-15,0 0 131 16,0 0 30-16,0 0-109 0,0 0-61 16,41-22-18-1,-30 5-21-15,0-2-8 0,-4-2-15 16,0 0 4-1,-4 0-10-15,-3 1 12 16,0 0 7-16,0 2 28 0,-7 3-8 16,-5 2-4-16,1 3 2 15,2 5 24-15,1 2-8 16,3 3-53-16,2 0 33 16,0 0-8-16,-1 0-19 15,-1 10-7-15,-4 7-1 16,2 6 0-16,-2 7 1 15,-3 3 1-15,1 4-1 16,2 5 7-16,-1 1-6 16,4 6 9-16,2 4-10 15,1 5 13-15,0 3 5 16,3 3-15-16,0 1 10 0,0 0-11 16,0-1-1-16,0-2 1 15,0-2-1-15,0-6-1 16,0-5-14-16,1-5-42 15,-1-9-21-15,2-5-37 16,-2-10-122-16,0-13-143 16,0-7-210-16,-3 0-36 0</inkml:trace>
  <inkml:trace contextRef="#ctx0" brushRef="#br0" timeOffset="-41839.86">20482 8527 1048 0,'0'0'240'15,"0"0"-163"-15,0 0 16 16,0 0 3-16,0 0-13 16,0 0-15-16,0 0-36 15,71-96-23-15,-34 62 22 16,5-4-30-16,1-4-1 15,3 0-10-15,-1-2-68 16,13-13-48-16,-10 12-506 16,-9 6 27-16</inkml:trace>
  <inkml:trace contextRef="#ctx0" brushRef="#br0" timeOffset="-41346.36">21130 7627 605 0,'0'0'692'0,"0"0"-608"0,0 0-68 15,0 0-7 1,0 0-9-16,0 0 24 15,0 0 21-15,-42 83-7 16,29-53-17-16,2 2-19 0,-1 5 24 16,1 1-26-16,0 0-4 15,3 13-70-15,3-10-148 16,3-9-512-16</inkml:trace>
  <inkml:trace contextRef="#ctx0" brushRef="#br0" timeOffset="-40727.02">21042 8396 798 0,'0'0'273'16,"0"0"-159"-16,0 0 24 15,0 0-36-15,0 0-25 16,0 0 27-16,0 0-40 15,-28-14-45-15,28 11 0 16,0-1-13-16,0 1 4 0,1-1 30 16,6 1-34-1,-1 0-5-15,2 3-1 0,1 0-10 16,1 0 0-16,1 0 10 16,-1 9-6-16,1 3-16 15,-4 4 22-15,-2 5 17 16,-4 3 7-16,-1 4 1 15,0 3-1-15,-1 2 3 16,-10-1-8-16,-1-3 1 16,0 0 1-16,2-5 1 15,1-6-12-15,5-5-10 16,4-6 0-16,0-4-10 16,0-3-34-16,6 0-34 15,10-5 42-15,4-9-11 16,3-7-19-16,3-6-18 0,-3-2 7 15,-2-2 77-15,-3 1 11 16,-5 4 21-16,-2 6-9 16,-5 4 10-16,-1 6 30 15,-4 3 8-15,-1 4-5 16,0 2-10-16,0 1-15 16,0 0-9-16,0 0-10 15,0 0-6-15,0 0-1 16,0 0-2-16,0 0 0 15,0 0-13-15,0 4 0 16,-1 5 25-16,-1 3-9 16,-1 5 0-16,1 4 7 0,2 3-21 15,0 1 8-15,0-2 5 16,10 0-15-16,4-3 0 16,3-2-6-16,4-5-9 15,2-3 15-15,6-6-27 16,2-4-40-16,5 0-34 15,18-13-114-15,-9-5-99 16,-8-1-778-16</inkml:trace>
  <inkml:trace contextRef="#ctx0" brushRef="#br0" timeOffset="-39203.9">21691 7916 916 0,'0'0'134'0,"0"0"9"15,0 0-14-15,0 0-1 16,0 0-44-16,0 0-11 16,0 0 24-16,-49-3-16 15,38 6-35-15,1 7 1 16,-1 1-14-16,-2 5-3 16,2 2 0-16,1 2-16 15,0 4-2-15,4 3 1 0,1 1-5 16,4 4 3-16,1 1-3 15,0 0-7-15,4 2 16 16,10-3-17-16,2-1-13 16,3-3-21-16,1-2-17 15,4-5-87-15,-1-3-9 16,15-2-10-16,-7-8-161 16,-1-3-278-16</inkml:trace>
  <inkml:trace contextRef="#ctx0" brushRef="#br0" timeOffset="-38468.29">21969 8218 510 0,'0'0'231'0,"0"0"-104"16,0 0-33-16,0 0 65 16,0 0-7-16,0 0-30 15,0 0-48-15,13-10 22 16,-4-2-57-16,4-6-4 15,5-2-27-15,1-2 1 16,-2-3-8-16,1-1 0 16,-5 1 7-16,1 0-2 0,-5 1-5 15,-2 1 23-15,-2 3-7 16,-2 5 15-16,1 4-3 16,-4 4 15-16,0 4 9 15,0 3-22-15,0 0-15 16,0 0 1-16,0 0-17 15,0 0-7-15,0 0-8 16,0 4 8-16,0 6 7 16,0 5 16-16,-4 5 9 15,1 2 6-15,0 6-18 16,-2-2-3-16,1 4-8 16,-1 1 7-16,2 1 6 0,0-2-14 15,1-2-1 1,1-5 8-16,1-4-7 0,0-4-2 15,0-5-15 1,0-2-12-16,0-4-28 0,0 1-16 16,0-4-36-16,0 2-103 15,0 0-65-15,0-2-132 16,0 0-226-16</inkml:trace>
  <inkml:trace contextRef="#ctx0" brushRef="#br0" timeOffset="-37876.9">22424 8129 918 0,'0'0'255'15,"0"0"-186"-15,0 0-41 16,0 0-5-16,0 0 51 15,0 0 7-15,0 0-34 16,0 7-11-16,1 2 18 16,-1 3 67-16,0 5-26 15,0 6-43-15,0 4 0 16,0 2-13-16,-8 4-26 0,-5-1 1 16,1-2-1-16,0-2-13 15,0-4 0-15,3-6 0 16,3-4-34-1,5-1-152-15,1-6-143 0,0-4-412 0</inkml:trace>
  <inkml:trace contextRef="#ctx0" brushRef="#br0" timeOffset="-37021.15">22703 7989 1061 0,'0'0'162'15,"0"0"-105"-15,0 0 8 16,0 0-23-16,0 0 49 15,0 0-17-15,0 0 34 16,-26-25-33-16,26 22-39 0,0 0-5 16,0 1-21-16,0-1-10 15,0-1 0-15,7-2 15 16,4 0-2-16,1 2-7 16,3 0-6-16,-2 1 0 15,4 2-12-15,-4 1 5 16,0 0 6-16,-1 0-18 15,-2 1 18-15,-2 8-20 16,-3 2 5-16,-2 0 16 16,-2 4 27-16,-1 2 4 15,0 3 6-15,-7 3-2 16,-8-1 9-16,0 2-9 16,-3 2-6-16,1-2-9 0,1 1 10 15,3-1-18 1,0-1 4-16,2-2-10 0,2-2 7 15,2-2-6-15,2-2-7 16,4-2 0-16,1-2 5 16,0-3-4-16,0 2-1 15,9-2-1-15,7 1-10 16,6-1 11-16,6-4-1 16,5-2-3-16,6-2-4 15,2 0-72-15,3-7-17 16,-2-5-57-16,10-3 17 15,-11 3-87-15,-8-1-330 0</inkml:trace>
  <inkml:trace contextRef="#ctx0" brushRef="#br0" timeOffset="-36420.9">23143 7715 846 0,'0'0'202'16,"0"0"-128"-16,0 0-37 16,0 0 18-16,0 0 0 0,0 0-7 15,0 0-27-15,14-1 38 16,-1 8 8-16,1 4-29 16,3 4-2-16,1 2 5 15,1 2 8-15,1 2 9 16,-1 2-34-16,-3 3 6 15,1 0 7-15,-7 4-14 16,-2 4 11-16,-6 4-22 16,-2 6-12-16,-7 3 26 15,-12 3-25-15,-10 1 11 16,-1-3-9-16,-2-3-3 16,-1-5-25-16,3-5-77 15,-3 3-133-15,8-11-265 16,4-8-483-16</inkml:trace>
  <inkml:trace contextRef="#ctx0" brushRef="#br0" timeOffset="-35434.11">23581 8124 121 0,'0'0'527'16,"0"0"-417"-16,0 0 58 0,0 0 47 16,0 0-22-1,0 0-47-15,0 0-34 0,-10 0-33 16,10 0-2-16,0 0-10 16,0 0-5-16,0 0-26 15,0 0 4-15,0 0-19 16,0 0-21-16,0 0-3 15,9 0 3-15,3-2 19 16,7 1 3-16,4-2-21 16,3 0 16-16,0 0-15 15,0 1-2-15,0-1 0 16,-1 0 8-16,1 1-8 0,2 2-6 16,5-1-60-1,13 1-104-15,-9 0-188 0,-5 0-527 16</inkml:trace>
  <inkml:trace contextRef="#ctx0" brushRef="#br0" timeOffset="-34766.28">23726 8287 1370 0,'0'0'304'0,"0"0"-218"15,0 0-25-15,0 0 21 16,0 0 5-16,0 0-10 15,0 0-50-15,-1 0-14 16,1 0-13-16,7 0 9 0,6 0-9 16,8 0 22-16,3 0-22 15,6 3 8-15,4-1-8 16,0 0 0-16,2 3-22 16,0-1-87-16,6 1-213 15,-8 1-213-15,-8-2-535 0</inkml:trace>
  <inkml:trace contextRef="#ctx0" brushRef="#br0" timeOffset="-26934.32">25280 7656 424 0,'0'0'168'0,"0"0"-129"15,0 0 0-15,0 0 13 16,0 0 56-16,-6-8-49 16,2 6 97-16,0 2-5 15,-2-1-30-15,0 1-34 16,-3 0-29-16,-2 0-36 0,-1 0-20 16,0 0 5-16,-1 0 18 15,-1 6-15-15,-2 1 0 16,1 1 10-16,-1 2 4 15,1 3-1-15,-1 1-7 16,2 3-6-16,-1 3 21 16,3 2-21-16,-1 5-4 15,2 1 16-15,2 2 13 16,-1 2-14-16,3 1-20 16,-1-2 0-16,5 0 5 15,1-3-6-15,2 1 0 16,0-3-1-16,3-2-6 15,11 0 6-15,2-4-11 0,2-2 12 16,3-4-6-16,0-3 12 16,1-5 2-16,-1-3-8 15,0-3-3-15,-3 0 3 16,2-9 19-16,-3-6-18 16,-2-2 26-16,-3-1-27 15,-6 1-7-15,-4 0 7 16,-2 0 11-16,0 3 2 15,-8 1-13-15,-8 4 1 16,-3 1 0-16,-3 7 14 16,-4 1 22-16,-4 1-11 15,-2 15-19-15,1 3 9 16,1 4-16-16,5 3 0 0,3-1-2 16,8 0-50-16,7 8-99 15,5-6-224-15,2-9-671 16</inkml:trace>
  <inkml:trace contextRef="#ctx0" brushRef="#br0" timeOffset="-19702.91">25848 8046 628 0,'0'0'293'0,"0"0"-169"15,0 0-33-15,0 0 73 16,0 0-51-16,0 0 35 15,-14-11-11-15,12 9-32 16,2 2-27-16,0 0 8 16,0 0-23-16,0 0-7 15,0 0-15-15,0 0-14 16,0 0-14-16,0 0-13 16,0 0-17-16,0 0 17 0,3 0-6 15,11 0 6 1,4 0 9-16,6 0 2 0,2 0 0 15,2 0-11-15,0 0 0 16,0-1-6-16,-2 0 6 16,-4-1-38-16,-2 1-43 15,-6 1-59-15,-2 0-2 16,0 0-86-16,-5 0-76 16,-2 0-477-16</inkml:trace>
  <inkml:trace contextRef="#ctx0" brushRef="#br0" timeOffset="-18810.29">26589 7774 296 0,'0'0'124'0,"0"0"51"16,0 0-7-16,0 0-29 0,0 0 27 15,0 0 8 1,0 0-60-16,-39-36-73 0,29 36 53 15,-5 0-31 1,3 0-27-16,-4 0-12 0,4 0-8 16,-1 6-2-16,0 1-2 15,4 3-12-15,2 1-3 16,-1 2-4-16,5 1 7 16,2 1 0-16,1 4-16 15,0 2 16-15,0 2 19 16,6 2-19-16,7 2 0 15,1-2 17-15,2 0-7 16,1-2-5-16,-1-2 5 16,-1-1-4-16,-2-2 4 0,-4-4-10 15,-3-1 0 1,-3-3 6-16,-3-1-5 0,0-4 5 16,0 3 9-16,-3-3 7 15,-4-1 3-15,-4-1-12 16,-1 0 10-16,2-3 24 15,1 0-23-15,-3 0 2 16,2-3-14-16,0-7 8 16,0 0-15-16,3-1-5 15,2 0-9-15,2 2 0 16,3 0-9-16,0 2 1 16,0 0 17-16,3-1 22 15,8-2 0-15,3-1-22 16,2 0 0-16,1-4 4 15,2 0-4-15,0-2 1 0,0-1 0 16,-1-2 1-16,0-3 12 16,-5 1-14-16,1-1 0 15,-5-1 1-15,-5 0 0 16,-1 0-1-16,-3 1 0 16,0 0 0-16,0 3 13 15,-7 0-12-15,-5 5 7 16,-3-1 11-16,0 4-18 15,-1 2 26-15,2 2-18 16,-2 3-2-16,2 3-6 16,-2 2-1-16,1 0 0 15,-3 0 0-15,1 2-25 16,0 6 1-16,2 4-77 0,-2 9-97 16,7-3-169-1,1-3-510-15</inkml:trace>
  <inkml:trace contextRef="#ctx0" brushRef="#br0" timeOffset="-17022.71">27066 7888 899 0,'0'0'172'0,"0"0"-103"15,0 0 72-15,0 0 30 16,0 0-11-16,0 0-42 16,0 0-48-16,-7 0-15 15,7 0-6-15,0 0-27 16,0 0-22-16,0 0 5 15,1 0-4-15,10 0-1 16,7 1 26-16,3 0-15 0,7 1-10 16,5-2 17-1,0 0-7-15,1 0-3 0,2 0 7 16,-2 0-3-16,-1 0-11 16,-3 0-1-16,-2 0 7 15,-4 0-7-15,-5 0-32 16,-2 0-41-16,-8 0-117 15,-8 3-62-15,-1 2-283 16,0 1-100-16</inkml:trace>
  <inkml:trace contextRef="#ctx0" brushRef="#br0" timeOffset="-16476.79">27123 8040 1185 0,'0'0'244'0,"0"0"-189"16,0 0-53-16,0 0 27 16,0 0 64-16,0 0-32 15,0 0-52-15,4 0 18 16,6 0-9-16,4 3 15 15,3 0-25-15,4 1 17 16,4-1-9-16,3 1-11 16,2 0-3-16,1 0 9 15,1-1-5-15,-2 1 6 0,-2-2-12 16,-1 1 0 0,-3 0 6-16,0-2-6 0,-4 0-10 15,-3 2-41-15,2-1-117 16,-5 1-173-16,-2-2-371 15</inkml:trace>
  <inkml:trace contextRef="#ctx0" brushRef="#br0" timeOffset="-15886.68">27780 7961 1099 0,'0'0'204'16,"0"0"-134"-16,0 0 4 15,0 0 49-15,0 0 16 16,0 0-38-16,0 0-36 16,-10 0-43-16,10 0-10 0,8 0-2 15,4 0 20 1,6 0 25-16,3 0-34 0,1 0 3 16,4 0-9-16,-1 0 6 15,0 0-9-15,2 0-12 16,1 0 0-16,1 0 9 15,-2 0-9-15,0 0 0 16,-5 0-15-16,-1 0-18 16,-8 0-65-16,0 0-249 15,-5 0-63-15,-3-1-290 0</inkml:trace>
  <inkml:trace contextRef="#ctx0" brushRef="#br0" timeOffset="-15255.57">28333 7730 542 0,'0'0'140'15,"0"0"-71"-15,0 0 81 16,0 0 48-16,0 0-56 16,0 0 7-16,0 0 1 0,-12-33-45 15,12 31-27 1,0-1 17-16,0 1-73 0,0 0-9 15,3 0-11-15,8-1 26 16,5 2-9-16,3 1-19 16,5 0-1-16,1 0 1 15,1 0-5-15,-2 6 4 16,-2 3 2-16,0 1 4 16,-5 0-5-16,-2 1 0 15,-5-1-5-15,-5 0 5 16,-5 2 1-16,0 0 24 15,-6 5 6-15,-12 3 22 16,-6 1-4-16,-1 0-19 0,-2 0 2 16,3-3 5-16,4-2-6 15,3 0-15-15,6-2-16 16,4 0 8-16,1-3-1 16,6 0-7-16,0 1-7 15,0-1 7-15,16-1-11 16,8-2 5-16,6 0 12 15,7-4 0-15,7-3-6 16,8-1-57-16,4 0-41 16,29-1-62-16,-15-8-127 15,-8 1-596-15</inkml:trace>
  <inkml:trace contextRef="#ctx0" brushRef="#br0" timeOffset="-11586.56">14871 11172 367 0,'0'0'112'0,"0"0"-4"15,0 0 29-15,0 0-20 0,0 0 0 16,0 0-15 0,-9-5 18-16,5 5-12 0,1-1-29 15,-2 1-10-15,-1 0-30 16,-3 0-27-16,-2 0 4 16,-1 0-16-16,-3 4 3 15,1 3-3-15,1 2 1 16,-2 1 14-16,1-1-14 15,-2 3-1-15,2-1 22 16,0 0-6-16,2 0 10 16,0 2-17-16,1 0-2 0,1 3 2 15,-3 2-9 1,1 4-1-16,-1 5 1 0,-3 1 1 16,1 3 11-16,-1 4-12 15,0-2 0-15,1 4-1 16,-2 0 0-16,4 1 1 15,1 1 1-15,0-1 6 16,3-2-7-16,3-3-1 16,3-3-5-16,3-2 5 15,0 0 2-15,0 1 0 16,6 1 10-16,3-1-10 16,6 0-1-16,0 0-13 15,4-1 13-15,1-3 19 16,3 2-19-16,3-3-1 15,0 1-5-15,6-2-10 16,1-1 16-16,4-3 0 16,4-3-6-16,3-4 6 0,4-2 0 15,3-3 7-15,2-4-1 16,1-2-5-16,0-1-2 16,-1 0 1-16,-1-8 0 15,1-6 4-15,-1-4 3 16,2-5-14-16,-4-5-21 15,0-3 28-15,-3-4-18 16,-5-5-27-16,-4-1 40 16,-4-2 5-16,-4 0 0 15,-3-2 3-15,-7 0-2 16,-4-2 15-16,-6-1-15 0,-7-1 16 16,-3 1-15-16,0 1 49 15,-15 3-5 1,-5 5 16-16,-5 2 0 0,-6 3-18 15,-5 5-9-15,-7 3-20 16,-2 7 1-16,-4 1-16 16,-2 7-28-16,-4 6 15 15,-2 5-26-15,-6 0-56 16,-32 29-29-16,13 1-113 16,4 2-444-16</inkml:trace>
  <inkml:trace contextRef="#ctx0" brushRef="#br0" timeOffset="-6018.95">19871 10212 499 0,'0'0'133'16,"0"0"-74"-16,0 0 33 15,0 0 21-15,0 0 20 16,0 0-42-16,-21-7-38 16,14 5-24-16,2 1-28 15,-1 1 82-15,1 0-19 16,1 0-21-16,-2 0-21 16,0 0-22-16,0 0 0 0,2 0 9 15,-2 4-9-15,1 3-11 16,1-1 4-16,2 1 7 15,1 0-1-15,1-3-20 16,0 1 14-16,0-1-3 16,7-3-12-16,4 1 11 15,2-2 11-15,2 0 29 16,2-6-26-16,-1-4 15 16,-3 0 0-16,-1-1 15 15,-6 0-21-15,-3 1-1 16,-1 0-5-16,-2 1 6 15,0 2 27-15,0 2-1 16,-9-1 17-16,-3 1-30 0,0 2-3 16,1 0 16-1,0 3-27-15,0 0 5 0,0 0-2 16,1 1-13-16,3 8 1 16,1 3-2-16,1 2-15 15,5 3 15-15,0 0-16 16,2-1-3-16,11-2-48 15,22-3-64-15,-4-4-24 16,-1-3-549-16</inkml:trace>
  <inkml:trace contextRef="#ctx0" brushRef="#br0" timeOffset="-5020.53">20566 10072 134 0,'0'0'620'15,"0"0"-473"-15,0 0-122 16,0 0 6-16,0 0 63 15,0 0 32-15,0 0 10 16,37-8-49-16,-19-2-29 16,0-3-7-16,1-2-32 15,1-4 2-15,1-3-19 16,-2-2 0-16,-2-2 10 16,-3 1-12-16,-5 0 2 0,-2-1 9 15,-6 2-10-15,-1 1 17 16,0 1-7-1,-6 2 43-15,-5 3 47 0,0 3-41 16,0 4 3-16,2 5 4 16,0 0-23-16,5 4-2 15,1 1-11-15,0 0-10 16,1 0-21-16,1 0-17 16,-1 4 14-16,-2 10 3 15,-1 9 9-15,1 8 9 16,-3 7-17-16,2 6 15 15,0 6 4-15,1 17-18 16,1 13 2-16,1 16 20 16,1-8-24-16,-1-16 6 0,2-21-5 15,0-12-1-15,0 5 3 16,-1 5-3-16,-3 4-1 16,2-7-8-16,-1-6-41 15,0-7-9-15,2-5-21 16,-1-5-48-16,2-7-111 15,-1-8-113-15,1-3-184 16,-3-5 162-16</inkml:trace>
  <inkml:trace contextRef="#ctx0" brushRef="#br0" timeOffset="-4431">20459 10356 580 0,'0'0'222'16,"0"0"-95"-16,0 0-78 16,0 0-4-16,0 0 100 15,0 0-37-15,0 0-38 16,71-46-15-16,-40 27 15 16,7-4-40-16,2-3-7 15,6-5-22-15,2-5-1 16,18-16-7-16,-11 10-95 15,-9 4-546-15</inkml:trace>
  <inkml:trace contextRef="#ctx0" brushRef="#br0" timeOffset="-3801.58">21115 9587 1211 0,'0'0'195'16,"0"0"-131"-16,0 0-28 15,0 0 43-15,0 0 40 16,0 0-75-16,0 0-23 0,-18 35-20 15,11-10 8-15,-1 7-2 16,-1 0-7-16,2 0-8 16,2 0-21-16,4-3-124 15,1 3-78-15,0-4-327 16,0-10-174-16</inkml:trace>
  <inkml:trace contextRef="#ctx0" brushRef="#br0" timeOffset="-1533.91">21055 10335 468 0,'0'0'184'0,"0"0"-122"15,0 0-21-15,0 0-17 16,0 0 37-16,0 0 7 15,0 0-42-15,3-20 10 16,-3 19 88-16,0 1-30 16,2 0-8-16,-2 0-12 15,0 0 8-15,0 0-10 16,0 0-7-16,0 0-37 16,0 0 17-16,0 0-25 0,0 4-20 15,-5 4 1-15,1 3 18 16,-2 5 16-16,0 4-3 15,1 1-12-15,2 0 12 16,2-1-21-16,-1 0 0 16,2-3 2-16,0-3-11 15,0 0 1-15,8-3-3 16,1-1-1-16,4-2 0 16,1-4 0-16,2-4-11 15,-1 0 12-15,3 0 26 16,-1-7-1-16,0-7-13 15,-2-4-12-15,-1-2 16 16,-5 1-16-16,-3-1 2 16,-3 0-1-16,-3 2 15 15,0-1 1-15,0 4-15 0,0-1 10 16,-3 5 15-16,0 3-15 16,1 2 9-16,1 3-4 15,-1 2-4-15,2 1 6 16,-1 0-17-16,1 0-2 15,-2 0 0-15,2 0-5 16,-1 0-11-16,1 6 7 16,0 7 9-16,-2 8 16 15,2 11-15-15,-3 7 11 16,0 6 12-16,0 5-23 16,-3-2 11-16,2-5-10 0,-1-1 5 15,-1-10 1-15,2-4-8 16,-2-4 0-16,-3-7 10 15,3-1-8-15,-3-7-2 16,0 0 0-16,-4-2 0 16,-1-3 14-16,-4-3-6 15,-2-1-8-15,-2 0-9 16,0-5-26-16,1-8-21 16,5-1-33-16,1-1-1 15,6 2-21-15,4 2-65 16,5-2-19-16,2 4-339 15,7 1-15-15</inkml:trace>
  <inkml:trace contextRef="#ctx0" brushRef="#br0" timeOffset="-145.03">21594 9851 320 0,'0'0'250'16,"0"0"-52"-16,0 0 37 16,0 0-60-16,0 0 14 15,0 0-1-15,0 0-58 16,-2-3-38-16,-1 3-22 0,-3 0-7 16,-1 0-20-16,-3 1-41 15,-1 8-1-15,-2 2 8 16,-1 3-8-16,1 4-1 15,-4 5 1-15,5 0 5 16,-1 4 6-16,3-1-12 16,4 4 0-1,1 1 6-15,2 0-6 0,3 0 0 16,0 2 0-16,8-4 1 16,4-1-2-16,2-2 0 15,5-5-30-15,1-3-32 16,4-5-59-16,2-4-22 15,15-9-129-15,-6 0-67 16,-4 0-23-16</inkml:trace>
  <inkml:trace contextRef="#ctx0" brushRef="#br0" timeOffset="433.29">21831 10099 796 0,'0'0'146'0,"0"0"-111"16,0 0-8-16,0 0 51 15,0 0 70-15,0 0-16 16,0 0-64-16,-1 14-49 15,1-14 8-15,1-1-8 16,7-8 35-16,2-4 0 16,5-3-28-16,3-7-6 15,-2-1-20-15,4-3 0 16,-4-1 23-16,0 3-22 16,-3 0 7-16,-4 4-8 15,-1 6 23-15,-3 4 12 16,-2 4-3-16,-3 4 13 15,0 3 30-15,0 0-38 16,0 0-15-16,0 0-15 16,0 0-6-16,0 0 8 0,0 3-9 15,0 5 0-15,0 6 33 16,0 4 7-16,-2 5-10 16,1 3-17-16,-2 0 9 15,0 1-9-15,0 0-5 16,0 0-7-16,3-4 21 15,0 0-22-15,0-1 5 16,0-5-5-16,0-4 0 16,0 0-1-16,0-3-45 15,0-3-14-15,0 0 10 16,0-3-76-16,0-2-92 16,3-2 16-16,3 0-95 0,0-4-479 15</inkml:trace>
  <inkml:trace contextRef="#ctx0" brushRef="#br0" timeOffset="1228.9">22270 10047 170 0,'0'0'240'16,"0"0"-151"-16,0 0-4 16,0 0 34-16,0 0-2 0,0 0 36 15,0 0-62-15,3-3-35 16,-3 3 17-16,1 0-17 16,-1 0 11-16,0 0-8 15,0 0 7-15,0 0-4 16,0 0-26-16,0 0 2 15,0 0 10-15,0 0-43 16,0 0-5-16,0 6 0 16,0 5 74-16,0 3 6 15,0 6-33-15,0 2-19 16,-6 3 4-16,-3 1-6 16,-2 1-15-16,0-1-11 15,-1-1 10-15,0-3-10 0,2 1-31 16,1-3-102-1,5-3-192-15,0-6-214 16,4-6-149-16</inkml:trace>
  <inkml:trace contextRef="#ctx0" brushRef="#br0" timeOffset="1941.51">22664 9889 1104 0,'0'0'142'0,"0"0"-71"15,0 0 4-15,0 0 27 16,0 0 49-16,0 0-52 16,0 0-14-16,-27 0-6 15,27 0-24-15,0-7-54 16,0-1 4-16,0-1 14 15,0-1-17-15,0 0 17 0,0-1-12 16,7 1-2-16,2-2-5 16,2 3-2-16,1 0 1 15,1 2 1-15,-1 3 0 16,3 1-7-16,-3 3 5 16,0 0-4-16,0 0-10 15,-5 6-16-15,1 7 22 16,-4 0 10-16,0 4-6 15,-4 5 13-15,0 2 2 16,-4 2 26-16,-9 4-11 16,-7 1 3-16,2 0 17 15,-3 0-13-15,1-4 3 16,5-3-13-16,0-2-4 16,6-3-3-16,3-5-14 0,1-1 1 15,5-5 4-15,0-1-4 16,0-3-2-16,0 2-14 15,6-2 15-15,6-1-2 16,6 0-9-16,3-3 11 16,3 0-1-16,3 0-7 15,3 0 7-15,0-2-69 16,-2-2-34-16,-1 0 22 16,-1 1-70-16,6-4-73 15,-7 3-159-15,-5-3-248 0</inkml:trace>
  <inkml:trace contextRef="#ctx0" brushRef="#br0" timeOffset="2529.13">23068 9725 935 0,'0'0'204'16,"0"0"-146"-16,0 0-55 16,0 0 58-16,0 0 1 15,0 0 15-15,0 0-28 16,19-4-1-16,-10 4-1 0,3 4 40 15,2 4-33-15,1 4 6 16,1 3-6-16,-1 7 17 16,1 2-21-16,-4 5-28 15,0 5-6-15,-7 4 11 16,-5 3-21-16,0 1 0 16,-14 4 17-16,-8-1-9 15,-8 0-9-15,-6 1-5 16,-25 17-133-16,9-13-145 15,1-7-492-15</inkml:trace>
  <inkml:trace contextRef="#ctx0" brushRef="#br0" timeOffset="5791.68">20411 11600 186 0,'0'0'215'0,"0"0"-16"0,0 0-28 16,0 0 41-16,0 0-41 15,0 0-67-15,0 0-49 16,-6 0-12-16,6 3-43 31,0 2-4-31,0 0 4 0,4 4 52 0,5-1-11 16,2-1-16-16,4 0-18 15,-2-4-6-15,5-3 21 16,0 0 49-16,4-5-47 16,2-11 41-16,3-4-25 15,0-3-26-15,-3-2-14 16,0-2 0-16,-4 2-16 15,-3 1 4-15,-5 2-68 0,-6 0 80 16,-5 2 13-16,-1 2-12 16,0 3 26-16,-6 1 31 15,-3 4-3-15,-1 3 4 16,1 2 1-16,1 2-5 16,0 3-24-16,0 0-1 15,2 0-19-15,-3 6-3 16,-1 8-7-16,-1 6-1 15,1 5 1-15,-2 7 14 16,1 5 13-16,2 6-16 16,-2 5 4-16,2 6 24 0,-1 3-22 15,2 3 2 1,0 0-8-16,2-2 16 0,2-2-4 16,1-2-23-16,0-3 5 15,0-4 11-15,0-4-16 16,0-2-1-16,0-2 6 15,-3 0-4-15,0-3 1 16,-2 0-3-16,0-2-6 16,0-4 5-16,1-1-69 15,-1-3-12-15,1-7-22 16,1-4-78-16,3-6-195 16,0-6-318-16</inkml:trace>
  <inkml:trace contextRef="#ctx0" brushRef="#br0" timeOffset="6438.04">20293 12128 1101 0,'0'0'230'0,"0"0"-160"16,0 0-24-16,0 0 10 15,0 0 5-15,0 0-29 16,0 0 5-16,45-83-3 16,-18 57-12-16,4-2-3 15,3 0-10-15,3 0-9 0,-2 1 22 16,-2 3-22-16,-2 1-11 16,0 2-48-16,10-2-40 15,-7 3-249 1,-6 3-334-16</inkml:trace>
  <inkml:trace contextRef="#ctx0" brushRef="#br0" timeOffset="7076.67">20933 11310 1007 0,'0'0'185'0,"0"0"-17"16,0 0-7-16,0 0-30 15,0 0-16-15,0 0-29 16,0 0-33-16,0-5-34 16,0 5-19-16,-2 3-19 15,-3 8 19-15,-1 9 12 16,-5 7 5-16,0 4-16 0,-3 6 15 16,2 0-1-16,0-2-14 15,1 0-1 1,4-1 13-16,1-1-13 0,2-2-1 15,4 2-91-15,0-7-181 16,0-6-537-16</inkml:trace>
  <inkml:trace contextRef="#ctx0" brushRef="#br0" timeOffset="7635.54">20956 11998 32 0,'0'0'150'0,"0"0"-91"16,0 0 15-16,0 0 14 16,0 0 27-16,0 0 25 15,0 0-4-15,10-22-16 16,-10 22-22-16,0 0-29 16,0 0 14-16,0-1-9 15,0 1-37-15,0-3 4 16,1-2-27-16,-1 1-8 15,0 0 17-15,0 0-11 16,0-1 8-16,0 2-7 16,0-1-3-16,0 1-1 0,0 0-9 15,0 2 0-15,0 1 16 16,0 0-15-16,0 0 0 16,0 0 1-16,0 0 27 15,0 0-19-15,0 0-10 16,0 0 0-16,0 0 23 15,0 0-23-15,0 0 0 16,0 0 0-16,0 3 11 16,0 4 2-16,-3 3 35 15,-1 7 26-15,-2 4 25 16,-2 3-51-16,1 3-10 16,1 3-8-16,1-1-3 15,1 1-13-15,3-4 5 16,1-3-18-16,0-5 1 0,7-2-2 15,3-5-2-15,4-3-14 16,4-6 4-16,1-2 6 16,2-1-5-16,4-13 9 15,2-8-11-15,-1-1-18 16,-4-5-46-16,-4-1 27 16,-2 1 25-16,-7 3 17 15,-4-1 8-15,-4 5 1 16,-1 3 20-16,0 4-8 15,0 2 19-15,0 5 12 16,-1 4 27-16,-2 2 14 0,1 1-48 16,1 0-28-16,1 0-9 15,-2 0-2-15,1 0 2 16,-2 10 0-16,-2 7 8 16,-2 6 32-16,-1 9-19 15,-1 6 4-15,-2 6 21 16,0 4-11-16,1 4-4 15,-2 5-12-15,1 2 2 16,1 0-8-16,0-3-13 16,3-5 0-16,1-6 10 15,3-6-9-15,0-10-2 16,0-7-4-16,2-7 5 16,-2-7-24-16,3-4-45 15,-1-1 0-15,-2-1 16 16,-2-1-77-16,-1 1-98 0,-3-2-79 15,0 0-467 1</inkml:trace>
  <inkml:trace contextRef="#ctx0" brushRef="#br0" timeOffset="9234.52">21560 11478 434 0,'0'0'129'0,"0"0"-76"0,0 0 27 15,0 0-5-15,0 0 169 16,0 0-11-16,0 0-104 16,3-27-15-16,-3 27 36 15,0 0-29-15,-2 0-52 16,-5 0-54-16,-3 3 58 15,-3 7-39-15,-2 2-15 0,-3 8-18 16,2 3 20-16,0 4 4 16,2 2-13-16,2 4-10 15,3 1 25-15,5 0-26 16,2 4 4-16,2-5-4 16,0 0-1-16,5-2 3 15,8-3-3-15,7-3-15 16,2-2-33-16,4-3-10 15,2-4-84-15,16-4-79 16,-6-4-63-16,-5-5-392 0</inkml:trace>
  <inkml:trace contextRef="#ctx0" brushRef="#br0" timeOffset="10041.44">21768 11692 1005 0,'0'0'153'0,"0"0"-82"15,0 0-39-15,0 0 4 0,0 0 38 16,0 0 7-16,0 0-31 16,19-37-34-16,-6 30 2 15,-1 2 3-15,3 1-7 16,-3 1 39-16,1 2-36 15,-3 1 20-15,1 0-1 16,-1 0-23-16,-2 0 3 16,-2 7-15-16,0 5 28 15,-3 6 39-15,-3 6-13 16,0 3-8-16,0 3-14 16,-8-2-14-16,-4 1-3 15,-2-4 17-15,1-3-20 16,3-3 4-16,3-4-17 15,1-5 0-15,4-3 7 0,2-5-7 16,0-2-13-16,0 0-27 16,5 0-35-16,9-7 17 15,5-9 10-15,4-5-60 16,3-6-4-16,-5-2 29 16,0-3 64-16,-4 1 18 15,-6 2 2-15,-5 0 53 16,-5 7 6-16,-1 3 8 15,0 7 26-15,0 5 4 16,0 4-22-16,-3 2-16 0,2 1-10 16,-2 0-24-1,1 0-25-15,-1 0-1 0,-1 4 43 16,-2 7-41-16,-1 4 0 16,1 6-2-16,-1 2 10 15,3 3 4-15,2-1-14 16,1 0 0-16,1 2 11 15,0-1-11-15,1-3-2 16,10-3-11-16,4-1 7 16,3-5-23-16,7-4-45 15,3-5-18-15,7-5-57 16,17 0-79-16,-9-11-308 16,-4-3-509-16</inkml:trace>
  <inkml:trace contextRef="#ctx0" brushRef="#br0" timeOffset="10583.96">22362 11753 217 0,'0'0'664'0,"0"0"-537"16,0 0-65 0,0 0-10-16,0 0 73 0,0 0 8 15,0 0-43-15,6 0-17 16,-3 0-40-16,1 1 15 15,1 5-17-15,0 2 23 16,-1 5 14-16,-1 4-3 16,-3 6-8-16,0 5-9 15,-1 3-27-15,-11 1 4 16,-5 1-24-16,1-3 10 16,-2-5-8-16,0-4-3 15,5-4-55-15,0-7-217 16,5-4-122-16,5-6-490 0</inkml:trace>
  <inkml:trace contextRef="#ctx0" brushRef="#br0" timeOffset="11267.64">22631 11519 886 0,'0'0'169'16,"0"0"-62"-16,0 0 14 15,0 0-38-15,0 0 35 16,0 0 13-16,0 0-29 15,-5-5-18-15,5 5-28 16,-1 0-14-16,1 0-17 16,-2 6-7-16,-2 7 21 15,0 4-2-15,-1 4-14 16,-1 3 12-16,1 3-12 16,2 2-3-16,0 1-8 15,3-2 6-15,0-1-3 16,0-5-15-16,0 0 0 15,5-5 8-15,2-3-8 16,4-4-7-16,1-3-18 16,1-6 10-16,5-1-1 0,2 0-40 15,5-14 24-15,2-6-47 16,1-4-43-16,-1-4 32 16,-3-4 59-16,-6-1 22 15,-5-1-5-15,-4 0-1 16,-4 6 15-16,-5 3 23 15,0 7 7-15,0 6 47 16,0 5 2-16,0 4-1 16,-2 3-23-16,1 0-30 15,-1 0-19-15,1 0-5 16,-1 0 8-16,-1 10 4 16,2 4-1-16,-2 5 16 15,-2 4 9-15,2 4-11 0,0 5 2 16,0 2 15-16,2 6-19 15,-4 4-2-15,2 4-7 16,-1 5 6-16,-1 4-5 16,0 1-15-16,0-2-1 15,-1-1 12-15,1-5-12 16,-1-7 0-16,2-6 6 16,-2-7-6-16,3-8 3 15,-1-6-3-15,-2-4-1 16,0-3 0-16,-5 0-24 15,1-4-23-15,-1 0-44 16,-2-3-1-16,1-2-40 0,3-1-162 16,3-10-330-16</inkml:trace>
  <inkml:trace contextRef="#ctx0" brushRef="#br0" timeOffset="12061.75">23108 11376 225 0,'0'0'845'0,"0"0"-686"16,0 0-50-16,0 0-61 15,0 0-5-15,0 0 36 16,0 0-34-16,7-1-31 16,1 1-3-16,1 1 19 15,6 10 36-15,2 6-18 16,2 4-12-16,-1 5 13 15,3 5-13-15,-4 3-1 16,0 4-19-16,-4 4-1 16,-5 2-14-16,-7 1 6 15,-1 0 2-15,-7 2 14 16,-17 1-21-16,-9 1-2 0,-10-1-71 16,-24 13-141-16,7-12-125 15,8-12-804-15</inkml:trace>
  <inkml:trace contextRef="#ctx0" brushRef="#br0" timeOffset="26101.5">6002 4414 32 0,'0'0'92'15,"0"0"-44"1,0 0-12-16,0 0 1 0,0 0 8 15,0 0 4 1,-8-6-1-16,8 6-9 0,0 0 39 16,0 0 40-16,0 0-5 15,0 0-25-15,-3 0-41 16,-1 0 2-16,1 0 15 16,0 0-28-16,1 0 19 15,1 0 3-15,1 0-9 0,0-1-13 16,0 1 12-16,0-2-2 15,0 2-22-15,0 0-16 16,0 0 14-16,0 0-13 16,0 0-8-16,0 0 1 15,0 0 8-15,0 0-5 16,0 0-5-16,0 0 0 16,0 0 14-16,0 0-14 15,0 0-1-15,0 0-62 16,0 0-171-16,16 0 42 15,-1 9-71-15,1-2-73 0</inkml:trace>
  <inkml:trace contextRef="#ctx0" brushRef="#br0" timeOffset="26706.68">6946 4367 225 0,'0'0'100'0,"0"0"-70"16,0 0-27-16,0 0-2 16,0 0 5-16,0 0-5 15,0 0 6-15,-13 1 6 16,13-1-12-16,0 0 10 15,0 0 18-15,0 0 3 16,0 0-22-16,0 0-8 16,1 2-2-16,2 1-20 15,-1 4-138-15,1-2 15 16</inkml:trace>
  <inkml:trace contextRef="#ctx0" brushRef="#br0" timeOffset="31607.26">23689 11758 424 0,'0'0'234'0,"0"0"-150"16,0 0 72-16,0 0 1 15,0 0-34-15,0 0-4 0,13-35 7 16,-10 31-21-16,-3 3-30 16,1-1-18-1,-1 2 10-15,0 0-39 0,0 0-3 16,0 0 0-16,0 0 4 15,0 0-7-15,0 0-22 16,0 0 6-16,0 0-6 16,3 0 0-16,4 2-1 15,3 1 1-15,8 2 11 16,3-1-2-16,4 1-9 16,8-3 1-16,3 0 14 15,1-2-14-15,0 0 1 16,2 0-2-16,-2 0-23 15,-2 0-113-15,-1-2-99 0,-7-2-363 16,-9 0-150-16</inkml:trace>
  <inkml:trace contextRef="#ctx0" brushRef="#br0" timeOffset="32228.3">23742 11861 1207 0,'0'0'203'16,"0"0"-158"-16,0 0-44 16,0 0-1-16,0 0-7 15,0 0-10-15,0 0 17 0,14 5 9 16,5-2 44-16,5-1-37 15,3 0-14-15,3-2 54 16,-1 0-40-16,1 0 19 16,1 0-34-16,1 0 7 15,-1 0-8-15,1 0-15 16,8-2-105-16,-6-2-499 16,-5-2-243-16</inkml:trace>
  <inkml:trace contextRef="#ctx0" brushRef="#br0" timeOffset="32879.9">24506 11676 590 0,'0'0'166'16,"0"0"-68"-16,0 0 25 16,0 0-12-16,0 0 79 15,0 0-77-15,0 0-87 16,-57-46 57-16,57 36-40 16,8 2-25-16,5-1-18 0,1 4 0 15,4-1 12-15,0 4-12 16,1 2-9-16,-1 0 9 15,0 0 0-15,-3 6 0 16,-2 7-23-16,-5 6 20 16,-5 4 3-16,-3 8 62 15,0 5 29-15,-11 0-37 16,-7 2 7-16,-1-4-2 16,0-3-20-16,-1-4-7 15,7-6 12-15,2-5-26 16,4-7-10-16,5-4-8 15,2-4-1-15,0-1 1 16,11 0-46-16,10-13 36 16,7-6 10-16,8-8-120 15,2-7-89-15,1-4 90 0,-1-3-44 16,-5-1 72-16,-5 2 91 16,-7 6 4-16,-8 9 57 15,-3 8 19-15,-8 9 20 16,-2 5 41-16,0 1-13 15,0 2-33-15,0 0-54 16,-6 0-27-16,-1 0 40 16,-2 6-32-16,-3 4-5 15,-3 3-9-15,1 5 21 16,1 3 3-16,1 2-16 16,-1 1 8-16,4 0 29 15,1-2-6-15,2-1-14 16,5-1-23-16,1 0-9 0,0-2 5 15,4 0-6-15,10 0 0 16,3-3-1-16,7-1 0 16,3-2-7-16,5-7-43 15,3-2-51-15,4-3-12 16,18-13-50-16,-9-6-137 16,-5-6-726-16</inkml:trace>
  <inkml:trace contextRef="#ctx0" brushRef="#br0" timeOffset="33516.75">24951 11142 916 0,'0'0'135'16,"0"0"-61"-16,0 0 22 16,0 0 11-16,0 0-17 15,0 0-32-15,0 0-35 0,3-19 50 16,9 15-59-1,1 2-8-15,3-1-5 0,1 1-1 16,1 2 14-16,-3 0-9 16,0 0 3-16,-6 2-6 15,-2 5-2-15,-2 2-12 16,-4 3 12-16,-1 2 37 16,0 2 21-16,-3 1-19 15,-7-2-17-15,-2 0 13 16,0-2-20-16,3-3-14 15,4-3 0-15,4-3 4 16,1-1-5-16,0 0-33 16,9 0 2-16,9-2 31 15,1 1 0-15,5 1 1 16,1-1 12-16,-1 3-1 0,-6 2-7 16,-2 0-5-16,-5 2-9 15,-5 4 2-15,-4 1 7 16,-2 2 39-16,0 2-1 15,-14 1-5-15,-5 0 0 16,-7 1-28-16,-5 1-5 16,-18 5-62-16,6-7-280 15,2-3-817-15</inkml:trace>
  <inkml:trace contextRef="#ctx0" brushRef="#br0" timeOffset="43445.27">25525 11746 401 0,'0'0'121'16,"0"0"-51"-16,0 0 94 15,0 0-37-15,0 0 9 16,0 0-1-16,-3-6-18 16,3 6-37-16,0 0 7 15,-1 0-26-15,1 0 3 16,0 0-16-16,-2 0-3 16,2 0-16-16,-1-1-10 0,1 1-6 15,0 0 28-15,0 0 1 16,0 0 4-16,0 0-14 15,0 0 4-15,0 0-6 16,0-2-21-16,0 2-7 16,0 0-4-16,0-1-9 15,7 0 10-15,7-1 1 16,6 1 34-16,7-2-18 16,3-3-15-16,4 1 0 15,2-4 18-15,2 2-19 16,-4-1 0-16,-1-1 0 15,-5 3 0-15,-4 1 1 16,-6 2-1-16,-8 1-9 0,-4 1 9 16,-3 1-40-1,-3 0 7-15,0 0-19 0,0 0-25 16,0 0-49-16,0 0-73 16,0 0-17-16,-1 1-333 15,-5 2-80-15</inkml:trace>
  <inkml:trace contextRef="#ctx0" brushRef="#br0" timeOffset="44521.91">26431 11531 155 0,'0'0'157'0,"0"0"-133"16,0 0-15-16,0 0 37 15,0 0 149-15,0 0-9 16,0 0-26-16,0 8-21 16,-6-4-29-16,-2 0-22 15,-2 0-24-15,0-1-16 0,-1 0 26 16,1-3-20-1,2 0-9-15,2 0 7 0,2 0-8 16,1 0-3-16,0-7 11 16,1-4-52-16,2-5 20 15,0-1-20-15,0-2 0 16,3 0 0-16,8-1 23 16,1 2-23-16,4 2-5 15,-1 2 5-15,1 3 10 16,1 4-10-16,-2 3-9 15,-3 4 0-15,1 0-13 16,-1 0 9-16,-2 8-15 16,-1 4-11-16,-1 5 37 15,-4 5 2-15,-2 2 13 16,-2 4-3-16,0 2 6 0,-3 2 25 16,-9 2-14-16,-6 0 1 15,-2 0 16-15,-2-5-18 16,-3 0 7-16,-3-4-19 15,-1-4 7-15,1-4 4 16,3-3-18-16,2-2-6 16,4-5 18-16,4-2-18 15,0-3 9-15,4-2-9 16,1 0 9-16,3 0 5 16,2 0-14-16,4 0-1 0,1 0 0 15,0-2-10 1,0 1 10-16,0 0-22 0,0-2 21 15,7 1 1-15,8-2 8 16,1 1-2-16,5 0 3 16,0 2-9-16,0 1 0 15,1 0-8-15,-1 0 8 16,0 0 1-16,2 6-1 16,0 1 0-16,-2 0 3 15,-1-2-2-15,-1-1-1 16,-1-1 1-16,-2-1-1 15,-2-2 3-15,-2 0-3 16,-5 0-1-16,-1 0-26 16,-1 0-23-16,-2 0-32 15,5-7-169-15,-2-4-39 16,1-2-505-16</inkml:trace>
  <inkml:trace contextRef="#ctx0" brushRef="#br0" timeOffset="45298.31">26793 11472 831 0,'0'0'141'16,"0"0"-68"-16,0 0-7 16,0 0-1-16,0 0 47 15,0 0 7-15,0 0-66 16,18-49-16-16,-1 46-18 15,0 3 11-15,2 0-7 16,-2 0-3-16,-2 10-20 16,-1 3 0-16,-5 4 1 15,-2 3 84-15,-4 7-5 16,-1 5 5-16,-2 1-28 16,0 3-13-16,-9-1-15 0,-3-4-8 15,-2-1-12-15,1-6 31 16,2-6-25-1,0-6-3-15,5-3-12 0,2-5 10 16,4-2-8-16,0-2-2 16,0 0-19-16,7-3-16 15,9-12-59-15,6-7 71 16,8-9-130-16,2-6 12 16,0-3-20-16,0 0 94 15,-5 3 48-15,-5 6 19 16,-4 6 41-16,-8 8-12 15,-5 7 27-15,-5 5 81 0,0 3 6 16,0 2-36 0,-3 0-56-16,-6 0-23 0,-3 0 10 15,1 3-17-15,-1 5-20 16,-1 5 11-16,1 2 3 16,0 7-12-16,2 2 9 15,1 1 14-15,3 3-17 16,0 2 13-16,4-2-9 15,2 0-2-15,0-1-8 16,12-4-3-16,5-4 0 16,7-3-11-16,4-5-5 15,3-5 15-15,7-3-61 16,1-3-8-16,20-9-65 0,-8-6-100 16,-9-4-497-16</inkml:trace>
  <inkml:trace contextRef="#ctx0" brushRef="#br0" timeOffset="45916.39">27242 11080 1092 0,'0'0'183'16,"0"0"-118"-16,0 0 10 15,0 0-40-15,0 0 9 16,0 0-22-16,0 0-14 0,17-17 53 16,1 15-15-1,0 2-25-15,1 0-6 0,-4 0-9 16,1 0 11-16,-7 2-15 15,-1 5-2-15,-4 0-24 16,-4 4 24-16,0 2 62 16,0 4 21-16,-15 2-29 15,-1 3-16-15,-3-1 8 16,-1-1-17-16,2-1-7 16,3-2-6-16,6-1-5 15,6-2-3-15,3-1-8 16,0-2 0-16,3-3-1 0,11-1-12 15,7-1 8-15,6-3 4 16,4-3-33-16,5 0-29 16,17-3-89-16,-8-5-135 15,-5-2-650-15</inkml:trace>
  <inkml:trace contextRef="#ctx0" brushRef="#br0" timeOffset="46652.91">27599 11458 810 0,'0'0'135'0,"0"0"-67"16,0 0 18-16,0 0-17 0,0 0 35 15,0 0 5 1,0 0-23-16,-7-20-57 0,5 20-29 16,0 0-27-1,1 5 27-15,-1 5 48 0,-1 4 28 16,-1 4 39-16,0 3-44 16,1 3-33-16,0 1-7 15,1 0 28-15,1 3-34 16,1-1-2-16,0-1-22 15,0-1 11-15,4-3-4 16,5-4-8-16,3-4 0 16,-1-4-2-16,3-5-7 15,-2-3 3-15,3-2 6 0,0 0 0 16,3-6 32 0,-1-8-32-16,0-5-25 0,-2-5 24 15,2-5-15 1,-4 0 1-16,-1-4-34 0,-5 2 49 15,0 3 0-15,-4 3 8 16,-2 3-8-16,1 5 36 16,-2 8-23-16,0 2 19 15,0 5-4-15,0 2-7 16,0 0-21-16,0 0 0 16,0 0-15-16,0 3 15 15,-3 11 0-15,-2 7 19 16,-1 9-6-16,-3 7 11 15,2 5 10-15,-4 4-11 0,2 3 4 16,-1 0 18 0,2 0-15-16,1-1-2 0,2-1-15 15,0-2-2-15,2-2 7 16,0-4-18-16,0-5 0 16,0-3 9-16,0-3-8 15,-2-4 8-15,0-4-9 16,2-5 0-16,-2-4-1 15,2-2-6-15,0-5-35 16,-2-4-2-16,1 0-3 16,-4 0-24-16,1-7-90 15,2-14-104-15,4 3-361 16,1-2-197-16</inkml:trace>
  <inkml:trace contextRef="#ctx0" brushRef="#br0" timeOffset="52846.47">28197 11737 758 0,'0'0'136'16,"0"0"-9"-16,0 0 76 0,0 0-45 16,0 0-29-1,0 0 16-15,-10-5-44 16,10 3-38-16,0 2-3 0,0-1-24 16,0 1-18-16,0-1-17 15,3 1 8-15,4-2 18 16,4 1-4-16,2-2 19 15,8-1 14-15,4-3-23 16,2 0 2-16,1-2-7 16,-3 2-10-16,-2 3-8 15,0 1-10-15,-8 0 2 16,0 3-2-16,-5 0 0 16,0 0-7-16,-1 0-3 15,-1 0-8-15,1 0-16 0,1 0-60 16,-1 1-6-1,5 1-87-15,-1 1-368 0,-4-3-320 16</inkml:trace>
  <inkml:trace contextRef="#ctx0" brushRef="#br0" timeOffset="53533.65">28855 11476 684 0,'0'0'114'0,"0"0"-69"16,0 0 73-16,0 0-8 15,0 0 39-15,0 0 3 16,0 0-12-16,-76-53-49 16,76 48-73-16,0 4-18 15,0-1 22-15,0 2-22 16,3 0 13-16,6 0-1 16,3 0-5-16,4 0 3 0,3 0-10 15,1 0 0 1,1 0 10-16,-4 6-10 0,-1 0 0 15,-4 1-8-15,-3 2 8 16,0-1-10-16,-6 2 10 16,0 0 13-1,-3-1 16-15,0 3 16 0,0 0-8 16,-2 1-4-16,-8 4 10 16,-5 0 5-16,-4 3-8 15,-1 1-11-15,-2 2 16 16,1-1-15-16,3 1-5 15,3-2-9-15,5-3-1 16,5-1 13-16,3-3-28 16,2-2 0-16,0-3 1 15,0 0 0-15,10-2-1 0,3-1 0 16,3-4 0-16,7-2 19 16,2 0-19-16,6 0 3 15,4-5-15-15,4-5-53 16,-1 0-77-16,13-5-108 15,-9 2-478-15,-9 2-214 16</inkml:trace>
  <inkml:trace contextRef="#ctx0" brushRef="#br0" timeOffset="59159.21">20008 13312 489 0,'0'0'102'0,"0"0"27"15,0 0 11-15,0 0 29 16,0 0 39-16,0 0-75 15,-33 0-3-15,33 0 25 16,0 0-77-16,0 0-42 16,0 0 12-16,0 0-23 15,0 0 0-15,0 0-25 16,0 0 0-16,1 0 0 16,6 0 10-16,5 0 14 15,4 0 2-15,4 0-14 0,3 0-4 16,6 0-7-16,3 0 4 15,1-3 9-15,2 2-14 16,-4 0 0-16,-3-1 4 16,-2 2-4-16,-6 0-1 15,-6 0-16-15,-1 0 0 16,-5 3-35-16,-2 0-55 16,-2 0-48-16,-1-1-5 15,-3 1-137-15,0 0-231 16,0-2 112-16</inkml:trace>
  <inkml:trace contextRef="#ctx0" brushRef="#br0" timeOffset="59701.25">20025 13386 857 0,'0'0'138'0,"0"0"32"16,0 0 0-16,0 0-5 15,0 0 23-15,0 0-54 16,0 0-78-16,-10 0-28 16,10-2-8-16,0 2-9 15,0-1-11-15,10 1 0 16,4-2 23-16,4 2 7 15,6 0-29-15,1 0-1 0,5 0 11 16,0 0-11-16,1 0 6 16,-1 0-5-16,2 0-1 15,-4 0 6-15,-3 0-6 16,-5 0 0-16,-2 0 0 16,-5 0 0-16,-3 2-1 15,-2-1-14-15,-4-1-4 16,-1 2-29-16,2-2-64 15,0 0-70-15,2 0-33 16,-1-2-192-16,-2-5-314 0</inkml:trace>
  <inkml:trace contextRef="#ctx0" brushRef="#br0" timeOffset="60306.02">20399 13154 889 0,'0'0'185'15,"0"0"-29"-15,0 0-57 16,0 0-12-16,0 0-38 16,0 0-47-16,0 0 6 15,15 4 29-15,-2 5 6 16,5 2-8-16,-1 3 15 0,2-1-5 15,2 3-17 1,-2-1-6-16,2 0-14 0,0 1-6 16,-4 0 24-16,-1-1-26 15,-6-2 7-15,-2-1-7 16,-5-1-7-16,-3 2 7 16,0 4 23-16,-18 3 9 15,-11 4 3-15,-6 3-33 16,-3 0-2-16,-2-2-19 15,0 2-114-15,8-7-123 16,10-6-403-16</inkml:trace>
  <inkml:trace contextRef="#ctx0" brushRef="#br0" timeOffset="61348.78">20930 13125 250 0,'0'0'216'16,"0"0"-72"-16,0 0 4 16,0 0 41-16,0 0-45 15,0 0-48-15,0 0-21 16,0 0 3-16,0 0-41 0,0 0-26 16,1 0-5-1,7 0 29-15,1 0-5 0,6 1-14 16,1 1-10-16,4 0 22 15,-1-2-14-15,5 0 4 16,0 0-18-16,0 0 12 16,-2-5-5-16,-2-4 22 15,-3-1-20-15,-3 0 8 16,-5 0-15-16,0 0 11 16,-5 0-2-16,-2 1-11 15,-1-1 25-15,-1-1-25 16,0 1 0-16,0-2 7 15,0 1-1-15,-3 0-12 16,-1-1 6-16,-1 3 0 16,-1 0 0-16,0 4 7 0,2 1 2 15,-2 1 36 1,1 3-11-16,2-2 8 0,-2 2-42 16,0 0 15-16,1 0 1 15,-3 0-16-15,1 5 1 16,-1 4 13-16,-2 5-13 15,3 4 18-15,0 7-1 16,2 2 17-16,-1 5 11 16,1 5-26-16,1 2-5 15,1 5 21-15,1 5-14 16,-1 2-6-16,1 3-5 16,1-1 5-16,-2 1 4 0,2-4-20 15,0-3 0-15,0-3 11 16,0-4-11-16,0-5 0 15,0-3-1 1,0 0 1-16,-1-6 0 0,-2 1-10 16,0-2-49-16,-2-1-11 15,2-4-80-15,-4-5-128 16,3-5-478-16,0-7-32 0</inkml:trace>
  <inkml:trace contextRef="#ctx0" brushRef="#br0" timeOffset="61871.88">20876 13515 1137 0,'0'0'180'0,"0"0"-105"0,0 0 72 15,0 0-7-15,0 0-38 16,0 0-48-16,0 0-34 15,32-70-5-15,0 51 4 16,7 0-19-16,9-4 3 16,1-1 10-16,3-2-12 15,1 0-1-15,-8 1 0 16,-4-1-30-16,1-6-123 16,-11 5-161-16,-5 3-487 0</inkml:trace>
  <inkml:trace contextRef="#ctx0" brushRef="#br0" timeOffset="62485.38">21415 12756 712 0,'0'0'367'0,"0"0"-247"16,0 0-48-16,0 0-19 0,0 0 47 16,0 0-18-16,0 0-54 15,-9 23 56-15,6 1 18 16,-3 2-40-16,0 4-23 15,-1 1-31-15,1 0-6 16,1-1 4-16,2 1-6 16,3-3-66-16,0 5-157 15,0-8-390-15,0-8-307 0</inkml:trace>
  <inkml:trace contextRef="#ctx0" brushRef="#br0" timeOffset="63012.75">21491 13396 607 0,'0'0'227'0,"0"0"-18"16,0 0-77-16,0 0-2 16,0 0-31-16,0 0-25 15,0 0-22-15,0-12-14 16,-2 12-10-16,1 0 4 16,-1 0-3-16,1 0-13 0,-1 2 1 15,-2 5-8-15,1 4 26 16,-1 6 32-16,1 1-24 15,1 5-14-15,1-1-9 16,1 2-5-16,0-1 28 16,0 0-33-16,1-2 0 15,8-2-9-15,4-2 0 16,0-4-1-16,1-3-6 16,1-4 6-16,2-5 3 15,1-1-3-15,1 0-2 16,-2-13 1-16,0-4 1 15,-2-3-16-15,-1-2-12 16,-5-3 19-16,-5 0 8 0,-1 0 2 16,-3 1-1-1,0 2 1-15,0 3 12 0,0 5 8 16,0 6-8-16,0 2-3 16,-1 5 39-16,-1 1-41 15,1 0-8-15,-1 0-8 16,2 0 8-16,-1 2-12 15,1 10 6-15,-2 4 6 16,1 9 33-16,-2 4-24 16,0 6 5-16,-2 5-8 15,-1 2 15-15,-1 7-1 16,-1 0-3-16,1 0-16 16,1-2 29-16,-3-3-30 15,3-9 8-15,0-5-7 16,0-9 8-16,0-5-3 0,-3-4-6 15,3-4 6 1,-3-1 6-16,-3-3-11 0,-1-2-1 16,-1-2-2-16,-2 0 1 15,-2-2-24-15,3-9-34 16,-1-4-26-16,5-2-5 16,4-1-60-16,7-4-73 15,0 7-110-15,0 2-311 0</inkml:trace>
  <inkml:trace contextRef="#ctx0" brushRef="#br0" timeOffset="64421.78">21995 13043 616 0,'0'0'178'0,"0"0"-41"15,0 0 78-15,0 0-71 16,0 0-57-16,0 0 6 16,0 0 8-16,-3-11-13 15,2 11-23-15,-1 0 17 16,-1 0 0-16,-1 0-42 16,-2 0-26-16,-4 2 11 0,-1 8-9 15,-4 3 9-15,3 5-11 16,2 3 9-16,-4 3 13 15,5 4-21-15,2 3-14 16,2 4 21-16,1-1-22 16,3 2 1-16,1 1 0 15,0-2 11-15,4-1-10 16,6-5-2-16,4-3-16 16,4-3-9-16,2-7-40 15,3-3-21-15,11-6-112 0,-4-3-41 16,-4-4-418-16</inkml:trace>
  <inkml:trace contextRef="#ctx0" brushRef="#br0" timeOffset="65003.6">22194 13315 590 0,'0'0'239'0,"0"0"-168"16,0 0-48-16,0 0 22 16,0 0 56-1,0 0-26-15,0 0-9 0,-2 13-37 16,5-13 1-16,5 0 6 16,2 0 25-16,5-13 36 15,2-2-49-15,3-7-16 16,-1-2-32-16,0-1 0 15,0-3 14-15,-2-1-13 16,-3 3 14-16,-2 2-9 16,-4 4 46-16,-1 4 15 15,-4 6-16-15,-3 5 34 16,0 2 0-16,0 3-37 0,0 0-18 16,0 0-29-16,0 0 9 15,0 0-10-15,0 1 7 16,0 9-7-16,0 4 35 15,0 6-16-15,0 4 5 16,-1 3-11-16,-1 3 6 16,-1-1 21-16,1 1-33 15,0 1-5-15,0-3 20 16,2-3-22-16,0-2 13 16,0-4-13-16,0-5-6 15,0-5 5-15,6-2-58 0,-1-1-7 16,-1-3 0-1,1-2-72-15,-1-1-27 0,8 0-9 16,-3-8-209-16,2-5-266 16</inkml:trace>
  <inkml:trace contextRef="#ctx0" brushRef="#br0" timeOffset="65614.08">22595 13212 916 0,'0'0'251'16,"0"0"-184"-16,0 0-46 0,0 0 14 16,0 0 78-1,0 0 56-15,0 0-66 0,1 52-17 16,-1-28-14-16,0 4 0 16,-3 0-21-16,-2 1-36 15,2-4 4-15,0-2 4 16,1-4-22-16,1-3 6 15,1-4-7-15,0-4 0 16,0-4-21-16,0-1-101 16,1-3-117-16,8 0-114 15,0-4-465-15</inkml:trace>
  <inkml:trace contextRef="#ctx0" brushRef="#br0" timeOffset="66248.75">22950 13123 418 0,'0'0'142'15,"0"0"84"-15,0 0 15 16,0 0 19-16,-82-11-100 15,69 2-47-15,4-1-24 16,4 0-7-16,2-1-18 16,3 1-58-16,0 2 1 15,0 1 12-15,3 0-3 0,5 3-16 16,2 1 19 0,5 3-19-16,-1 0-1 0,0 0 1 15,0 0-9-15,0 6 8 16,-3 2-7-16,-3 3-13 15,-2 2 21-15,-5 4 0 16,-1 3 53-16,0 2 7 16,-4 3-16-16,-8 1 19 15,-6 1-22-15,3-2 13 16,-3-1-1-16,6-1-30 16,0-2-9-16,6-3-2 15,5 0-12-15,1-1 4 0,0-1-4 16,0-2 0-16,10-1 0 15,0-3-3-15,4-3 2 16,2 0-13-16,2-3-20 16,5-1-13-16,2-3-21 15,2 0-41-15,3 0-20 16,10-5-67-16,-6-6-416 16,-4-1-96-16</inkml:trace>
  <inkml:trace contextRef="#ctx0" brushRef="#br0" timeOffset="66887.67">23271 12937 788 0,'0'0'592'0,"0"0"-519"16,0 0-66-16,0 0-7 15,0 0-13-15,0 0 13 16,0 0 23-16,9 3 2 16,3 11-9-16,4 3-9 15,-2 2 19-15,0 4-8 16,2 3 15-16,-2 3 21 16,-2 3-13-16,-1 5 7 15,-2 3-4-15,-5 1-6 16,-4 1 14-16,0 1-22 15,-4-4-13-15,-10-1-5 0,-1-4-3 16,-4-3-9-16,-3-3-11 16,-13 6-125-16,6-9-190 15,4-8-774-15</inkml:trace>
  <inkml:trace contextRef="#ctx0" brushRef="#br0" timeOffset="68471.34">23706 13182 735 0,'0'0'160'0,"0"0"35"0,0 0-44 16,0 0-10-16,0 0-14 15,0 0-28-15,0 0-27 16,-6 2-27-16,6-2-7 16,0 0 3-16,0 1-40 15,5 3 6-15,4 2 31 16,3 0 0-16,6 1-13 15,1 0 6-15,2 0-15 16,3-1-3-16,6-1-1 16,1-1-3-16,5-2 1 15,0-1-4-15,1-1-3 16,-4 0-3-16,-3 0 0 0,-5 0-2 16,-4 0-17-16,-6 0-111 15,-5 0-85-15,-7 0-103 16,-1 0-84-16,-2-1 16 0</inkml:trace>
  <inkml:trace contextRef="#ctx0" brushRef="#br0" timeOffset="69085.62">23728 13415 232 0,'0'0'958'0,"0"0"-824"0,0 0-40 15,0 0-1 1,0 0 81-16,0 0-14 0,0 0-108 16,10 0 0-16,2-3-14 15,4 0 10-15,4 1 3 16,0 0-18-16,1 2-23 15,2 0 22-15,2 0-31 16,5 0 9-16,3 0-10 16,4 0 0-16,3 0 5 15,-1 0-5-15,2 0-12 16,-1 0-60-16,3 0-81 16,-10 0-493-16,-9 0-460 0</inkml:trace>
  <inkml:trace contextRef="#ctx0" brushRef="#br0" timeOffset="72267.33">24785 13228 489 0,'0'0'340'0,"0"0"-156"0,0 0-32 16,0 0 11-16,0 0-9 0,0 0-59 16,0 0-34-1,8 0-22-15,-4 0-2 0,4-5 50 16,3-4-53-16,3-6-22 16,4-2 5-16,-2-3-16 15,1 1 8-15,-4-1-8 16,2-3-1-16,-3 2 17 15,-2 0-16-15,-1 3 9 16,-3 4 25-16,-3 2-3 16,-1 5 6-16,-2 4-6 15,0 2-1-15,0 1-2 16,0 0-29-16,0 0 0 16,0 0-2-16,0 0-10 15,0 0 3-15,0 0-7 16,0 3 16-16,0 7 20 0,0 4-11 15,-3 4 9 1,-2 3 19-16,1 3-28 0,-2 3 8 16,0 0-17-16,2 1 8 15,-1-1 8-15,4-1-16 16,-1-6 0-16,2-3 0 16,0-2 0-16,0-5-1 15,0-3 0-15,0-3 1 16,0-2-2-16,0-2-20 15,0 0-1-15,0 0-19 16,0 0-39-16,0 0-22 16,0 1-70-16,0 3-47 15,0 2-66-15,0-4-590 0</inkml:trace>
  <inkml:trace contextRef="#ctx0" brushRef="#br0" timeOffset="74204.2">25504 13199 675 0,'0'0'269'16,"0"0"-117"-16,0 0-23 16,0 0-34-16,0 0 20 15,0 0 24-15,0 0-16 16,0 0-14-16,0 0-36 16,0 0-24-16,0 0-20 15,0 0-22-15,5 0-7 16,4 0 0-16,3 0 24 15,3 0 1-15,4 0-16 0,5 0-8 16,0 0-1 0,0-2 2-16,1-3 5 0,-1 2-6 15,-2 1 5-15,-2 0-5 16,-4 1-1-16,-4 1-43 16,-2 0-51-16,-5 0-61 15,-2 0-51-15,-3 10-43 16,0 0-429-16,0 0 161 0</inkml:trace>
  <inkml:trace contextRef="#ctx0" brushRef="#br0" timeOffset="78931.25">26216 13118 15 0,'0'0'272'15,"0"0"-99"-15,0 0-57 16,0 0 24-16,0 0-46 16,0 0-61-16,-7 0-27 15,7 0 20-15,0 0-12 16,0 0 11-16,0 0 1 15,0 0 26-15,0 0 20 16,0 0 12-16,-2 0 23 0,2 0 15 16,0 0-22-16,0 0 15 15,0 0-16-15,0 0-7 16,0 0-12-16,0 0-33 16,0 0-6-16,0 0-4 15,0 0-18-15,0 0 2 16,3 0-21-16,6-2 8 15,6-1 23-15,5 2-3 16,2-2-11-16,3 0 4 16,0 0-20-16,-1 0 5 15,-3 2-5-15,0 0-1 16,-2 1 3-16,-4-2-3 16,0 2 0-16,-6 0 0 15,-1 0-2-15,-5 0 2 16,-2 0-16-16,-1 0 0 0,0 0-22 15,0 0-60-15,0 0-37 16,0 0-55-16,0 3-38 16,-3 6-11-16,-4-2-105 15,1-3-278-15</inkml:trace>
  <inkml:trace contextRef="#ctx0" brushRef="#br0" timeOffset="79501.7">26799 12959 975 0,'0'0'201'0,"0"0"-114"0,0 0 13 15,0 0 11-15,0 0 93 16,0 0-46-16,0 0-60 16,0-2-53-16,0 2-15 15,0 0-30-15,-6 0 10 16,-1 7-10-16,-8 7 33 16,-5 4-31-16,-3 5 14 15,-3 2-14-15,0 2 20 0,0 0 3 16,5-3-17-16,3-3-6 15,5-2 14-15,3-3-16 16,5-3 0 0,2-2-1-16,3-4 1 0,0-1 1 15,0-2-1-15,0 0-7 16,6-1 7-16,6-1 0 16,1 0 1-16,7 0 11 15,2-2 4-15,5 0-8 16,1 0 0-16,2 0-7 15,0 0 16-15,-2 0-16 16,-1 0-2-16,-5 0-5 16,-2 0 5-16,-5 0-13 0,-5 0-46 15,-4 0-32 1,0 0 2-16,-4 0-62 0,-2 0-13 16,0 0 15-16,0 0-43 15,0 0-422-15</inkml:trace>
  <inkml:trace contextRef="#ctx0" brushRef="#br0" timeOffset="83244.73">26737 12916 12 0,'0'0'138'0,"0"0"-96"16,0 0-13-16,0 0 17 0,0 0 28 15,0 0-34-15,0 0 5 16,0 0 28-16,0 0 36 15,0 0-39-15,0 0-42 16,0 0-17-16,0 0 0 16,1 0-11-16,1-2 0 15,1 1 13-15,0-2 29 16,2 1-9-16,-2 0 44 16,0 0 4-16,0-1 8 15,-1 2 20-15,-2 1-24 16,0 0-11-16,0 0-13 15,0 0-17-15,0 0 1 16,0 0 16-16,0 0 3 0,0 0-9 16,0 0-36-16,0 0-19 15,0 0-1-15,0 0-21 16,0 3 22-16,0 4 15 16,2 3-6-16,1 3 30 15,0 2 0-15,0 2 2 16,-2 1-6-16,-1 3-11 15,0 4 14-15,0 4 0 16,0 2-29-16,0 6 11 16,0 1-18-16,-1 0 7 15,-4 0 12-15,1-1-21 16,0-5 0-16,1-4 7 16,2-3-7-16,1-6 0 15,0-6-13-15,0-3-13 16,0-5-31-16,0-2-52 0,0-3 10 15,1 2-52-15,-1-2-47 16,0 0-51-16,0 0-157 16,-4-6-289-16</inkml:trace>
  <inkml:trace contextRef="#ctx0" brushRef="#br0" timeOffset="85240.99">26332 13095 178 0,'0'0'220'0,"0"0"-142"0,0 0 52 16,0 0-46-16,0 0 49 15,0 0 8-15,0 0-25 16,2-45-50-16,-2 39-18 15,0 1-4-15,0 0 25 16,0 1-25-16,-6 1-28 16,-2 0 68-16,0 2-57 15,-1 1-21-15,-1 0 51 16,-1 0-30-16,0 0-15 16,1 9-12-16,-1 0 1 15,4 3 18-15,4-1-18 0,0 0 0 16,3-1 1-1,0 1 20-15,0-2-22 0,6-1-1 16,3-1 1-16,6-1 20 16,0-3-12-16,3-2-8 15,1-1 20-15,-4 0-1 16,1-5-8-16,-4-7-11 16,-4 1 0-16,-4-2 19 15,-4 0-13-15,0 1-5 16,0-1 15-16,-7 2 4 15,-2 3 17-15,-5 0-11 16,4 4-4-16,1 3 31 16,-1 1-47-16,1 0-6 15,-1 3 0-15,3 9-8 16,-2 2 2-16,3 4-2 0,3-1 8 16,3 2-1-1,0-3 1-15,0-2-8 0,6-3 8 16,9-3-30-1,2-4 29-15,3-4 1 0,3 0 27 16,-1-4-27-16,1-10-34 16,-4-3-13-16,-4-3 31 15,-3 1 9-15,-8-1 7 16,-4 3 0-16,0 0 15 16,0 4 2-16,-12 3-17 15,0 3 20-15,-4 3 26 16,-1 4-46-16,0 0 34 15,-1 0-17-15,1 11-5 0,2 4-2 16,1 0-10 0,3 2 0-16,3 0 1 0,1 1 13 15,4-1-14-15,3-1-8 16,0-2 8-16,0-3 0 16,9-2-21-16,5-4-24 15,5-5 39-15,2 0-16 16,4-1-37-16,1-13-79 15,-6-1 5-15,-5-1 32 16,-7 2 21-16,-5 4 74 16,-3 3-16-16,0 2 22 15,-18 4-20-15,0-1-99 16,3 2-444-16</inkml:trace>
  <inkml:trace contextRef="#ctx0" brushRef="#br0" timeOffset="88741.77">27524 13137 428 0,'0'0'210'0,"0"0"-31"0,0 0 29 15,0 0 5-15,0 0-45 16,0 0-36-16,-6 0-14 15,6 0-1-15,0 0-32 16,0 0-15-16,0 0-5 16,0 0-23-16,0 0-5 15,0 0-1-15,0 0-9 16,0 0 5-16,0 0-21 16,0 0-10-16,0 0 12 15,0 0-13-15,2 0-17 16,5-1 17-16,7-3 29 15,5-2-8-15,3 0-20 16,1-1 13-16,2 0-8 16,1 0-6-16,-4 3 0 15,-2-1-1-15,-3 4-1 16,-5 0 2-16,-3 1-25 16,-4 0-25-16,-2 0 1 0,-2 0-24 15,1 1-9-15,1 5-16 16,-2-1-94-16,4 8-7 15,-2-3-61-15,0-3-369 0</inkml:trace>
  <inkml:trace contextRef="#ctx0" brushRef="#br0" timeOffset="89520.1">28182 13043 146 0,'0'0'86'16,"0"0"-52"-16,0 0 106 15,0 0 56-15,0 0 35 16,0 0-85-16,0 0 4 15,-37 3-40-15,31-3 58 16,1-5-62-16,1 0 0 16,4-1 2-16,0-1-55 15,0 0-53-15,0-2 0 16,0-1 26-16,9-1-19 16,2 1 6-16,-1 0-11 15,5 3-2-15,-2 1-1 16,4 1-2-16,-2 2 3 15,1 2 1-15,1 1-1 0,-3 0-4 16,1 0-8 0,-1 0 11-16,-4 6-8 0,-2 1-9 15,-3 2 1-15,-3 1 16 16,-2 3-9-16,0 0 10 16,-2 2 45-16,-9 2-23 15,-4 2 19-15,-5-1-13 16,1 1 8-16,-2 0-2 15,0-2-21-15,1 0-12 16,3-1 29-16,1-1-24 16,5-2 2-16,3-2-7 15,4-2 0-15,4-1-1 16,0 0-3-16,0-1 3 0,6 0-1 16,8-1-15-16,8-1 16 15,6-2 15-15,5-3-15 16,6 0-9-16,7 0 9 15,7-5-1-15,30-11-111 16,-11 4-124-16,-7-2-394 16</inkml:trace>
  <inkml:trace contextRef="#ctx0" brushRef="#br0" timeOffset="93061.93">23918 14443 202 0,'0'0'359'15,"0"0"-190"-15,0 0 124 0,0 0-45 16,0 0-33-16,0 0-15 16,0 0-97-16,-37 0-41 15,37 0-26-15,0 0-1 16,0 0-11-16,0 0-24 16,0 0 0-16,7-2 17 15,7-1 14-15,5 1-18 16,4-4-4-16,4 2-3 15,1-2 18-15,-1 0-24 16,0 2 0-16,-4 1 1 16,-1 0-1-16,-2 0-7 15,-2 2-43-15,-3-1-23 16,-3 2-138-16,-3 0 41 16,-8 0-54-16,-1 8-359 15,0 2 7-15</inkml:trace>
  <inkml:trace contextRef="#ctx0" brushRef="#br0" timeOffset="93373.01">23872 14648 780 0,'0'0'211'0,"0"0"-29"15,0 0-17-15,0 0-4 16,0 0-21-16,0 0-79 15,0 0-46-15,6 0 21 16,9 0 20-16,2-4-1 16,6 0-9-16,1 0-23 15,3 1-1-15,0 2-12 16,-2-1-10-16,2 2 1 0,-1 0 0 16,-3 0-1-16,0 0 0 15,-5 2-30 1,-2 2-46-16,1 0-36 0,5 0-78 15,-3-1-410-15,-2-3-191 0</inkml:trace>
  <inkml:trace contextRef="#ctx0" brushRef="#br0" timeOffset="93858">24851 14259 628 0,'0'0'653'16,"0"0"-574"-16,0 0 29 15,0 0 34-15,0 0-28 16,-93 18-44-16,83-8-32 16,1 3-15-16,5 1-2 15,2 2-15-15,2 1 8 0,0 0 16 16,5-1-14 0,11 4 1-16,2 0-2 0,4 0 0 15,2-1-1-15,1 1-14 16,-4-2 2-16,0 0 11 15,-5-1-13-15,-4-4 0 16,-4 1 9-16,-3-1-8 16,-4 0-2-16,-1 0 2 15,0 1 4-15,-10 0 8 16,-7 3-13-16,-5-3 0 16,-1-1 12-16,1-5-12 15,4-4 0-15,0-4-18 16,5 0-53-16,-2-11-73 15,4-23-174-15,2 2-210 16,2-2-189-16</inkml:trace>
  <inkml:trace contextRef="#ctx0" brushRef="#br0" timeOffset="94060.12">24810 14280 1028 0,'0'0'211'16,"0"0"-112"-16,0 0 2 16,0 0 24-16,0 0-35 0,0 0-40 15,91-45-50 1,-56 32-2-16,1 5 2 16,9 3-91-16,-10 5-126 15,-8 0-402-15</inkml:trace>
  <inkml:trace contextRef="#ctx0" brushRef="#br0" timeOffset="95219.07">24435 14532 26 0,'0'0'137'0,"0"0"-101"16,0 0 51-16,0 0 100 0,0 0 24 15,0 0-26 1,0 0-57-16,-6-3 79 0,6 3-14 16,0-2-51-1,0 2-35-15,0 0-24 0,0 0-44 16,0 0-13-16,0 0-26 16,0 0 2-16,0 0 11 15,0 0-12-15,0 0 1 16,1 0 26-16,8 0-13 15,0 0-2-15,5 0 5 16,0 0-4-16,3 0-1 16,1 0-13-16,0 0 0 15,1 0 2-15,-1 0-2 16,-2 0-29-16,4 5-150 16,-8 3-81-16,-5 0-601 0</inkml:trace>
  <inkml:trace contextRef="#ctx0" brushRef="#br0" timeOffset="97242.05">15535 16703 512 0,'0'0'206'16,"0"0"-134"-16,0 0 24 16,0 0-8-16,0 0 42 15,-81-4-27-15,61 4-11 16,-2 7 3-16,-1 0 6 15,-3 4-11-15,1 3 17 16,0 3-28-16,0 7-28 0,0 5-22 16,0 4-4-1,3 8 1-15,0 4-17 0,3 6-7 16,3 5 28-16,4 5-23 16,3 0 2-16,2 0-9 15,5-1 11-15,2-3-1 16,0-2-10-16,2-2 0 15,11 0 15-15,-1-4-15 16,6-2 0-16,2-4 3 16,3-2-3-16,4-3-9 15,6-1 7-15,3-1 2 16,5-3 0-16,4-3-1 0,6-5 8 16,3-1-7-1,6-4 1-15,2-6 0 0,8-4-1 16,12-7 1-16,20-6-2 15,13-24 1-15,4-18-1 16,-7-9 2-16,-14-6-1 16,-24 9 2-16,-15 6-2 15,-11 7-2-15,-6 4-7 16,4-10-14-16,2-5-27 16,1-8-19-16,-9 2 50 15,-11-3 18-15,-9 0-6 16,-11-1 0-16,-7-1 14 15,-2-2-6-15,-6 0-1 16,-13 2 6-16,-6 2 4 16,-4 3-7-16,-8 6 5 0,-5 2 5 15,-7 5-13 1,-7 5-5-16,-7 6 5 0,-18 4 1 16,-20 12-1-16,-16 15-12 15,-4 1-52-15,11 26-83 16,13 11 53-16,25-1-46 15,-5 8-120-15,22-8-288 16,9-5 38-16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08:02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4307 3423 540 0,'0'0'104'0,"0"0"-82"16,0 0 20-16,0 0 10 0,0 0 11 16,0 0 12-16,4-63-23 15,-4 50 67-15,0 0 46 16,0-1-55-16,0 1-36 15,0 2-20-15,0 1 5 16,-1 5-34-16,1 2-11 16,0 1-8-16,0 2-4 15,0 0-2-15,0 0-10 16,0 0-14-16,0 6 14 16,6 11 2-16,10 8 8 15,5 13 1-15,9 19 10 16,13 22-11-16,10 22 1 15,12 14 4-15,2 2 8 16,3-6-12-16,2-12 0 16,7-3 0-16,9-6 8 0,9-2-2 15,15-2-7-15,3-1 1 16,6-2 7-16,1-1-8 16,5 1 1-16,1 0 6 15,-1 2-5-15,-5 2 6 16,-2-3-8-16,-7-3 0 15,0-4-10-15,-10-2 10 16,-7-3-19-16,-17-11-24 16,-18-11-39-16,-15-12-103 15,26 10-116-15,-13-9-80 16,-3-4-10-16</inkml:trace>
  <inkml:trace contextRef="#ctx0" brushRef="#br0" timeOffset="537.75">7577 3681 970 0,'0'0'38'0,"0"0"-17"16,0 0 34-16,-80-8-17 15,44 17-9-15,-9 14 21 16,-10 10 0-16,-24 20 10 16,-18 29 9-16,-27 31-13 15,-15 19 8-15,-7 16-22 16,-5 3-10-16,2-5-14 16,-4 2 5-16,-1-4 12 15,10-10-19-15,6-8-10 16,5-7 25-16,3-12-31 0,11-9-9 15,7-13 3-15,15-14 6 16,18-19-19-16,15-17-20 16,19-8-55-16,2-6-71 15,-13 13-206-15,6-6-13 16,5-2-105-16</inkml:trace>
  <inkml:trace contextRef="#ctx0" brushRef="#br0" timeOffset="4643.51">3124 6893 662 0,'0'0'270'16,"0"0"-160"-16,0 0-48 15,0 0 21-15,0 0-35 16,0 0-9-16,0 0-7 15,0 2-31-15,10 2-1 16,4 3 40-16,3 1 18 16,5-1-10-16,1 0-23 15,4-6 17-15,0-1-7 16,1 0-28-16,-1-7 0 16,1-8 0-16,-5-4-7 15,-1-6-51-15,-7 0-11 16,-3-2 10-16,-6 0 52 0,-4 0 0 15,-2 2 12-15,0 1-2 16,-9 4 13-16,-2 5 21 16,-2 5 12-16,2 4 27 15,4 3 34-15,-2 3-54 16,3 0-28-16,-3 0-15 16,3 10-12-16,-4 10-2 15,1 9-6-15,-2 7 1 16,-2 12 14-16,5 8-2 15,-2 18 4-15,-2 22-2 16,3 20 10-16,1 2 7 0,2-8-15 16,1-16-6-16,3-27 15 15,2-13-24-15,0-14 5 16,0-1-7-16,0 4 13 16,-1 7-8-16,1 5-5 15,-2-6 0-15,1-2-9 16,-1-3-1-16,1-7-41 15,-2-1-40-15,0-5-45 16,-5-4-151-16,5-10-104 16,-1-7-317-16</inkml:trace>
  <inkml:trace contextRef="#ctx0" brushRef="#br0" timeOffset="4877">2955 7686 1126 0,'0'0'395'15,"0"0"-351"-15,0 0-13 16,0 0-31-16,0 0 55 16,72-83 8-16,-31 46 17 15,6-5-33-15,8-5-11 16,5-2-20-16,4-4-7 15,0 0-9-15,-3-1-47 16,14-12-145-16,-17 14-127 16,-10 8-661-16</inkml:trace>
  <inkml:trace contextRef="#ctx0" brushRef="#br0" timeOffset="5567.85">3828 6736 842 0,'0'0'182'15,"0"0"-122"-15,0 0 57 16,0 0-10-16,0 0-11 16,-89 61 5-16,72-38-12 15,2 5-12-15,2 3-23 16,-2 3-11-16,7 2-1 16,1 4-17-16,2 2-3 15,2 4-13-15,3 1 4 16,0 4-1-16,6-1-12 15,8-1 0-15,8-2-7 0,2-7 7 16,6-6-2-16,3-5-102 16,4-8-71-16,5-9 62 15,23-12-97-15,-12 0-312 16,-4-10-75-16</inkml:trace>
  <inkml:trace contextRef="#ctx0" brushRef="#br0" timeOffset="6403.14">4070 7106 1083 0,'0'0'155'0,"0"0"-89"16,0 0 4-16,0 0-19 15,0 0 76-15,0 0-67 16,0 0-59-16,-36-62-1 16,43 48 8-16,8 1-6 15,2 2-2-15,2 1 0 16,2 4-1-16,-2 1 1 15,-1 4-1-15,0 1-9 16,0 0 10-16,-6 8 1 16,0 9 0-16,-6 8 22 15,-5 6 35-15,-1 7-1 16,0 5 10-16,-7-1-29 16,-8 0-1-16,3-5 4 0,-1-5-25 15,2-7 5 1,2-6-4-16,3-8-11 0,6-4-6 15,0-4-9-15,0-3-19 16,0 0-85-16,17-8 63 16,3-13-47-16,4-10-48 15,-1-10-117-15,2-6 69 16,-6-2 109-16,-5 1 84 16,1 6 25-16,-8 6 57 15,-2 10 46-15,-5 13 28 16,0 7 45-16,0 5-36 15,0 1-79-15,0 0-14 0,-2 0-11 16,-4 2-42-16,-1 10-13 16,-2 4 10-16,0 6-16 15,3 5-1-15,0 2 1 16,0 5 13-16,2 0-1 16,2 1-11-16,2-1-1 15,0-2 0-15,5-2-6 16,8-4 4-16,7-4-4 15,2-4-7-15,5-5 12 16,1-4-37-16,5-5-30 16,0-4-30-16,1 0-76 15,9-13-19-15,-6-4-58 16,-8 2-549-16</inkml:trace>
  <inkml:trace contextRef="#ctx0" brushRef="#br0" timeOffset="6627.67">4689 7150 1011 0,'0'0'290'15,"0"0"-196"-15,0 0-7 16,0 0-42-16,0 0-19 16,0 0-1-16,0 0 28 15,0 25 35-15,0 3 6 16,-2 5-46-16,-4 3-20 15,2 3 0-15,-2-4-27 16,0-3-1-16,3-3 5 16,2-7-4-16,1-5-2 0,0-6-57 15,10-11-130-15,5 0-157 16,1-1-339-16</inkml:trace>
  <inkml:trace contextRef="#ctx0" brushRef="#br0" timeOffset="7324.56">4874 6978 1287 0,'0'0'271'0,"0"0"-214"16,0 0-54 0,0 0 1-16,0 0 5 0,0 0 48 15,0 0 0 1,-9 47 11-16,3-18-16 0,0 3-35 15,0 4 2-15,3 1 3 16,3-1-14-16,0-1 2 16,0 0-10-16,6-1 0 15,6-5 0-15,0-5 0 16,4-5-10-16,-1-5-1 16,3-5 4-16,4-5-3 15,1-4 5-15,2 0-8 16,2-11-45-16,1-11-23 15,-1-4-24-15,-6-8 34 16,0-6 71-16,-6-2 17 0,-8-4-17 16,-2 0 25-1,-5 4 7-15,0 7 0 16,0 9 24-16,0 9 12 16,-2 9 11-16,1 4-16 0,-1 4-29 15,1 0-21-15,1 0-7 16,0 0-4-16,0 0 1 15,0 11 4-15,0 10-7 16,0 12 12-16,0 7-12 16,0 12 1-16,0 2 32 15,4 6-22-15,-1 1 3 16,0-2 6-16,0 1 18 16,-1-2-15-16,-2 0-12 15,0-3 35-15,0-4-20 16,0-5-25-16,0-6 0 0,-3-8 10 15,-8-3-9-15,-2-7 10 16,-5-3-11-16,-1-4 0 16,-8-4 21-16,-3-5-22 15,-3-6-7-15,-1 0-63 16,4-11-31-16,3-12 14 16,9-22-135-16,5 6-184 15,7 2-616-15</inkml:trace>
  <inkml:trace contextRef="#ctx0" brushRef="#br0" timeOffset="8098.18">5633 6769 1056 0,'0'0'216'16,"0"0"-165"-16,0 0 15 0,0 0 5 16,0 0-31-1,0 0-19-15,0 0 0 16,12 1-20-16,-2 9 11 15,4 4 10-15,4 6 52 0,0 5-22 16,0 5-24 0,-3 5-7-16,-2 6 12 0,-7 6 29 15,-3 4-17 1,-3 2-19-16,-3 4 14 0,-13-2-14 16,-7-2-1-16,1-6-11 15,-5-5-2-15,0-7-4 16,2-5-8-16,5-7-15 15,1-7-34-15,10-6-156 16,4-7-169-16</inkml:trace>
  <inkml:trace contextRef="#ctx0" brushRef="#br0" timeOffset="8506.67">6200 7102 823 0,'0'0'354'0,"0"0"-198"0,0 0-59 16,0 0-36-16,0 0 6 15,0 0 57-15,0 0-39 16,5 0-55-16,11 0-9 16,11 2 2-16,4 3 1 15,5-2-14-15,6-2-1 16,1-1 7-16,-1 0-15 15,1 0 5-15,-4 0-5 16,-2 0 0-16,-7 0-1 16,0 0-34-16,-8 1-141 15,-8 7-153-15,-8 0-510 0</inkml:trace>
  <inkml:trace contextRef="#ctx0" brushRef="#br0" timeOffset="8782.31">6141 7404 1564 0,'0'0'239'0,"0"0"-239"16,0 0-16-16,0 0 16 15,0 0 17-15,0 0 14 0,0 0 5 16,77 3-2-1,-38-3-19-15,4 0 2 16,5 0-6-16,2 0-11 16,0 0 0-16,-1 0-1 15,-4-3-40-15,10-1-152 0,-16-1-167 16,-8 3-608-16</inkml:trace>
  <inkml:trace contextRef="#ctx0" brushRef="#br0" timeOffset="12650.07">7999 6925 88 0,'0'0'201'16,"0"0"-139"-16,0 0-33 15,0 0-11-15,0 0 44 16,0 0 71-16,0 0-17 15,0 0 15-15,2 3 32 16,-2 7-12-16,0 3-36 16,-2 3-22-16,-6 1 13 0,-3-2-13 15,2 0-17 1,0-2-8-16,-1-3 7 0,1-2-34 16,1-2 1-16,1-3 4 15,1-2-19-15,0-1-2 16,1 0-7-16,1 0-11 15,-1-7 7-15,0-7 16 16,2-5-26-16,1-4-3 16,2-4-1-16,0-4 0 15,9 0 2-15,4 0-2 16,5 1 10-16,3 5-10 16,0 4 0-16,1 5-1 15,-4 6-8-15,0 6 9 16,-3 4-15-16,-2 0 1 0,-2 10 4 15,1 8 9 1,-3 9 1-16,-6 7 1 0,-3 6 10 16,0 3 11-16,-3 4-15 15,-10-1 5-15,-4 0 6 16,2-3-1-16,-1-3 2 16,-1-5-10-16,2-5-8 15,2-6 15-15,1-8-16 16,7-4 0-16,4-7 0 15,-1-3-10-15,2-2-30 16,0 0-58-16,5-10-44 16,10-10 14-16,7-11 21 15,5-7-24-15,3-7 41 16,0-3-62-16,-2 0 32 16,0 1 120-16,-1 7 64 0,-6 3 7 15,-1 7 6-15,-8 8 24 16,-4 6-27-16,-5 7 41 15,-1 4 31-15,-2 3-15 16,0 2-37-16,0 0-19 16,0 0-62-16,-3 0 34 15,-4 0-19-15,-2 0 0 16,0 7-20-16,-6 5-8 16,6 2 0-16,-3 5 10 15,0 0-9-15,3 5-1 16,1 2 1-16,1 3 5 15,6 3-6-15,1 3-1 16,0 1 0-16,8 1-7 0,12-2 4 16,7-1 2-16,9-4 2 15,7-6 0-15,5-8-29 16,8-7-72-16,28-9-67 16,-17-11-107-16,-6-7-855 0</inkml:trace>
  <inkml:trace contextRef="#ctx0" brushRef="#br0" timeOffset="14097.76">8738 6975 836 0,'0'0'170'0,"0"0"-125"0,0 0 0 15,0 0 59-15,0 0 19 16,0 0 18-16,0 0-57 16,45 10-30-16,-23-10-18 15,6-16-12-15,7-6 27 16,2-10-12-16,2-5-17 16,-2-6-22-16,-4 0 0 15,-9-2-12-15,-5 3-12 16,-7 1 14-16,-6 2 3 15,-6 2 7-15,0 1 13 16,0 0 5-16,-7 5 9 16,-4 5 16-16,2 3 2 0,-1 7-1 15,4 8 19 1,1 5-25-16,1 1 16 0,1 2-24 16,0 0-14-16,-2 5-9 15,-2 12-6-15,-5 7 0 16,3 8 13-16,-6 6-13 15,3 7 14-15,-1 4-14 16,7 4 12-16,0 2 1 16,1 3-3-16,5 1-3 15,0 2 8-15,0 0-16 16,0-2 1-16,9-3 0 16,3-4 2-16,-1-5 9 0,1-9-12 15,1-9-19-15,-1-10 18 16,-1-6-13-16,2-9-2 15,-1-4-21-15,6-3-7 16,-2-18 26-16,5-8-18 16,1-10-15-16,-2-4 37 15,2-6 6-15,-1 2 6 16,1 0-6-16,-4 6 8 16,-1 8 12-16,-7 13-12 15,-2 8 0-15,-5 7-1 16,-2 5-9-16,-1 0-2 15,0 0-11-15,0 12 23 16,0 9 26-16,0 9-7 0,0 5 24 16,0 5-4-1,-3 0-7-15,0-3-2 0,0-5-11 16,3-8 3-16,0-6-13 16,0-9-9-16,0-3-10 15,3-6 10-15,5 0 0 16,5-3 1-16,2-15 8 15,7-10-9-15,4-9-18 16,0-5-19-16,3-3 18 16,-1 1 4-16,0 4 9 15,-3 8 6-15,-2 8 0 16,-5 10 1-16,-6 8-1 16,-1 5-7-16,-4 1 6 15,-1 1 0-15,0 12 1 16,-1 6 5-16,-1 6 31 0,-2 4-2 15,-2 6-4-15,0-1-11 16,0 3 15-16,0-3 9 16,0-4-18-16,0-6-4 15,0-4-21-15,0-5 0 16,0-5 0-16,0-3-10 16,3-3 0-16,1-1-24 15,0 0-38-15,4-3-8 16,11 0-30-16,-4-6-117 15,3-8-281-15</inkml:trace>
  <inkml:trace contextRef="#ctx0" brushRef="#br0" timeOffset="14482.61">9982 6607 977 0,'0'0'243'15,"0"0"-75"-15,0 0-39 0,0 0 3 16,0 0-43-16,0 0-17 15,0 0 3-15,-70 50-11 16,55-20 1-16,0 4-8 16,-1 5-18-16,7 4 10 15,0 2 14-15,3 2-26 16,2-3-17-16,4 1-4 16,0-4-4-1,5-1-12-15,9-3 0 0,5-5-15 16,2-3 15-16,8-7-40 15,2-5-53-15,27-13-71 16,-7-4-129-16,-3 0-404 0</inkml:trace>
  <inkml:trace contextRef="#ctx0" brushRef="#br0" timeOffset="15314.46">10280 6896 373 0,'0'0'551'16,"0"0"-443"-16,0 0 60 15,0 0 4-15,0 0-13 16,0 0-9-16,0 0-3 16,-44-78-30-16,41 69-43 15,1 0-31-15,2 2-15 0,0 3-16 16,0-1-12 0,5 3 0-16,8 0 0 0,2 2-7 15,3 0 3-15,3 6-2 16,-3 10 6-16,-2 4 6 15,-4 8 0-15,-4 5-6 16,-5 5 1-16,-3 5 19 16,0-1-8-16,-8 0-2 15,-4-4-4-15,-1-5 21 16,1-9-4-16,4-7-11 16,4-6-12-16,1-7 13 15,3-2-13-15,0-2-7 16,0-2-24-16,7-12-20 15,7-10 23-15,7-7-38 16,1-8-38-16,-2-7 15 0,0 2 77 16,-6-2 2-1,1 8 10-15,-8 7 5 0,-2 9 18 16,-4 11 26-16,-1 7 1 16,0 3 16-16,0 1-36 15,0 0 7-15,0 0-15 16,0 10-1-16,-6 5-4 15,0 5-9-15,2 4 0 16,-2 4 15-16,6 2-10 16,0 3 5-16,0-2-2 15,4 1-3-15,7-1-5 16,2-5-8-16,5-3-4 16,7-6-2-16,2-5-9 15,4-9-32-15,5-3-63 16,3-8-21-16,15-27-139 0,-11 3-475 15,-7-1-144-15</inkml:trace>
  <inkml:trace contextRef="#ctx0" brushRef="#br0" timeOffset="15713.08">10616 6463 1348 0,'0'0'153'0,"0"0"-116"0,0 0-15 16,0 0-7-16,0 0-14 15,0 0 25-15,0 0 6 16,54-21 5-16,-33 21-21 16,-2 4-3-16,-2 6-10 15,-1 2 25-15,-4 4 14 16,-4 2 6-16,-4 3 12 15,-4 3 3-15,0 3-1 16,-10 1 9-16,-7 2-12 16,-1-1-4-16,0-2 4 15,0-2-29-15,8-4-8 16,1-5-10-16,9 0-12 16,0-2-1-16,0-2-26 15,16-2 8-15,7-2 17 16,6-3-55-16,7-3-35 0,5-2-46 15,17-2-90-15,-9-6-166 16,-9-2-682-16</inkml:trace>
  <inkml:trace contextRef="#ctx0" brushRef="#br0" timeOffset="16049.41">10971 6962 1721 0,'0'0'243'0,"0"0"-243"16,0 0-27-16,0 0 20 16,0 0 7-16,0 0 15 15,0 0-8-15,112-1 11 16,-74-2-7-16,-1 3-9 15,4 0 8-15,-3 0-10 16,-1 0 0-16,-2 0 1 16,-3 0-1-16,-3 0-36 15,-4 3-122-15,-7 1-159 16,-8-2-342-16,-7-1-165 0</inkml:trace>
  <inkml:trace contextRef="#ctx0" brushRef="#br0" timeOffset="16367.47">11180 6764 1476 0,'0'0'206'16,"0"0"-180"-16,0 0-26 15,0 0 0-15,0 0 1 16,0 0 43-16,0 0 38 15,-10 45-15-15,7-20-10 16,1 4-4-16,-2 7-19 16,1 2 2-16,3 3-2 15,0-1-4-15,0 2-8 0,0-3-15 16,0-1-1-16,0-3 7 16,0-4-13-16,13-4-12 15,-1-7-73-15,4-6-55 16,4-6 9-16,13-8-98 15,-2-4-121-15,-2-10-365 0</inkml:trace>
  <inkml:trace contextRef="#ctx0" brushRef="#br0" timeOffset="17004.66">11558 6820 1428 0,'0'0'177'0,"0"0"-152"15,0 0-12-15,0 0-3 16,0 0 21-16,0 0-2 16,0 0 16-16,-8 39 15 15,4-13-16-15,-1 2-13 16,2 3 7-16,2 2-10 16,1-3-9-16,0 0-10 15,1-3 0-15,10-3-1 16,1-5-8-16,1-4 0 15,7-6-1-15,0-7 1 16,4-2-14-16,3-7 1 16,1-13 4-16,-1-7-6 15,-1-4-38-15,-4-4-8 0,-3-4 61 16,-5-3 0 0,-5 0 1-16,-3 0 0 0,-3 5 24 15,-3 8 26 1,0 7 11-16,0 9-2 0,0 8 15 15,0 3-31-15,0 2-13 16,0 0-31-16,0 0 18 16,0 0-18-16,0 6-6 15,0 12 6-15,-2 11 3 16,-1 7 6-16,2 8 7 16,1 7 4-16,0 14 18 15,0 17-5-15,0 14-19 16,3-6-5-16,1-18 18 15,-1-21-15-15,0-14-7 16,2 5-4-16,-1 3 4 0,1 3 1 16,-1-7-6-16,-1-6 0 15,-3-7 1-15,0-8-1 16,0-4 7-16,0-8-6 16,-5-5-2-16,-8-3 1 15,-2 0-15-15,-4-7-12 16,0-10-10-16,2-4-31 15,4-6-22-15,4-2-11 16,6-18-50-16,3 7-135 16,0 4-497-16</inkml:trace>
  <inkml:trace contextRef="#ctx0" brushRef="#br0" timeOffset="17501.38">12014 6382 1119 0,'0'0'358'0,"0"0"-248"15,0 0 1-15,0 0-32 16,0 0-38-16,0 0 7 16,0 0 9-16,-7-15-48 15,20 15 1-15,5 0-4 16,6 3 6-16,-3 5-6 16,3 3-6-16,-5-1-1 15,-7 3 0-15,-4-2 1 16,-7 2-6-16,-1 1 6 15,-3 3 34-15,-15 2 17 16,-6 3-14-16,-3 1 7 16,2-2 9-16,5-3-20 15,4-3-13-15,7-1-20 16,5-1-1-16,4 0 0 16,0-2-21-16,6 2 4 15,12-2 7-15,7-1-4 0,8-3-25 16,5-4-62-16,18-3-67 15,-5-4-223-15,-11-8-695 16</inkml:trace>
  <inkml:trace contextRef="#ctx0" brushRef="#br0" timeOffset="17769.66">12547 6348 1694 0,'0'0'26'0,"0"0"-26"15,0 0-20-15,0 0 10 16,0 0 10-16,67 72 3 16,-55-50 51-16,-2 2 14 15,2 5-8-15,-3 5-19 16,0 5-10-16,-3 8-7 15,-3 5-13-15,-3 5-2 16,-3 3 0-16,-15 4-2 16,-7-1-7-16,-5 0 2 15,-7-3-4-15,-31 20-17 16,9-16-170-16,-1-10-351 0</inkml:trace>
  <inkml:trace contextRef="#ctx0" brushRef="#br0" timeOffset="19360.98">3225 8548 147 0,'0'0'237'0,"0"0"-51"16,0 0 7-16,0 0 44 16,0 0-33-16,0 0-57 15,0-8-37-15,0 6-37 16,0 2 14-16,0 0-1 15,0 0-32-15,0 0-3 16,0 0-16-16,0 8-19 16,-3 11 13-16,-4 11 23 15,-1 9-2-15,-1 12 1 16,-2 6-13-16,0 6-12 16,2 0-9-16,3 2-3 15,0-5 6-15,5-5-20 16,1-7 0-16,0-9-2 15,0-8 2-15,0-9-10 16,7-7-62-16,-1-8-77 0,3-7-46 16,0-2-44-16,0-9-403 15</inkml:trace>
  <inkml:trace contextRef="#ctx0" brushRef="#br0" timeOffset="19692.09">2977 8490 702 0,'0'0'153'0,"0"0"-45"16,0 0 83-16,0 0 51 16,0 0-68-16,0 0-70 15,0 0-69-15,-13-31-16 16,18 31-18-16,11 0 11 15,8 3-3-15,4 2 10 16,8-1 0-16,4-3-18 16,6 1 6-16,2-2-5 15,3 0-1-15,4 0 10 16,-4 0-11-16,1 0-85 16,5 0-145-16,-17 1-358 15,-10 6-256-15</inkml:trace>
  <inkml:trace contextRef="#ctx0" brushRef="#br0" timeOffset="20516.77">3449 9046 831 0,'0'0'513'16,"0"0"-513"-16,0 0-83 16,0 0-31-16,0 0 114 0,0 0 4 15,0 0 31 1,24-89 1-16,-14 68-29 0,1 3 19 16,-1 5-11-1,-2 5 63-15,-4 4-15 0,-1 4-7 16,-1 0-37-16,-2 0 25 15,1 2-20-15,1 11 16 16,-2 8 63-16,0 6 8 16,0 7-20-16,0 1-38 15,0 0-24-15,0-2-20 16,0-5 7-16,0-5-16 16,0-5 0-16,5-5 0 15,0-5-9-15,4-6 9 16,3-2-23-16,3-3 9 15,0-14 7-15,7-9-37 16,2-5-86-16,0-2 63 16,-3-2 11-16,0 3 24 0,-4 6 32 15,-3 4 10-15,-2 9 14 16,-3 6-24-16,-3 6-3 16,-3 1-6-16,-2 1 9 15,-1 13 52-15,0 8 17 16,0 5 14-16,0 3-13 15,0 6-33-15,-4-2-3 16,1 0-6-16,1-6-4 16,2-5-12-16,0-5-12 15,0-6-6-15,2-3 4 16,4-6 2-16,3-3-1 16,1 0-4-16,7-7 2 0,2-12-6 15,6-4-58-15,-2-9-18 16,5-2-32-16,-1-1 50 15,-3 3 29-15,-5 5-4 16,-1 6 42-16,-6 10 14 16,-6 5-14-16,-3 5-3 15,-3 1-4-15,0 1 14 16,0 13 38-16,0 7 34 16,0 6-6-16,-2 6 3 15,-4-1-24-15,2 0-17 16,3-2 6-16,1-5-28 15,0-4-13-15,5-6 0 16,9-7-3-16,4-6 3 16,1-2 0-16,5-6-5 15,3-17-28-15,6-8-87 0,1-8-165 16,10-27 22-16,-9 9-502 16</inkml:trace>
  <inkml:trace contextRef="#ctx0" brushRef="#br0" timeOffset="21043.29">4308 8624 871 0,'0'0'328'16,"0"0"-28"-16,0 0-29 16,0 0-138-16,0 0-29 15,0 0-26-15,0 0-22 16,-28-43-31-16,25 52-12 16,-3 13-4-16,-4 10 4 15,1 10 23-15,-2 8 23 16,1 5-30-16,1 3 1 0,3 3-17 15,1 1 5 1,1-3-4-16,2-1-14 0,2-5 1 16,0-7-4-16,0-9 3 15,0-7-1-15,5-9-11 16,1-9-4-16,3-7-20 16,0-5 22-16,7 0-3 15,5-14 8-15,3-11-16 16,6-8-18-16,4-6-38 15,0-5 19-15,-1 0 34 16,0 6-17-16,-3 8 35 16,-9 10 10-16,-3 8 0 15,-6 7-6-15,-4 5-5 0,-3 0 11 16,-2 0 12 0,0 14-10-16,0 4 27 0,-3 7 19 15,0 8-11-15,0 2-2 16,0 2-19-16,0-2 7 15,0-4 5-15,-3-5-28 16,3-8 1-16,0-5 1 16,0-8-2-16,0-3-18 15,0-2-66-15,0 0 9 16,-6-30-21-16,-3 0-261 16,-6-3-921-16</inkml:trace>
  <inkml:trace contextRef="#ctx0" brushRef="#br0" timeOffset="21320">3944 8101 64 0,'0'0'1527'0,"0"0"-1355"0,0 0-132 15,-40 103-23-15,15-45-17 16,-1 5 0-16,-2 1 8 16,7-4-8-16,2 14-8 15,8-16-130-15,4-15-394 0</inkml:trace>
  <inkml:trace contextRef="#ctx0" brushRef="#br0" timeOffset="22491.07">5645 8706 398 0,'0'0'260'16,"0"0"-86"0,0 0 31-16,0 0-41 0,0 0-50 15,0 0 2-15,0 0-23 16,-13-14-23-16,13 14-15 15,0 0-22-15,0 0-3 16,0 0 9-16,0 0-39 16,1 0-41-16,10 0 12 15,5 4 29-15,9 2 49 16,1 0-5-16,4-6-6 16,1 0-10-16,-1-5-17 15,5-13 1-15,-6-4-3 16,-2-4-2-16,-5-1-7 15,-6-1-16-15,-5 3 0 16,-5-1 16-16,-1 2 1 16,-5 3 7-16,0 3 10 15,-2 1 16-15,-7 3 10 0,1 4 4 16,1 3 13-16,1 2-2 16,2 5-12-16,2 0 9 15,1 0-25-15,-1 0-20 16,1 0-11-16,-1 13-23 15,-1 10 23-15,-3 11 6 16,-1 9 10-16,2 10 3 16,-2 20-1-16,-1 22-5 15,1 20 18-15,1 5-6 16,3-5-23-16,0-14 17 16,3-15-19-16,0-14 1 15,-3-15-1-15,3-16 6 0,0-9 4 16,0 1-10-16,-3-1-7 15,3-2 1-15,0-8-42 16,-3-5-57-16,-7-4-117 16,2-6-101-16,-2-5-284 0</inkml:trace>
  <inkml:trace contextRef="#ctx0" brushRef="#br0" timeOffset="22702.59">5563 9254 186 0,'0'0'1467'0,"0"0"-1381"0,0 0-42 15,0 0-22-15,0 0 35 16,46-82-3-16,-17 55-8 16,5-5-20-16,9-5-7 15,5-3-7-15,4-4-12 16,3-4-1-16,2 2 1 15,19-16-172-15,-15 11-114 16,-9 11-874-16</inkml:trace>
  <inkml:trace contextRef="#ctx0" brushRef="#br0" timeOffset="23190.68">6361 8133 1309 0,'0'0'268'0,"0"0"-201"16,0 0-51-16,0 0-3 15,0 0 2-15,0 0 23 16,0 0 4-16,-22 77 36 16,4-32-24-16,0 4-35 15,-1 5-12-15,1-1 6 16,6 0-13-16,4 11-47 0,4-11-142 15,4-14-336-15</inkml:trace>
  <inkml:trace contextRef="#ctx0" brushRef="#br0" timeOffset="24909.62">6434 9096 446 0,'0'0'237'16,"0"0"-162"-16,0 0-13 15,0 0 104-15,0 0 45 16,0 0-28-16,0 0-40 0,-6 22-26 15,-2-12-20 1,-3 0-13-16,2-3-5 0,0 0-21 16,-3-1-27-16,3-2 22 15,0-1-21-15,0-3 15 16,3 0 2-16,0 0-24 16,2 0-12-16,1-4 9 15,0-5-20-15,3-2-2 16,0-3-31-16,0 1 12 15,0-1-23-15,7 0 41 16,5 3-5-16,3 1 5 16,2 4-15-16,-1 3 4 15,-4 3-23-15,1 0 15 16,-4 6 18-16,-1 10-22 16,-5 6 24-16,-3 6 22 0,0 6-21 15,0 5 10-15,-3 3-5 16,-6 1 3-16,-3-2 18 15,0-3-16-15,4-4-3 16,-2-4 9-16,4-9-16 16,3-4-1-16,2-6 1 15,1-5-2-15,0-5 1 16,0-1-59-16,3 0-43 16,13-7 2-16,4-13-132 15,5-6-11-15,2-8-285 16,-2-6 283-16,-3 1 148 15,-5-2 91-15,-4 6 6 16,-2 5 210-16,-7 10 58 16,-1 10 6-16,-3 6-68 15,0 3-32-15,0 1-18 0,0 0-62 16,0 0-26-16,0 0-17 16,0 5-24-16,-1 9-7 15,-2 6-9-15,0 4-5 16,0 4 21-16,1 3-13 15,-1 0 7-15,3-1-6 16,0-1-9-16,5-1-6 16,7-4-5-16,4-3 5 15,5-3-13-15,3-5 6 16,4-5-57-16,21-8-50 16,-7 0-121-16,-3-8-170 0</inkml:trace>
  <inkml:trace contextRef="#ctx0" brushRef="#br0" timeOffset="25683.54">7334 8490 795 0,'0'0'205'16,"0"0"-74"-16,0 0 66 15,0 0-54-15,0 0-8 0,0 0-27 16,0 0-16 0,-24-4-46-16,11 13-9 15,-5 6-2-15,-2 3 24 16,-2 8-5-16,1 3-12 0,0 4-5 16,0 4 25-16,4 1-34 15,3 0 2-15,5 1-14 16,3 1-9-16,6 1-7 15,0-3-1-15,12 1 1 16,10-2-8-16,1-3 1 16,7-2-6-16,1-3-48 15,5-4-57-15,4-5 37 16,18-5-120-16,-7-6-118 16,-6-7-794-16</inkml:trace>
  <inkml:trace contextRef="#ctx0" brushRef="#br0" timeOffset="28196.44">7720 8921 436 0,'0'0'245'0,"0"0"-105"0,0 0 45 16,0 0 9-16,0 0-46 15,0 0-45-15,0 0-10 16,0 0-19-1,0 0 2-15,0 0-6 0,0 0-13 16,0 0-2-16,2 0-39 16,4-6-5-16,3-5 12 15,6-6-4-15,1-6 0 16,5-3-1-16,0-4-18 16,-3 0 1-16,0-1-1 15,-3 2-1-15,-1-1-18 16,-3 2-6-16,0 4 25 15,-4 2-1-15,-3 7 2 16,-2 4-1-16,-2 5 15 16,0 5 4-16,0 1-2 15,0 0-17-15,0 0-6 16,0 0 6-16,0 2 0 0,0 10 0 16,0 2 6-16,0 6 1 15,0 4 11-15,0 4-1 16,0 4-7-16,-2 2 31 15,1 1-27-15,1 1-1 16,0-4-3-16,0-2-4 16,0-5 2-16,0-2-8 15,0-5 0-15,0-2 6 16,0-6-6-16,0-2-1 16,0-2-8-16,0-2-14 15,0-1-24-15,0 0-45 16,1-2-85-16,-1 1-16 15,0-2-41-15,0 0-171 0,0 0-276 16</inkml:trace>
  <inkml:trace contextRef="#ctx0" brushRef="#br0" timeOffset="28796.2">8168 8824 55 0,'0'0'973'16,"0"0"-819"-16,0 0-92 15,0 0-9-15,0 0 20 16,0 0 7-16,0 0-15 16,8-3-31-16,-4 3 5 15,0 1 39-15,1 9-3 16,-1 4 2-16,-2 6-14 15,-1 4 2-15,-1 4 4 16,0 3-30-16,-4 0-7 16,-7 2 1-16,0-3-16 15,-3-1-2-15,5-4-14 16,-1-4 6-16,2-2-7 16,2-5-13-16,3-4-52 15,3-3-71-15,0-4-184 16,0-3-259-16</inkml:trace>
  <inkml:trace contextRef="#ctx0" brushRef="#br0" timeOffset="29835.26">8441 8797 907 0,'0'0'230'0,"0"0"-133"16,0 0 10-16,0 0-20 16,0 0 44-16,0 0 1 15,0 0-5-15,-3 0-86 16,3 0-41-16,0 0 7 16,8 0 11-16,-1 0-7 15,5 0 35-15,1 0-23 16,5 0-7-16,-1 0-7 15,2 0 6-15,3 0-6 16,-2 0-9-16,4 0 1 0,-2 1 18 16,-1-1-19-1,-5 0 0-15,-1 1 0 0,-6-1 1 16,-4 2-1-16,-1-1-4 16,-2 1-31-16,-2-1-50 15,0 2-79-15,0 6 24 16,-2-2-121-16,-4-2-510 0</inkml:trace>
  <inkml:trace contextRef="#ctx0" brushRef="#br0" timeOffset="30670.27">9076 8660 780 0,'0'0'206'15,"0"0"-136"-15,0 0 15 0,0 0 48 16,0 0 51 0,0 0-57-16,0 0-34 0,-61 11-23 15,53-11-25-15,2 0 10 16,-2 0 16-16,5-1-21 15,0-6-19-15,3-3-13 16,-2-1-18-16,2-2-19 16,0 0 5-16,2 0 14 15,9 2 0-15,-2 1-5 16,2 4 4-16,1 1 1 16,0 4-8-16,-3 1-3 15,0 0-2-15,-1 0 2 16,-1 6 10-16,-3 10 2 0,-2 4-1 15,-2 5 28 1,0 6-14-16,-9 3 19 0,-6 0-12 16,-4 0 6-16,5-6-1 15,1-4-18-15,1-6 2 16,3-7 5-16,4-2-15 16,4-6 3-16,1-2-3 15,0-1-1-15,0 0 0 16,0 0-64-16,1-3 19 15,10-5 45-15,4-2-7 16,0 0-12-16,4 3 0 16,-2 3 10-16,0 3 10 15,-1 1-7-15,0 0-3 16,-4 3 10-16,-2 9-10 0,1 5 10 16,-5 4 1-16,-5 3 12 15,-1 3 11-15,0 0-4 16,-9 0 8-16,-7-2 4 15,-1-1 6-15,-5-3-1 16,0-2-19-16,1-5 4 16,-3-2 12-16,5-5-27 15,0-1-1-15,3-5 2 16,1-1-8-16,0 0-21 16,5 0-47-16,4-8-33 15,4-3-132-15,2-3-436 0</inkml:trace>
  <inkml:trace contextRef="#ctx0" brushRef="#br0" timeOffset="31074.14">9354 8432 1277 0,'0'0'190'0,"0"0"-135"16,0 0-23-16,0 0-6 0,0 0 56 16,0 0 36-16,0 0-47 15,0-1-57-15,6 1-4 16,2 0 7-16,3 6 7 15,3 2-11-15,1 5-12 16,6 1 38-16,-2 2-15 16,2 3 2-16,-2 4-1 15,-4 4-3-15,0 4 3 16,-9 5-12-16,-6 8-12 16,0 6 24-16,-10 3-13 15,-13 1-3-15,-2-4-9 16,-1-3 0-16,-12 1-18 15,7-11-175-15,1-13-606 0</inkml:trace>
  <inkml:trace contextRef="#ctx0" brushRef="#br0" timeOffset="138356.54">4264 10483 965 0,'0'0'159'0,"0"0"-159"15,0 0-6-15,0 0 6 16,0 0 35-16,0 0 36 16,-3 0-33-16,4-3 4 15,8 0-2-15,0 0-11 16,3-1-10-16,3-1-17 0,0-1 22 16,1-3-23-16,2-2 15 15,0-3-16-15,1-4 11 16,-2-2-22-16,-1-3 5 15,-5-1-22-15,-4 2 2 16,-2 1 26-16,-5 2-34 16,0 1 34-16,-2 4 0 15,-10 1 26-15,0 3-26 16,-1 5 0-16,1 3 46 16,0 2 28-16,3 0-38 15,0 5-15-15,4 7-8 16,1 6 0-16,-2 3 9 15,5 4 7-15,-1 3 12 16,2 4 11-16,0 7 18 0,0 4-32 16,0 8 3-16,3 7 9 15,3 2-10-15,-3 3-18 16,1-1 5-16,-2-1-21 16,1 0 2-16,-3-6-8 15,3-3 6-15,-3-6 2 16,3-7-8-16,-3-3-8 15,0-5 8-15,0-6-50 16,0-4-33-16,0-5-74 16,0-3-54-16,0-6-316 15,-6-6-265-15</inkml:trace>
  <inkml:trace contextRef="#ctx0" brushRef="#br0" timeOffset="138574.03">4256 10868 1181 0,'0'0'236'15,"0"0"-162"-15,0 0-42 16,0 0 1-16,0 0-12 16,0 0 95-16,0 0-40 15,63-103-42-15,-32 65-34 16,4-4-27-16,0-4-88 0,10-21-25 15,-11 12-539 1,-7 7-85-16</inkml:trace>
  <inkml:trace contextRef="#ctx0" brushRef="#br0" timeOffset="138843.54">4699 9967 1211 0,'0'0'165'16,"0"0"-110"-16,0 0-6 16,0 0 18-16,0 0-1 0,0 0-15 15,0 0-15 1,-34 95-4-16,28-62-23 0,0 1-2 15,3 2-7-15,3 2 0 16,0 12-88-16,0-12-159 16,0-5-605-16</inkml:trace>
  <inkml:trace contextRef="#ctx0" brushRef="#br0" timeOffset="139507.76">4805 10596 477 0,'0'0'185'0,"0"0"-87"16,0 0 15-16,0 0 28 15,0 0-13-15,0 0-39 16,0 0-35-16,54-48-5 0,-45 48 16 16,-3 0-38-1,-3 4 39-15,0 12 7 0,-3 5 17 16,0 7-5-16,-3 4-18 15,-8 4-22-15,1-1-30 16,-5-2-2-16,6-7 12 16,4-3-16-16,4-9-9 15,1-4-1-15,0-6-13 16,6-4-24-16,12 0-8 16,6-13 45-16,4-10-9 15,2-6-137-15,4-5 64 16,-5-1 52-16,-4 1 31 15,-6 4 1-15,-5 6 44 16,-8 9-8-16,-3 7 34 16,0 5 15-16,-3 3-14 0,0 0-3 15,-3 3-6 1,-5 8-31-16,-2 4-30 0,-3 5-1 16,2 0 8-16,3 3-9 15,4 0 0-15,0 1-8 16,4 2 8-16,0-4 0 15,2-1-11-15,9-2-2 16,8-5-1-16,2-4-60 16,3-4-10-16,3-6-23 15,1 0-25-15,11-19-21 16,-6-2-409-16,-3 0-273 0</inkml:trace>
  <inkml:trace contextRef="#ctx0" brushRef="#br0" timeOffset="139841.65">5508 10185 1077 0,'0'0'176'15,"0"0"-113"-15,0 0 65 16,0 0-41-16,0 0-27 0,0 0 8 16,0 0-1-1,-57 80-4-15,48-44-18 0,2 2-11 16,1 1 4-16,6-2-16 16,0-5-7-16,0 0-15 15,10-6 0-15,5 0-1 16,6-4-5-16,6-3-39 15,1-5-97-15,8-6 14 16,12-8-77-16,-4 0-192 16,-8-4-213-16</inkml:trace>
  <inkml:trace contextRef="#ctx0" brushRef="#br0" timeOffset="140390.51">5715 10329 134 0,'0'0'648'15,"0"0"-647"-15,0 0 48 16,0 0 29-16,0 0 25 16,0 0-24-16,0 0 8 15,67-31-29-15,-47 31-29 16,-4 0 17-16,-2 13 15 15,-3 4 3-15,-3 5 20 16,-2 6-9-16,-6 8 5 16,0 2-19-16,0 3 0 15,0-3-27-15,-3-4-5 0,-3-6-13 16,6-9-7 0,0-6-9-16,0-6 0 0,0-5-22 15,6-2-73-15,9-5 17 16,1-14 61-16,5-9-119 15,0-11-29-15,-3-1-165 16,-2-1 57-16,-7 3 273 16,-4 7 293-16,-5 9-156 15,0 9 36-15,0 9 27 16,0 4-23-16,-2 0-50 16,-5 0-79-16,-2 3-17 15,-3 8-30-15,3 7 0 16,-1 1-1-16,4 5-7 15,3 3 7-15,3 0-1 0,0-2 0 16,0-1 1-16,9-3-8 16,4-2-2-16,1-5-19 15,0-1-75-15,3-5-45 16,11-7-26-16,-4-1-65 16,0 0-149-16</inkml:trace>
  <inkml:trace contextRef="#ctx0" brushRef="#br0" timeOffset="140667.66">6224 10417 899 0,'0'0'162'0,"0"0"-116"16,0 0-32-16,0 0 2 15,0 0 33-15,0 0 40 16,0 0-23-16,0 82 3 16,0-52 0-16,0 4-22 15,0-1-21-15,0-2-17 16,0-6-2-16,3-3-7 16,3-7 0-16,6-7-25 15,13-8-119-15,-5 0-202 16,2-11-142-16</inkml:trace>
  <inkml:trace contextRef="#ctx0" brushRef="#br0" timeOffset="141190.16">6491 10332 72 0,'0'0'1334'16,"0"0"-1183"-16,0 0-98 15,0 0-24-15,0 0-4 16,0 0-8-16,0 0-5 15,-9 32 14-15,8-12 0 16,1 3 8-16,0 2-20 16,0 2 0-16,4 0 0 15,5-1-13-15,3-3 0 16,1-3 5-16,-1-4-6 16,-1-5-19-16,2-4-58 15,-4-6-1-15,0-1 40 0,1 0-14 16,-2-12 52-16,1-7 0 15,0-4 0-15,-2-3 0 16,-1-1 7-16,-3-1-5 16,-1 2 55-16,-1 5-4 15,-1 6-6-15,2 3 13 16,-2 8-26-16,0 3-20 16,0 1-14-16,0 0-14 15,0 0 13-15,0 5 2 16,0 11 3-16,0 9 24 15,0 9-11-15,0 10 5 16,0 9-1-16,-6 6-6 0,-3 5 8 16,-1 0-7-1,2-2-9-15,-1-4 2 0,6-6-8 16,1-6 5-16,2-7-6 16,0-8-1-16,0-8-7 15,0-6-40-15,5-7-87 16,7-10-102-16,-2-1-303 15,-1-15-265-15</inkml:trace>
  <inkml:trace contextRef="#ctx0" brushRef="#br0" timeOffset="141523.87">6848 10146 939 0,'0'0'193'0,"0"0"-138"15,0 0-46-15,0 0 0 16,0 0 21-16,0 0 21 16,0 0-9-16,22 39-7 15,-11-21-6-15,-1 5-2 16,0 2-9-16,1 2 12 15,-1 5-2-15,-2 1-5 16,-2 5 2-16,-6 5-14 16,0 5-5-16,0 1 9 15,-5 2-8-15,-7-4-7 0,-1-1 0 16,-4 2-102-16,3-11-133 16,0-12-782-16</inkml:trace>
  <inkml:trace contextRef="#ctx0" brushRef="#br0" timeOffset="142169.72">7494 10384 1363 0,'0'0'246'0,"0"0"-182"16,0 0-35-16,0 0-29 16,0 0 12-16,0 0-9 15,0 0 27-15,86 0-20 16,-47 0 2-16,4 2 0 16,-1 0-12-16,-3 1-19 15,7 2-115-15,-13 0-125 16,-9-1-441-16</inkml:trace>
  <inkml:trace contextRef="#ctx0" brushRef="#br0" timeOffset="142423.41">7494 10573 415 0,'0'0'1057'16,"0"0"-926"-16,0 0-125 15,0 0 23-15,0 0 7 16,0 0-11-16,0 0 0 16,31 0 11-16,-9 0-6 15,7 3-17-15,2-1-12 16,8-1 12-16,2-1-13 16,3 0 0-16,3 0-20 15,19-10-75-15,-15-1-202 16,-5-2-617-16</inkml:trace>
  <inkml:trace contextRef="#ctx0" brushRef="#br0" timeOffset="146051.87">8057 7390 113 0,'0'0'55'16,"0"0"-24"-16,0 0 31 16,0 0 22-16,0 0 39 15,0 0 14-15,0 0-26 0,0 0-12 16,0 0-6-16,0 0 1 15,0 0-36-15,0 0-21 16,0 0 34-16,0 0-42 16,0 0-20-16,0 0-8 15,0 0 14-15,0 0-15 16,0 0-3-16,0 0 2 16,0 0 0-16,0 0-1 15,0 0-11-15,0 0-37 16,0 0-232-16,0 0-397 0</inkml:trace>
  <inkml:trace contextRef="#ctx0" brushRef="#br0" timeOffset="147366.57">8044 7395 544 0,'0'0'137'0,"0"0"-52"15,0 0 13-15,0 0-21 16,0 0 47-16,0 0-27 15,0 0-28-15,0 0-25 16,0 0-25-16,0 0-19 16,0 0-3-16,2 6-159 15,-1 0-169-15,-1 0-276 0</inkml:trace>
  <inkml:trace contextRef="#ctx0" brushRef="#br0" timeOffset="150006.03">8850 10383 159 0,'0'0'148'0,"0"0"-96"0,0 0 18 15,0 0 57-15,0 0 83 16,0 0-26-16,0 0-60 16,3 0-13-16,-3 0-37 15,0 0-29-15,4 0-11 16,-4 0 9-16,0 0-5 15,0 0-5-15,0 0 5 16,0 0 4-16,0-2-13 16,0 2-1-16,0-1-9 15,0-1-3-15,0 1-3 16,0-2-12-16,0 0 0 16,5 0 12-16,-1-2-13 15,2-1 0-15,2-2 1 16,5-2-1-16,-1-3 0 0,4-1-1 15,1-6-22-15,2-2-1 16,2-2-37-16,-3-4-13 16,0-1 55-16,-3-2 19 15,-2-2 8-15,-4-3-8 16,-1 0 1-16,-5-4-2 16,0-2-3-16,-3-1-28 15,0 1 2-15,0 1-98 16,0 3 69-16,0 3 59 15,-8 5 7-15,-1 6 49 16,-1 9 30-16,1 5-11 16,1 6 27-16,2 4-7 15,2 0-33-15,-2 0-41 16,2 11-20-16,-1 4 12 16,-1 5-12-16,1 4 15 0,1 4 6 15,1 3-3-15,-3 3 14 16,3 6 2-16,-1 2-4 15,-1 3 19-15,2 2-24 16,2-1 4-16,-1 1-20 16,2-2 0-16,0-1 10 15,2-2-20-15,7-2 0 16,1-5 6-16,2-4-6 16,2-6-10-16,2-5 3 15,-3-6-11-15,4-7-45 16,-4-4-22-16,3-3 37 15,-2-1-25-15,2-15 51 16,-1-5-34-16,3-6 10 16,-1-4 41-16,-1 0 5 15,-4-3 6-15,0 3 7 0,-3 3 11 16,-3 4 2-16,0 7-10 16,-3 7-1-16,-3 6-4 15,0 4-11-15,0 0-1 16,0 0-11-16,0 6 12 15,3 7 34-15,-3 7 23 16,4 7-2-16,-2 3-11 16,-2 1-3-16,0 0-20 15,0-3-13-15,1-6 9 16,1-4-17-16,2-7 0 16,-1-5-9-16,3-5-15 0,2-1 5 15,3-3-23 1,3-12 29-16,4-8-74 0,0-4-50 15,1-4 32-15,0 1 48 16,1 4 57-16,2 5 5 16,-2 6-5-16,-4 7 0 15,0 8 8-15,-5 0-8 16,-5 7 1-16,-1 10 46 16,-4 3 11-16,-1 2 0 15,0 2-4-15,0 1 0 16,-1-5 5-16,-2-1-27 15,0-4-12-15,1-3-12 16,2-2-7-16,0-3-1 16,0-4-13-16,3-3-88 0,15 0-118 15,-3-10-84-15,4-5-561 16</inkml:trace>
  <inkml:trace contextRef="#ctx0" brushRef="#br0" timeOffset="150288.41">9800 9962 1030 0,'0'0'169'0,"0"0"-46"16,0 0 16-16,0 0-12 0,0 0-19 16,0 0-19-1,-94 31-35-15,79-7 1 0,0 3-14 16,5 4-5-16,2 1-20 15,1 3 6-15,6-2 2 16,1 1-24-16,0 0 0 16,0-2 0-16,11 1 1 15,4-4-2-15,3-2-20 16,3-5-26-16,3-5-86 16,3-8-89-16,19-9-39 15,-9 0-290-15,-2-2-102 0</inkml:trace>
  <inkml:trace contextRef="#ctx0" brushRef="#br0" timeOffset="150841.94">9967 10165 1007 0,'0'0'146'0,"0"0"-50"16,0 0 14-16,0 0-13 15,0 0 75-15,0 0-48 16,0 0-108-16,-46-45-5 15,59 45 11-15,4 0-7 16,4 0-2-16,-2 0-11 16,-1 10-1-16,1 4 4 15,-5 6 2-15,-5 4 24 16,-6 4 25-16,-3 5-11 16,0 2-4-16,-3 2 0 15,-9-4-15-15,-2-1-1 0,3-6 0 16,0-8-4-16,6-3 0 15,2-10-21-15,3-2-2 16,0-3-10-16,0 0-33 16,5-6-41-16,10-11 66 15,7-9-6-15,4-8-58 16,0-7-39-16,0-3 37 16,-1 1 66-16,-4 3 17 15,-6 7 3-15,-3 8 36 16,-6 11 18-16,-6 7 38 15,0 6-34-15,0 1-28 16,0 0 26-16,0 7-24 16,0 8-7-16,-6 5-13 15,0 4 4-15,-1 3 0 0,4 1-15 16,3-1 0-16,0 1 9 16,0-2-10-16,4-3 0 15,8-3-5-15,2-4-6 16,5-6-1-16,-1-5-40 15,9-5-34-15,1 0-47 16,14-30-68-16,-7 4-375 16,-5-4-303-16</inkml:trace>
  <inkml:trace contextRef="#ctx0" brushRef="#br0" timeOffset="151194.22">10393 9810 123 0,'0'0'388'0,"0"0"-203"0,0 0 14 16,0 0 34-16,0 0-96 15,0 0-47-15,0 0-15 16,41-38 5-16,-27 45-11 16,-1 6-20-16,-4 3-7 15,-3 1 27-15,-4 4 14 16,-2 1 4-16,0 0-11 15,-8 2-6-15,-3-1-26 16,0-2 0-16,3-1-26 16,4-2-6-16,2-3-11 15,2 0-1-15,0-3-6 16,2 0 5-16,10-4-13 16,2 1 3-16,3-4-15 0,4-2 12 15,6-3-39 1,2 0-34-16,4 0-74 0,15-6 57 15,-5-1-172-15,-8 2-718 16</inkml:trace>
  <inkml:trace contextRef="#ctx0" brushRef="#br0" timeOffset="151482.18">10800 10244 1053 0,'0'0'200'15,"0"0"-115"-15,0 0-47 16,0 0-15-16,0 0 77 16,0 0-17-16,0 0-32 15,45 6-31-15,-32-6-2 16,-1 0-5-16,0 0-13 15,0 0 0-15,0-1-16 16,1-8-126-16,-1 1 30 16,0-8-205-16,-2 3-471 15,-5 1 524-15</inkml:trace>
  <inkml:trace contextRef="#ctx0" brushRef="#br0" timeOffset="152277.37">10904 10107 641 0,'0'0'195'0,"0"0"-67"15,0 0 128-15,0 0-85 16,0 0-34-16,0 0-5 16,0 0-31-16,-19-2-44 15,16 10-31-15,1 6 36 16,-2 8-8-16,-1 0-16 16,2 3 4-16,-1 4-23 15,1-1 9-15,0 1 0 16,3 0-16-16,0-1-9 15,0-4-2-15,0-3 0 16,0-5-1-16,9-5-21 16,3-4-63-16,4-6-37 15,4-1 40-15,2-5-55 16,3-13-114-16,2-7-339 0,-2-2 287 16,-2-3 147-1,-4-2-17-15,-5 1 172 0,1 2 127 16,-8 3 92-16,-4 5 16 15,-1 7 89-15,-2 7-36 16,0 4-77-16,0 3-68 16,0 0-33-16,0 0-65 15,-2 2-21-15,-2 7-18 16,-1 7-4-16,-1 4 13 16,2 1-7-16,2 3 9 15,2 0 3-15,0-3-3 16,0-1-8-16,8-2-8 0,2-4-1 15,5-3 0 1,-1-4-8-16,2-4-7 0,0-3-9 16,4 0-16-16,-2-8-2 15,1-9-47-15,0-5 14 16,-4-4 43-16,0-2-16 16,-3-3-2-16,-3 1 42 15,0 2 8-15,-5 4 29 16,-1 6 6-16,-3 6 15 15,0 7 67-15,0 3-24 16,0 2-44-16,0 0-11 16,0 0-5-16,0 0-16 15,0 12-16-15,-4 6 2 16,-5 9 16-16,2 7-4 16,-4 8 1-16,-2 6 6 0,1 8 3 15,0 5 9-15,-1 3-16 16,0 2-9-16,0-3 4 15,4-5-13-15,2-6 0 16,2-8 0-16,2-7-1 16,-1-7-8-16,4-9-37 15,0-9-14-15,0-5-25 16,4-7-113-16,10-5-50 16,-2-13-144-16,1-7-769 0</inkml:trace>
  <inkml:trace contextRef="#ctx0" brushRef="#br0" timeOffset="152738.03">11374 9803 1016 0,'0'0'226'16,"0"0"-177"-16,0 0 31 15,0 0 4-15,0 0 37 16,0 0-46-16,0 0-64 16,-13-61 27-16,23 61-24 15,8 0 7-15,-1 0-10 0,3 5-5 16,0 5-6 0,-5 2 1-16,-1 1-1 0,-3 1 9 15,-3-2-2-15,-5 1 14 16,-3 1-2-16,0 2 33 15,-11 2 14-15,-5 0-4 16,-2 1-10-16,1-1-24 16,4 0-12-16,4-2-1 15,5 1-15-15,4-2 0 16,0 2-9-16,8-3-3 16,7-1-10-16,6-1-47 15,0-5-16-15,2-4-17 0,6-3-22 16,-5 0-67-1,-2-12-498-15</inkml:trace>
  <inkml:trace contextRef="#ctx0" brushRef="#br0" timeOffset="152967.97">11683 9777 962 0,'0'0'270'15,"0"0"-170"-15,0 0-52 16,0 0-22-16,0 0 61 15,0 0-26-15,0 0 8 16,33 49 1-16,-17-24-34 16,-1 3 23-16,0 4-20 15,-4 5 11-15,-1 5 14 16,-6 5-11-16,-4 6-6 16,-6 15-21-16,-16-3-13 15,-5 4 12-15,-7 0-19 0,1-9-6 16,-3 3-32-16,-7 6-98 15,10-15-207-15,6-17-899 0</inkml:trace>
  <inkml:trace contextRef="#ctx0" brushRef="#br0" timeOffset="156986.57">12199 10222 616 0,'0'0'711'0,"0"0"-612"15,0 0-33-15,0 0 6 16,0 0-11-16,0 0 12 16,0 0-34-16,22-1 11 15,-5-4 4-15,7 1-28 16,1 0-5-16,2 1-7 0,4 1-13 15,-2 1-1-15,-3 1-8 16,0 0-5-16,-4 0-120 16,1 0-67-16,-10 0-147 15,-1 0-491-15</inkml:trace>
  <inkml:trace contextRef="#ctx0" brushRef="#br0" timeOffset="157414.34">12347 9981 1239 0,'0'0'195'16,"0"0"-144"-16,0 0-25 0,0 0 24 16,0 0 17-16,0 0-18 15,0 0-5-15,-5 30 51 16,5-4-23-16,-1 4-21 15,-2 3-20-15,-3 3 1 16,2 0-9-16,-1 1-13 16,-1-3-9-16,3-5 14 15,3-3-15-15,0-5 0 16,0-4-6-16,0-4-23 16,14-6-93-16,15-7-160 15,1 0-226-15,-1-9-326 0</inkml:trace>
  <inkml:trace contextRef="#ctx0" brushRef="#br0" timeOffset="158501.96">12914 9917 916 0,'0'0'148'15,"0"0"-78"-15,0 0 95 16,0 0-48-16,0 0 37 16,0 0-8-16,0 0-41 15,-40 0-26-15,40 0-10 16,0 0-3-16,0-2-16 0,0-3-43 15,0-2 3-15,6-3 1 16,4-1-11-16,0 1-1 16,2 3 0-16,0 4-7 15,0 3 8-15,-1 0-11 16,-1 0-1-16,-4 12 10 16,0 6 2-16,-4 8 12 15,-2 11 1-15,-2 7 6 16,-10 4-6-16,-6 0-12 15,3-4 0-15,0-5 14 16,5-9-14-16,4-7 1 16,3-11-2-16,3-5-1 0,0-7-8 15,4 0-44-15,13-10-1 16,8-14-6-16,5-7-79 16,4-8-73-16,-1-5 41 15,-3-2 76-15,-3-1-22 16,-3 2 108-16,-8 2 18 15,-4 8 44-15,-9 7 27 16,0 8 51-16,-3 8 32 16,0 7-7-16,-3 3-23 15,-6 2-80-15,-1 0-36 16,-2 10-2-16,-3 5-13 16,4 5 9-16,-1 2 4 15,-1 6 17-15,4 2-7 0,1 1-13 16,1 1 0-16,6-1 7 15,1 0-17-15,0-1 4 16,11-2-6-16,9-2-2 16,5-4-8-16,7-5-2 15,2-6 9-15,6-5-21 16,-1-6-43-16,6 0-46 16,19-27-77-16,-12 2-126 15,-6-3-815-15</inkml:trace>
  <inkml:trace contextRef="#ctx0" brushRef="#br0" timeOffset="160251.84">10321 7380 879 0,'0'0'208'16,"0"0"-134"-16,0 0 3 16,0 0-15-16,0 0 61 15,0 0 50-15,0 0-58 16,-5 0-40-16,5 0-8 15,0 0-35-15,0 0-26 0,8 0-5 16,13 0-1-16,5 1 12 16,9 6-6-16,4 0-6 15,1 2 9-15,2-2-9 16,-3 0-8-16,-2-1-50 16,12 1-34-16,-13-2-168 15,-9-2-580-15</inkml:trace>
  <inkml:trace contextRef="#ctx0" brushRef="#br0" timeOffset="163482.74">14503 9553 916 0,'0'0'235'16,"0"0"-177"-16,0 0-38 15,0 0 22-15,0 0 50 16,0 0 31-16,-45 31-24 16,38-28-42-16,1-2-12 15,1-1-17-15,0 0-2 16,1 0 12-16,0 0 12 16,1 0-15-16,0-5-3 15,0-5-12-15,3-5-19 16,0-1-1-16,0-4 0 0,4-3-1 15,8 0-18-15,2 1 1 16,2 4-18-16,0 2 36 16,1 5 1-16,-2 5 0 15,-1 2-1-15,-1 4 0 16,-3 0 1-16,0 3-1 16,-2 10 19-16,-4 5 3 15,-4 6 10-15,0 5 4 16,0 6 1-16,-10 0 14 15,-9 3-20-15,-4-1-2 16,1-2-11-16,-4-4 7 16,1-2-3-16,0-5-4 15,4-2-6-15,0-7 3 0,5-3-7 16,4-5-6-16,4-5-2 16,2 0 6-16,2-2 0 15,1 0-6-15,-2-2-47 16,1-9 1-16,-1-1 21 15,2-3 5-15,0 1 5 16,3 4 13-16,-1 3 2 16,1 3-1-16,0 2-9 15,0 2-3-15,0 0-2 16,12 0 15-16,1 0-1 16,8 5 1-16,3 4 0 15,0 4-1-15,2 3 1 16,0 0 5-16,1 0-4 0,1 1 12 15,-1 0-11-15,1-1 8 16,-1-3-9-16,-2-5-1 16,-2-1 0-16,-1-4 8 15,-2-3-8-15,-5 0-34 16,1-11-54-16,-5-3-134 16,-5-4-925-16</inkml:trace>
  <inkml:trace contextRef="#ctx0" brushRef="#br0" timeOffset="164370.43">14812 9526 1030 0,'0'0'186'0,"0"0"-125"0,0 0 35 15,0 0-87-15,0 0-2 16,0 0-14-16,0 0 12 16,49-83-5-16,-34 70 1 15,-2 6 31-15,-1 4 3 16,2 3-14-16,-3 0 4 16,-2 12 19-16,-3 6 42 15,-1 7-12-15,-5 5-11 16,0 4 35-16,-3 1-21 15,-8 1-31-15,-2-3-10 16,1-2-15-16,0-4 4 16,2-6-9-16,2-7 0 15,4-4-15-15,2-6 8 16,2-4-3-16,0 0-6 0,0 0-28 16,3-3 7-16,11-12 20 15,7-7-12-15,4-8-60 16,3-6-110-16,-1-1 110 15,-4-3 60-15,-1 1 13 16,-6 3 48-16,-2 7 49 16,-7 8-11-16,0 8-17 15,-5 7 7-15,-2 5-15 16,0 1-16-16,0 0-18 16,0 0 13-16,0 0-19 15,0 7-7-15,0 7-6 16,-6 6 4-16,0 5 11 15,0 3-8-15,0 2-5 0,3 1 10 16,3-1-8 0,0 0-5-16,0-3-7 0,8-1 0 15,8-4-9-15,4-3 2 16,3-4-10-16,7-5 17 16,5-4-74-16,2-6-44 15,23-5-24-15,-10-9-200 16,-6-1-865-16</inkml:trace>
  <inkml:trace contextRef="#ctx0" brushRef="#br0" timeOffset="165658.97">14156 10153 502 0,'0'0'168'0,"0"0"-40"16,0 0 53-16,0 0 43 15,0 0-17-15,0 0-12 0,0 0-45 16,-26 3-39 0,26-3-14-16,0 0-33 0,0 0-13 15,0 0-17-15,0 0-9 16,0 0-14-16,0 0-11 16,4 0 0-16,14 0 0 15,8 0 26-15,11 0-2 16,11-2-14-16,11-3 8 15,20-2-6-15,23 0 10 16,23-1-13-16,13 3 11 16,3 0-18-16,-6 3 1 15,-8-1-3-15,0 1 0 16,0 1 3-16,-3 1-3 16,-5-2-1-16,-3 2 1 15,-6-1-1-15,-6-3-17 16,-4-1-20-16,-18 0 8 15,-17-1-7-15,-15 1-8 0,-9-2-16 16,3-2-12-16,-1 0-19 16,2-3-79-16,-14 4 79 15,-11-1 3-15,-10 3 0 16,-10 2 50-16,0 0-55 16,-21 4-32-16,-35 0-121 15,4 3-58-15,-4 7 22 0</inkml:trace>
  <inkml:trace contextRef="#ctx0" brushRef="#br0" timeOffset="166672.28">14212 10648 849 0,'0'0'140'16,"0"0"-91"-16,0 0 92 15,0 0 2-15,0 0 11 16,0 0-51-16,0 0-33 16,-11-13-34-16,19 5 7 15,4-1-20-15,0 1-13 0,1 1 2 16,1 1 6-16,-1 5-11 15,2 1-6-15,-3 0 14 16,1 0-9-16,-4 8-6 16,-4 6 25-16,-4 5 19 15,-1 8 19-15,0 6-10 16,-12 6-8-16,-4 3-13 16,-1 0-4-16,3-1-1 15,0-4-20-15,5-5-5 16,2-5 11-16,5-7-9 15,2-5-4-15,0-6-11 16,0-5-19-16,13-4 17 16,4 0 3-16,10-14-5 15,3-12-12-15,6-7-82 16,0-7-73-16,-1-3 127 16,-5 0 40-16,-8 2 5 0,-7 6 10 15,-7 6 41-15,-8 7 39 16,0 7-10-16,0 5 37 15,-6 4-15-15,-2 3-18 16,-1 3-28-16,0 0-27 16,0 0-9-16,-2 12 0 15,0 3-10-15,2 5 0 16,-1 4 0-16,1 3 7 16,1 2 3-16,4 1-3 15,4 1-5-15,0-2 5 16,0-2-7-16,7-1-10 15,8-5-5-15,6-4 9 16,3-5 6-16,3-5-35 16,4-4-42-16,5-3 14 0,3-7-50 15,19-26-84-15,-9 1-331 16,-9 0-395-16</inkml:trace>
  <inkml:trace contextRef="#ctx0" brushRef="#br0" timeOffset="167228.41">14725 10260 1096 0,'0'0'300'16,"0"0"-226"-16,0 0-48 15,0 0 6-15,0 0 51 16,0 0-72-16,0 0 10 16,16 0-1-16,2 0 11 15,2 0-20-15,2 1 1 16,-4 3 1-16,-2 3 9 0,-4 3 6 15,-2 2-8 1,-5 2 18-16,-3 3 24 0,-2 4-11 16,0 3 11-16,-11 4-14 15,-1 0-20 1,-2 1 6-16,2-4-15 0,1-2-9 16,2-5 8-16,6-3-18 15,3-2 0-15,0-1-1 16,0-1-13-16,13-1 2 15,4-3 1-15,8-2 3 16,5-3-26-16,5-2-50 16,23 0-81-16,-8-11-31 15,-6 1-170-15</inkml:trace>
  <inkml:trace contextRef="#ctx0" brushRef="#br0" timeOffset="167544.09">15231 10758 1373 0,'0'0'252'16,"0"0"-197"-16,0 0-54 15,0 0 27-15,0 0 24 16,0 0 10-16,0 0 2 16,88-1-13-16,-66 1-20 15,4 0-12-15,-1 0-13 0,-1 0-5 16,-2 0-1-16,1-2-25 16,-4 2-108-16,-3-2-45 15,-2 0-210-15,-8-2-521 0</inkml:trace>
  <inkml:trace contextRef="#ctx0" brushRef="#br0" timeOffset="167797.86">15323 10566 1403 0,'0'0'166'0,"0"0"-121"16,0 0-16-16,0 0-4 15,0 0 22-15,0 0 14 16,0 0-1-16,-4-1-29 16,4 14 13-16,0 3 30 15,0 7-14-15,0 2-11 16,0 2-18-16,0 3 2 16,0-1-3-16,0 1-17 15,4-1-1-15,1-2-12 16,2-4 0-16,1-3 0 15,3-6-12-15,3-3-41 16,0-5-33-16,5-6-25 16,0 0-62-16,12-14-19 15,-4-6-178-15,-4-1-342 0</inkml:trace>
  <inkml:trace contextRef="#ctx0" brushRef="#br0" timeOffset="168517.07">15614 10573 1136 0,'0'0'290'16,"0"0"-174"-16,0 0-17 16,0 0 7-16,0 0 10 15,0 0-27-15,0 0-26 16,0 13-32-16,-3 2 1 16,-1 3-7-16,1 4 9 15,3 2-16-15,0 0-1 0,0 1 4 16,0-1-20-1,3 0 8-15,6-3-3 0,1-2-5 16,2-4-1-16,0-2-10 16,3-3 3-16,-2-4 7 15,5-3-7-15,0-3-14 16,3 0-21-16,1-9 3 16,-1-8-12-16,2-6-31 15,-3-2 32-15,-3-6 41 16,-2-3-33-16,-5-2-11 15,-2-1 52-15,-5 4 1 16,0 7 52-16,-3 7 0 16,0 8 7-16,0 5-2 15,0 5-15-15,0 1-8 0,0 0 0 16,0 0-18 0,0 0-14-16,0 10 4 0,-6 8-3 15,0 6 28-15,-2 7-5 16,-2 7-5-16,-2 6 14 15,1 7 11-15,0 5-10 16,2 5-14-16,0 4 3 16,1-2-7-16,3-1-17 15,0-3-1-15,3-3 8 16,1-7-8-16,1-5-1 16,0-6-21-16,0-7-24 15,0-8-21-15,0-9-29 16,3-6-26-16,12-8-100 0,-3-3-63 15,-1-11-262-15</inkml:trace>
  <inkml:trace contextRef="#ctx0" brushRef="#br0" timeOffset="168841.23">15965 10351 1267 0,'0'0'149'0,"0"0"-91"16,0 0 47-16,0 0-42 16,0 0-18-16,0 0-33 15,0 0 1 1,13-15 19-16,7 15 0 0,4 7-7 15,-1 3-18-15,1 0-6 16,-4 0 17-16,-4 1-18 16,-4-1 0-16,-3-1 17 15,-6 0 4-15,-3 0 23 16,0 0 41-16,-6 3 19 16,-10 2-22-16,-1 0-20 15,1-1-6-15,1 0-5 16,6-4-32-16,4 0-4 15,4-2-15-15,1-2-9 16,0 2 8-16,0 1-21 16,7-1 22-16,7-2 5 0,1 0-4 15,5-4 5-15,7-1-6 16,6 0 0-16,6-14-13 16,12-7-97-16,31-23-17 15,-9 4-69-15,-8 0-532 0</inkml:trace>
  <inkml:trace contextRef="#ctx0" brushRef="#br0" timeOffset="174343.19">4486 11857 1273 0,'0'0'196'0,"0"0"-129"16,0 0-10-16,0 0 8 16,0 0 20-16,0 0-34 15,-3 0-26-15,9 0-25 16,6-4 29-16,7 0 9 16,2-5-23-16,3-2-5 15,4-3 13-15,1-4-21 16,-1-4 12-16,-3 0-14 15,-5-1-1-15,-2 2-18 16,-6 1-4-16,-5 3 7 16,-7 2 16-16,0 2 0 15,0 1 12-15,-3 3-11 0,-6 1 33 16,2 3 10-16,1 3-4 16,1 2 16-16,2 0-14 15,-1 0-28-15,1 4-5 16,0 14-9-16,-2 7 1 15,1 9 8-15,-2 9-8 16,1 3 7-16,0 8 13 16,2 4-11-16,1 2 5 15,2 4-9-15,0 1 9 16,0-4-2-16,0-5-13 16,3-5 0-16,3-11 4 0,0-7-4 15,-2-9-6-15,1-7-3 16,-2-7-53-16,0-5-41 15,-3-5-118-15,0 0-60 16,0-4-325-16</inkml:trace>
  <inkml:trace contextRef="#ctx0" brushRef="#br0" timeOffset="174563.84">4531 12201 1167 0,'0'0'228'0,"0"0"-63"16,0 0-47-1,0 0-58-15,0 0-22 0,0 0 6 16,0 0 17 0,34-29 10-16,-6 14-27 0,4-7-18 15,2-3-13-15,2-5-13 16,1-4-1-16,-1-4-44 16,10-17-140-16,-7 10-143 15,-12 3-507-15</inkml:trace>
  <inkml:trace contextRef="#ctx0" brushRef="#br0" timeOffset="174795.65">5017 11256 224 0,'0'0'1165'0,"0"0"-1028"16,0 0-88-16,0 0-20 16,0 0-7-16,0 0 13 15,0 0 3-15,-36 105-9 16,30-68-5-16,2 5-23 16,-1 0 1-16,1 0-2 15,4 7-34-15,0-10-178 16,0-11-641-16</inkml:trace>
  <inkml:trace contextRef="#ctx0" brushRef="#br0" timeOffset="175136">5305 11637 942 0,'0'0'163'16,"0"0"-142"-16,0 0 19 16,0 0-15-16,0 0-25 15,0 0-16-15,0 0-125 16,-43 6-209-16,35 4 8 0</inkml:trace>
  <inkml:trace contextRef="#ctx0" brushRef="#br0" timeOffset="176035.24">5017 12072 1320 0,'0'0'166'16,"0"0"-68"-16,0 0 9 15,0 0-42-15,0 0-24 16,0 0 8-16,0 0-27 15,9-64-14-15,1 53 3 16,1 3-11-16,-2 2 0 16,0 2-1-16,-2 4-10 0,2 0-2 15,-3 0-10-15,0 10 21 16,0 5 2-16,-3 6 25 16,-3 5-6-16,0 3 31 15,0 2-15-15,0-1-7 16,-9 0-3-16,3-4-2 15,-1-2-7-15,2-4-5 16,2-6-11-16,0-5 10 16,3-5-10-16,0-4-16 15,0 0-29-15,11-4-45 16,8-13 90-16,4-9-67 16,3-6-116-16,1-5-28 15,-3 0 168-15,-6 5 43 16,-3 5 98-16,-6 7 9 15,-6 9-11-15,-3 5 41 0,0 6-9 16,0 0-35-16,0 0-29 16,0 0-20-16,-5 12-22 15,-1 3-13-15,-3 8-8 16,2 2-1-16,1 3 1 16,3 2 6-16,3 1-7 15,0 0 1-15,0-1 4 16,0-6-5-16,9-3-7 15,6-5-14-15,0-6 6 16,6-5-5-16,-1-3-35 16,2-2-26-16,3-7 24 15,15-29-85-15,-7 4-136 16,-6-4-651-16</inkml:trace>
  <inkml:trace contextRef="#ctx0" brushRef="#br0" timeOffset="176352.25">5593 11583 874 0,'0'0'314'0,"0"0"-53"15,0 0-77-15,0 0-105 16,0 0 6-16,0 0-8 15,0 0-3-15,-54 70-26 16,45-42-6 0,-1 5-6-16,1 1-4 0,1 6 5 15,1 0-11-15,4 1 4 16,2-2-1-16,1-2-23 16,0-2-6-16,10-4-1 15,3-4-8-15,8-3-1 16,3-4-23-16,3-6-63 15,7-5-15-15,14-9-63 16,-6 0-112-16,-2-7-395 0</inkml:trace>
  <inkml:trace contextRef="#ctx0" brushRef="#br0" timeOffset="176779.08">5882 11904 1478 0,'0'0'176'16,"0"0"-176"-16,0 0-49 16,0 0 14-16,0 0 35 15,0 0 50-15,0 0-21 16,11-58-29-16,-1 40-4 16,-2-2-3-16,-1 2 14 15,-2 1 15-15,-2 2 20 16,-2 4 6-16,2 6 28 0,-3 0-20 15,0 5-15 1,0-1-3-16,0 1-16 0,0 0 8 16,0 0-6-16,0 0 3 15,0 0-5-15,0 3-16 16,0 9 13-16,0 8 9 16,0 10 1-16,0 5 8 15,0 8-21 1,0 0 4-16,-3 4-1 0,2-4-19 15,-1-3 1-15,2-7 1 16,0-7-2-16,0-7-10 16,6-8-32-16,3-7-22 15,5-4-73-15,11-10-74 16,-3-11-314-16,-4-2-668 0</inkml:trace>
  <inkml:trace contextRef="#ctx0" brushRef="#br0" timeOffset="177031.05">6224 11782 1313 0,'0'0'301'0,"0"0"-246"16,0 0-46-16,0 0-2 16,0 0 2-16,0 0 7 15,0 0 59-15,0 84 15 16,0-60-44-16,0 4-7 15,0 4 11-15,0 4-15 16,0-3-4-16,0 2-10 16,0-4-8-16,0-6-2 0,0-5-11 15,0-5 0 1,0-6-1-16,0-5-35 0,0-4-123 16,9-4-163-16,3-12-29 15,-2-2-452-15</inkml:trace>
  <inkml:trace contextRef="#ctx0" brushRef="#br0" timeOffset="177267.05">6455 11840 1200 0,'0'0'317'0,"0"0"-239"0,0 0-50 15,0 0-28-15,0 0 11 16,0 0 32-16,0 0-11 15,23 1 14-15,-10 4-5 16,7-2-23-16,0-2-11 16,3-1 9-16,-1 0-14 15,1 0 9-15,-1 0-11 16,5 0-141-16,-5 0-218 16,-7 0-670-16</inkml:trace>
  <inkml:trace contextRef="#ctx0" brushRef="#br0" timeOffset="177867.97">6812 11854 1219 0,'0'0'564'0,"0"0"-542"16,0 0-7-16,0 0 10 15,0 0 7-15,0 0 28 16,0 0-1-16,-14-22-33 15,11 11-26-15,2-5-47 16,1-2 2-16,0-5-2 16,0-2 10-16,3 0 8 15,7 0 22-15,1 4-20 16,4 6 27-16,-2 4 1 16,0 5 10-16,1 5-3 15,-2 1-8-15,0 0 29 16,-3 9-14-16,-3 8 8 15,1 4 15-15,-7 6 30 0,0 1 2 16,0 2-19-16,-7 0-24 16,-5-2 12-16,1-4-11 15,0-4-1-15,0-6-26 16,8-4 8-16,0-5-9 16,3-2-6-16,0-3-22 15,0 0-20-15,0 0-14 16,12 0 49-16,6-1 13 15,0-5 1-15,9 2 8 16,1 0-9-16,0 2 0 16,1 2-1-16,-4 0 1 15,-1 9-9-15,-8 6 3 0,-5 5 6 16,-1 4 8-16,-7 6 8 16,-3 2 1-16,-1 3 23 15,-14 1-16-15,-2-3 8 16,-5-4 1-16,3-5-1 15,2-6-13-15,1-7-19 16,5-4-5-16,4-7-37 16,2 0-49-16,5-24-148 15,0-2-306-15,0-6-554 0</inkml:trace>
  <inkml:trace contextRef="#ctx0" brushRef="#br0" timeOffset="178236.81">7249 11506 78 0,'0'0'537'16,"0"0"-289"-16,0 0 66 15,0 0-148-15,0 0-80 16,0 0 14-16,97 70-31 16,-75-50 3-16,2 3-28 15,-2 2-9-15,-3 7 13 16,-3 6 8-16,-10 3-2 16,-6 6 0-16,0 4-15 0,-14 4 0 15,-11 0-10 1,-6 0-4-16,-4-1-10 0,-5-4-15 15,0-3-70-15,-14 2-185 16,11-12-313-16,7-12-546 0</inkml:trace>
  <inkml:trace contextRef="#ctx0" brushRef="#br0" timeOffset="178780.31">7829 11949 82 0,'0'0'1220'0,"0"0"-1014"16,0 0-50-16,0 0-59 15,0 0-21-15,0 0-48 16,0 0 10-16,42 0 19 15,-18 0-21-15,4 0-7 16,2 0-9-16,3 0-10 16,0 0-4-16,2 0 0 0,1 0-6 15,-3 0-18-15,-2 0-103 16,-2 0-121-16,-11 4-256 16,-5 5-465-16</inkml:trace>
  <inkml:trace contextRef="#ctx0" brushRef="#br0" timeOffset="178993.68">7740 12199 1642 0,'0'0'237'0,"0"0"-228"16,0 0-9-1,0 0-5-15,0 0 5 0,0 0 49 16,82 5-13-16,-42-5-11 15,6 0-1-15,2 0-10 16,4 0-14-16,-1 0-1 16,15 0-76-16,-13 0-132 15,-9 0-380-15</inkml:trace>
  <inkml:trace contextRef="#ctx0" brushRef="#br0" timeOffset="179664.92">9487 10467 107 0,'0'0'234'0,"0"0"-229"16,0 0-5-1,0 0-56-15,0 0 13 0,0 0-74 0</inkml:trace>
  <inkml:trace contextRef="#ctx0" brushRef="#br0" timeOffset="180112.74">11155 10528 157 0,'0'0'204'0,"0"0"-138"16,0 0-20-1,0 0 45-15,0 0 6 16,0 0 30-16,0 0-33 16,12-2-26-16,-12 2-68 0,0 0-94 15,0 0-412-15</inkml:trace>
  <inkml:trace contextRef="#ctx0" brushRef="#br0" timeOffset="181958.75">9205 12056 1001 0,'0'0'246'0,"0"0"-169"16,0 0-45-16,0 0-6 15,0 0 71-15,0 0 15 16,0 0-29-16,18-12-23 16,-2-4-26-16,-1-5-20 15,5-4-2-15,-3-4-11 16,0-2-1-16,-1-2 0 15,-4-2 6-15,0-1-5 16,-5-1 0-16,-2-1 0 16,-2 0 15-16,-3 1-5 0,0 4 8 15,0 4-5-15,0 8 38 16,-8 5-21-16,2 8 1 16,1 4 4-16,2 4 12 15,-2 0-16-15,1 3-22 16,-1 13-10-16,-4 7 12 15,2 8-12-15,-2 6 0 16,1 4 5-16,2 1 5 16,1 2 13-16,2 1-4 15,3 0 3-15,0 1 4 16,0-3-18-16,0-4-8 16,8-6 0-16,3-7-5 15,-1-8 5-15,2-7-15 0,0-6-4 16,0-5 18-1,3 0-14-15,4-8 8 0,-1-11 5 16,6-8-27-16,0-3-17 16,-1-4 33-16,0 0 13 15,0 2 6-15,-3 1-6 16,-1 7 9-16,-5 7 4 16,-3 8-7-16,-5 6-6 15,-3 3-19-15,0 0 6 16,1 13 13-16,1 6 6 15,-2 3 13-15,-3 5 12 16,0 2-5-16,0 3 1 16,0-3-8-16,0-3 8 15,0-5-8-15,0-7-19 16,1-5-1-16,2-5-7 0,0-4-2 16,0 0 9-16,5 0 2 15,3-14 1-15,5-8-2 16,4-6-25-16,6-7-15 15,-1-2 25-15,1 3 2 16,-3 5 13-16,-3 7 0 16,-5 8 0-16,-5 8 0 15,-6 6-9-15,-2 0-9 16,1 2 12-16,-3 14 6 16,0 4 28-16,0 6-6 0,0 4 2 15,0 1 10 1,-3 0-24-16,1-2-2 0,2-4 9 15,0-5-16-15,0-5-1 16,2-4-15-16,7-4 3 16,2-6-39-16,2-1-50 15,0 0-27-15,16-23-3 16,-4-3-130-16,0-1-632 0</inkml:trace>
  <inkml:trace contextRef="#ctx0" brushRef="#br0" timeOffset="182203.43">10194 11662 1420 0,'0'0'232'15,"0"0"-58"-15,0 0-41 0,0 0-32 16,0 0-4-16,0 0-55 16,0 0-13-16,-66 43 1 15,47-13-12-15,2 0 10 16,3 5 1-16,3-2-14 15,5 1 3-15,3-1-5 16,3-4 2-16,0 1-13 16,5-3-2-16,8-3-10 15,6-5 2-15,5-2-45 16,2-4-40-16,8-6-19 16,12-7-85-16,-7 0-86 15,-3-10-455-15</inkml:trace>
  <inkml:trace contextRef="#ctx0" brushRef="#br0" timeOffset="182572.26">10424 11940 1530 0,'0'0'308'16,"0"0"-217"-16,0 0-61 16,0 0-18-16,0 0 7 15,0 0 47-15,0 0-32 16,9-24-8-16,-2 9-26 15,4-5-7-15,0-2-31 16,2-2 7-16,-3-1-10 16,2-3 32-16,-5 4 9 15,-1 3 0-15,-1 6 7 16,-5 5 32-16,0 6 23 0,0 4-12 16,0 0-16-16,0 0-10 15,0 0 4-15,0 8-21 16,0 9 3-16,-3 7-4 15,-5 6 8-15,1 4 2 16,-1 4 0-16,0-1-14 16,2 0 18-16,1-3-18 15,2-3 3-15,3-5-5 16,0-6-1-16,0-5 0 16,3-5-75-16,8-6-25 15,11-4-49-15,-1-4-246 16,-2-10-269-16</inkml:trace>
  <inkml:trace contextRef="#ctx0" brushRef="#br0" timeOffset="183009.69">10822 11674 947 0,'0'0'687'0,"0"0"-589"15,0 0-6-15,0 0 4 16,0 0-43-16,0 0 1 15,0 0-4-15,-65 73-7 16,51-42-5-16,2 3 15 16,5-2-7-16,2 1-6 15,5-3-3-15,0-5-15 16,0-1-5-16,8-4-17 16,6-5 0-16,2-3 0 15,3-7 0-15,0-2 0 0,4-3 16 16,-1-3-7-16,-1-11-9 15,-2-5-8-15,-2-4-1 16,-7-1 8-16,-5-1 2 16,-5-1-1-16,0-1 9 15,-3 0-9-15,-12 2 9 16,-3 0-9-16,0 3 1 16,0 4 26-16,2 4-27 15,5 4 1-15,4 5-1 16,4 0 0-16,1 5-52 15,2 0-102-15,0 0-86 16,11 0-113-16,1 0-406 0</inkml:trace>
  <inkml:trace contextRef="#ctx0" brushRef="#br0" timeOffset="183242.9">11067 11543 1506 0,'0'0'340'0,"0"0"-243"15,0 0-75-15,0 0-16 16,0 0-5-16,0 0 18 16,0 0 19-16,24 60-6 15,-18-28-1-15,-3 7-6 0,-3 5 11 16,0 6 3 0,-9 3-12-16,-12 2-6 15,0-3 8-15,-3-4-17 0,5-8 1 16,4-7-13-16,6-10-16 15,9-8-70-15,0-6-128 16,0-8-380-16</inkml:trace>
  <inkml:trace contextRef="#ctx0" brushRef="#br0" timeOffset="183729.37">11790 11887 1340 0,'0'0'260'15,"0"0"-181"-15,0 0-53 16,0 0-25-16,0 0 101 16,0 0 5-16,0 0-35 15,90 2-26-15,-60-1-16 16,1-1-16-16,2 0-5 15,-2 0-8-15,-1 0-1 16,-3 0-49-16,-8 0-122 16,-4-3-79-16,-9 2-121 0,-6-1-374 15</inkml:trace>
  <inkml:trace contextRef="#ctx0" brushRef="#br0" timeOffset="184002.04">11875 11768 1018 0,'0'0'207'0,"0"0"12"16,0 0-71-16,0 0-30 15,0 0-16-15,0 0-25 16,0 0-7-16,0-8-29 16,8 13 11-16,-1 7-10 15,1 5-13-15,2 6 9 0,-4 4-2 16,-1 8-10-1,-1 2 10-15,-1 4-20 0,2-1-7 16,2-3-9 0,-1-7-11-16,6-8 1 0,4-7-49 15,4-5-81-15,2-6-144 16,-4-4-468-16</inkml:trace>
  <inkml:trace contextRef="#ctx0" brushRef="#br0" timeOffset="191028.87">12890 11623 827 0,'0'0'224'16,"0"0"-115"-16,0 0-44 15,0 0 22-15,0 0-13 16,0 0-22-16,0 0 3 16,1 0-18-16,1 0 0 15,-1 0 22-15,4 0 2 0,1 0 12 16,3-5 22-1,3-4-9-15,3-2-31 0,2-7-26 16,3-2-18-16,5-7 3 16,2-3-14-16,0-1-65 15,-5 3 65-15,-4-1 9 16,-4 7-8-16,-7 5 0 16,-4 5 6-16,-1 3 23 15,-2 5-2-15,0 4 11 16,0 0-14-16,0 0-14 15,0 0 13-15,0 0-24 16,0 7 1-16,0 10 8 16,0 4 13-16,-5 6 2 0,1 3-9 15,-2 2-2 1,-3 0 8-16,4 2-14 0,1-2-1 16,-1-2 6-16,2-1-11 15,0-4 0-15,2-4-1 16,-1-1-2-16,1-5-8 15,-2 1-48-15,2-4-17 16,-1 1-57-16,1-2-76 16,-2 1-9-16,0-4-171 15,1-2-517-15</inkml:trace>
  <inkml:trace contextRef="#ctx0" brushRef="#br0" timeOffset="191355.7">12890 11886 1230 0,'0'0'260'15,"0"0"-125"-15,0 0-50 16,0 0 49-16,0 0 1 15,0 0-34-15,0 0-41 16,0 0-38-16,0 0-14 0,4 0 11 16,8 0-1-1,8 0 4-15,2 0 0 0,7 0 2 16,2 0-13 0,9-2-9-16,-1-1-1 0,0-1-1 15,-2 1 0-15,-4 2-26 16,-5-1-33-16,-4 2-21 15,-5 0-49-15,-5 0-111 16,-4 0-47-16,-7 3-470 0</inkml:trace>
  <inkml:trace contextRef="#ctx0" brushRef="#br0" timeOffset="193061.83">13072 12041 940 0,'0'0'191'0,"0"0"-140"16,0 0 85-16,0 0 55 15,0 0-13-15,0 0-32 16,0 0-66-16,-15-2-43 16,4 11-25-16,0 1-3 15,0 1 14-15,4 2-7 16,-2 1-7-16,4 0 5 0,4 1 0 15,-1 1-1-15,2 1-6 16,0 0-5-16,2 1 9 16,10 0-3-16,3 1-7 15,2-2 8-15,3 0 7 16,1-1-4-16,1-1-11 16,-2-1 15-16,-1 0 6 15,-4-1-16-15,-3-2-5 16,-5 0 11-16,-4 0-5 15,-3 1 7-15,0 2-13 16,0-1 9-16,-12 1 8 16,-2 0-9-16,-5-2 5 15,0 0 12-15,-3-4-13 0,2-2-5 16,1-3-8 0,0-2 0-16,4-1 0 0,3 0-76 15,1-1-48-15,5-23-94 16,5 1-170-16,1-2-719 0</inkml:trace>
  <inkml:trace contextRef="#ctx0" brushRef="#br0" timeOffset="193288.08">13087 12071 1405 0,'0'0'208'0,"0"0"-163"15,0 0-45-15,0 0-19 16,0 0 19-16,0 0 22 16,0 0 40-16,76 0-18 15,-49 0-18-15,6 0-20 16,0 0 3-16,1 0-1 16,-2 0-8-16,7 0-37 15,-9 0-210-15,-6 0-764 0</inkml:trace>
  <inkml:trace contextRef="#ctx0" brushRef="#br0" timeOffset="214556">18688 2929 1290 0,'0'0'189'0,"0"0"-140"15,0 0-21-15,0 0-17 16,0 0 13-16,0 0 12 16,-11 0-2-16,11 0-7 15,0 0-8-15,0 2 8 16,0-2-19-16,0 1 0 16,0 2-8-16,0 1 0 0,0 5 1 15,0 2-1 1,0 3 0-16,0 1 8 0,0 4-8 15,0-1 0-15,0 5 1 16,0 0 6-16,4 5 6 16,-1 3-7-16,1 2-5 15,0 7 20-15,-1 3-20 16,2 5 12-16,-1 3-12 16,2 4 5-16,-2 5 1 15,-1 0-7-15,0 2 0 16,0 4 0-16,-3 8 0 15,0 15 0-15,0-8 0 16,0-8 0-16,0-10 6 0,0-2-6 16,0 20 0-1,2-1 8-15,1-9-8 0,0-8-2 16,0-11 2-16,2 10 3 16,2 10 6-16,-1 7-9 15,0 11-1-15,0 16 0 16,-2 3 1-16,0-4 0 15,-2-10 0-15,1-7 0 16,-2-1 2-16,3 2-2 16,-3 2 0-16,1-1 0 15,-1 0 2-15,-1-1 4 16,0 1-6-16,0 3 0 16,-1 3-1-16,-9 2 1 0,-1 1 0 15,-1 0 4 1,-3 0-4-16,0 2 0 0,-1 3-1 15,1 1 1-15,0 1 8 16,1 0-8-16,1 1-8 16,-2 2 8-16,3 2 0 15,-3-1 1-15,0 0-1 16,0 0 0-16,0 4 2 16,1-1-2-16,1 1 0 15,0 1 0-15,4 1 0 16,-1-2 0-16,-1 0 0 15,4-1 1-15,-2-3 0 16,1 1-1-16,0 1 0 16,0 0 0-16,0-1 1 0,-1 2-1 15,-1 1-4-15,0 2 4 16,-1-2 6-16,-1 2-6 16,2-2 0-16,-3 3-1 15,0 0 1-15,0 2 0 16,0 1 1-16,-1 4-1 15,-1 0 1-15,2 0-1 16,-5 1 0-16,1-1-1 16,0 2 1-16,-3-1-1 15,2 2 1-15,-1 0 0 16,1 3 0-16,-1-2 0 16,2 1 0-16,-1-2 1 15,2-2-1-15,1 4 0 0,-1-1 0 16,4 1 0-1,-2 1-1-15,1 2 1 0,1 0 0 16,-1 1 2-16,0 0-2 16,1 0-1-16,-2 2 0 15,1-1 1-15,0 0 0 16,1 0 0-16,1-3-5 16,0-1 4-16,2-2-4 15,-3 1 5-15,3 1 0 16,0 0 0-16,0-1 0 15,0 3-3-15,2-3 2 16,1 0-5-16,0-2 0 16,0-2 6-16,3 0 0 0,2-6 0 15,-3 0-2 1,3-4-8-16,-2-3-7 0,1-3-7 16,1-4-2-16,-1-7-5 15,2-4 4-15,0-7 0 16,0-5-12-16,2-15-10 15,2-12-1-15,-1-12 20 16,4-5-50-16,-2 4-47 16,3 5 49-16,4 15-45 15,-2-16-205-15,-2-10-162 0</inkml:trace>
  <inkml:trace contextRef="#ctx0" brushRef="#br0" timeOffset="-211509.63">19622 3128 810 0,'0'0'150'16,"0"0"-113"-16,0 0-36 15,0 0 13-15,0 0 44 16,0 0 10-16,16 6 49 16,-7-3-43-16,3-1-29 15,3 0 9-15,0-1-19 16,1-1 33-16,1 0-18 15,0 0-11-15,1-3-9 0,-1-6-9 16,-1-4 2 0,-2-3-11-16,-4 1 4 0,-1-2-4 15,-5 1 1-15,-2 0 7 16,-2 0-11-16,0-1 10 16,0 1 12-16,-9 1-5 15,-3 1-4-15,0 1 39 16,0 5 11-16,3 2-15 15,3 3-4-15,3 2 15 16,0 1-28-16,3 0-25 16,-1 0-8-16,-2 3-7 15,-1 12 0-15,-1 9-12 0,0 10 12 16,1 10 0 0,1 7 9-16,1 6 1 0,1 4-9 15,1 4 25-15,0 1-9 16,0 3-3-16,0 3-7 15,0 1 5-15,0-3-6 16,0-2-6-16,0-6 0 16,0-7 4-16,0-7-4 15,0-8-6-15,1-8-5 16,-1-7-36-16,0-5-21 16,0-7-62-16,0-8-114 15,0-5 13-15,-4-2-66 16,-8-13-525-16</inkml:trace>
  <inkml:trace contextRef="#ctx0" brushRef="#br0" timeOffset="-211360.54">19505 3642 1147 0,'0'0'193'16,"0"0"-70"-16,0 0 29 15,0 0-52-15,0 0-2 16,0 0-38-16,0 0 13 15,29-37-8-15,-4 21-17 16,8-3-22-16,7-8-8 16,5-6-3-16,5-3-15 15,1-7-33-15,1 1-40 16,20-20-100-16,-14 13-88 16,-10 5-474-16</inkml:trace>
  <inkml:trace contextRef="#ctx0" brushRef="#br0" timeOffset="-210947.33">20153 2941 1392 0,'0'0'175'16,"0"0"-108"-16,0 0 25 15,0 0 34-15,0 0-34 16,0 0-29-16,0 0-10 16,-12 11-30-16,6 1-1 15,-4 7-4-15,-3 6 9 16,1 5 4-16,1 3-18 15,-1 6-4-15,4 0 11 16,-1 5-19-16,6-2-1 16,3 2-6-16,0-3 6 15,0-4 0-15,15-3-13 16,2-6-2-16,5-6 1 16,3-4-66-16,5-7 6 15,4-7-67-15,17-4-36 0,-9-8-84 16,-5-7-427-16</inkml:trace>
  <inkml:trace contextRef="#ctx0" brushRef="#br0" timeOffset="-210317.28">20426 3149 1257 0,'0'0'167'0,"0"0"-114"16,0 0 39-1,0 0-2-15,0 0 11 0,0 0 67 16,0 0-74 0,-61-43-80-16,61 40 5 0,10 0-11 15,3-1-7 1,5 2 9-16,0 2-10 0,3 0 0 16,-4 0-2-16,0 2 2 15,-4 9 0-15,-2 3 0 16,-5 4 0-16,-3 6 34 15,-3 5-2-15,0 2-11 16,0 1-8-16,-3-2 6 16,-6-2-4-16,2-4-9 15,1-4 1-15,1-6-7 16,5-5 0-16,0-4-8 16,0-5-7-16,0 0-38 15,10 0-8-15,4-15 42 16,4-8-30-16,3-8-91 15,0-6-31-15,-3-3 117 0,-2 1 54 16,-2 1 0-16,-1 6 84 16,-5 6-7-16,-4 9-11 15,-1 6 6-15,-3 6-8 16,0 4 0-16,0 1-30 16,0 0-12-16,0 0-21 15,0 0 20-15,0 0-8 16,0 10-5-16,0 3-2 15,0 3 1-15,0 3-7 16,0 3 0-16,3 1 15 0,3-1-15 16,0-3 0-1,1-2 0-15,4-4-10 0,2-2 10 16,2-1-2-16,6-3-39 16,4-3 0-16,5-2-31 15,3-2-33-15,17-2-78 16,-7-8-295-16,-6-1-573 0</inkml:trace>
  <inkml:trace contextRef="#ctx0" brushRef="#br0" timeOffset="-209904.02">21076 3135 1458 0,'0'0'202'0,"0"0"-145"16,0 0 10-16,0 0 24 16,0 0-18-16,0 0-27 15,0 0-26-15,-9-3-6 16,9 17-2-16,0 6 25 15,0 4-3-15,0 5 1 16,0 1-13-16,0 6 9 16,0 0 6-16,-1 4-13 15,1-3-14-15,0-5-9 16,0-3 0-16,0-8-2 0,0-8-6 16,7-3-30-16,5-7-54 15,2-3-90-15,3-1 4 16,13-30-49-16,-4 1-362 15,-4-1-334-15</inkml:trace>
  <inkml:trace contextRef="#ctx0" brushRef="#br0" timeOffset="-209295">21272 3130 856 0,'0'0'316'0,"0"0"-101"0,0 0 3 16,0 0-74-16,0 0-47 15,0 0-2-15,0 0-36 16,0-27-22-1,0 27-7-15,0 6-23 16,0 8 8-16,0 5 5 0,0 5 11 16,-2 3-1-16,2 1-5 15,0 0-7-15,0-1-1 16,0 0-3-16,0-2-6 16,8-2-7-16,1-4-1 15,2-4-1-15,3-5-12 16,2-5 1-16,2-3 10 15,5-2-12-15,0-4 13 16,6-13-33-16,-2-6 20 16,3-5-36-16,-2-2 25 15,-3 1-3-15,-4-3 27 16,-4 3 2-16,-4 1 22 0,-6 4 1 16,-2 3 8-16,-2 5 11 15,-3 6-5-15,0 5 10 16,0 3 5-16,0 2-16 15,0 0-9-15,0 0-9 16,0 0 7-16,0 0-4 16,0 0-22-16,0 2-4 15,0 9 4-15,0 9 2 16,-3 6 8-16,-3 10-4 16,0 6 3-16,-2 8 5 15,0 4-7-15,0 6 0 16,2 1 1-16,0-2-8 15,-1-3 0-15,2-6-9 0,2-6 9 16,2-7 0-16,-1-6 0 16,2-5-11-16,0-7 11 15,0-4-37-15,0-5-43 16,0-5-93-16,0-3-18 16,0-2-48-16,2-9-344 15,2-5-295-15</inkml:trace>
  <inkml:trace contextRef="#ctx0" brushRef="#br0" timeOffset="-208995.93">21746 3305 1498 0,'0'0'251'15,"0"0"-184"-15,0 0-54 16,0 0 34-16,0 0-8 15,0 0-5-15,0 0 6 16,8 28 27-16,-5-1-10 16,2 5 14-16,0 6-24 15,-2 5-5-15,0 1-13 16,-3 2-7-16,1-3-5 16,-1-1-17-16,2-9 1 15,0-3 5-15,-1-9-6 16,2-7-21-16,2-5-58 0,2-7-23 15,3-2-76 1,13-16 5-16,-4-8-67 0,0-6-386 16</inkml:trace>
  <inkml:trace contextRef="#ctx0" brushRef="#br0" timeOffset="-208512.12">22118 3041 720 0,'0'0'33'0,"0"0"89"0,0 0 167 16,0 0-89-1,0 0-9-15,0 0-42 0,0 0-7 16,0-44-37 0,0 44-42-16,0 0-34 15,0 0-17-15,0 0-11 16,0 0-1-16,3 0 1 0,7 0 7 15,2 6 9-15,7 4-5 16,-1 0 4-16,5 2-8 16,-4 2 5-16,-3 1-12 15,1 4 16-15,-8-1 14 16,-2 5-9-16,-5 1 12 16,-2 1 1-16,0 4 10 15,-9 0-2-15,-7 1-8 16,0-3-16-16,-1-2 7 15,3-3-15-15,1 0-2 16,4-4-7-16,3-1-2 16,4-3 0-16,2-1-10 15,0-2-7-15,0-1 16 0,8 0-5 16,3-3-2-16,5-3 7 16,0 1 0-16,4-5-36 15,0 0 13-15,4 0-20 16,-1-5-20-16,2-6-22 15,-3-2-42-15,1-7-106 16,-8 3-86-16,-8 2-675 0</inkml:trace>
  <inkml:trace contextRef="#ctx0" brushRef="#br0" timeOffset="-208252.66">22098 3183 1405 0,'0'0'240'16,"0"0"-170"-16,0 0-43 16,0 0 32-16,0 0 71 15,0 0-58-15,0 0-46 16,9-1-17-16,9 1 17 16,6 3-1-16,6 2-9 15,3 1-14-15,4-2 13 16,3-1-14-16,-1 0 1 15,1-3-2-15,0 0-51 16,7 0-117-16,-8-6-110 16,-8-2-422-16</inkml:trace>
  <inkml:trace contextRef="#ctx0" brushRef="#br0" timeOffset="-207908.45">22626 2878 481 0,'0'0'892'16,"0"0"-765"-16,0 0-14 15,0 0-37-15,0 0-24 0,0 0 13 16,0 0-19-1,9-11-5-15,0 13-7 0,5 9-9 16,1 6 3-16,2 2 23 16,2 9-32-16,0 2 9 15,-2 9 7-15,-1 5-4 16,-6 8-3-16,-3 2-17 16,-4 2-10-16,-3-1 17 15,0-1-18-15,0-1 2 16,-1-4-1-16,-11-1 6 15,2-4-7-15,-5-6-6 16,-11 3-126-16,4-10-176 16,-2-10-893-16</inkml:trace>
  <inkml:trace contextRef="#ctx0" brushRef="#br0" timeOffset="-206932.25">23195 3333 532 0,'0'0'222'0,"0"0"40"16,0 0-18-16,0 0-54 16,0 0-7-16,0 0-10 15,0 0-49-15,-5-12-59 16,5 12-37-16,0 0-7 15,8 0 1-15,5 0-3 16,7 0 11-16,4-1 14 16,5 0-10-16,4-4 6 15,3 1-14-15,0 1-9 16,2 1-10-16,-3 0-7 16,-2 1-12-16,-4 1-24 15,9 0-60-15,-10 5-125 16,-6 2-261-16</inkml:trace>
  <inkml:trace contextRef="#ctx0" brushRef="#br0" timeOffset="-205790.01">23423 3529 510 0,'0'0'21'16,"0"0"-20"-16,0 0 37 0,0 0 83 15,0 0 34-15,0 0 60 16,0 0-46-16,-58 7-67 16,49-7-46-1,-2 0-21-15,-1 0 17 0,-1 0-18 16,-2 3-14-16,-1 0-2 16,1 1-8-16,-3 0 6 15,3 1-15-15,-1-1 11 16,4-1 0-16,3-1 18 15,4-2 34-15,2 2-5 16,3-2-32-16,0 0 22 16,0 0 16-16,0 0-4 15,0 0-3-15,0 0-5 16,0 0-2-16,0 0-7 16,0 0 4-16,0 0-7 0,0 0-41 15,5 0-14-15,4 0 14 16,4 0 12-16,8 0 7 15,7 0 3-15,4 0-7 16,3 0 20-16,3-2-15 16,-2 0-9-16,-2 0-2 15,-3 1-9-15,-2 1 9 16,-6 0-9-16,-2 0 0 16,-6 0-1-16,-3 0 1 15,-4 0-18-15,-4 0-37 16,-2 0-13-16,-1 0-23 15,-1 0-80-15,0 0-165 16,0 0-381-16</inkml:trace>
  <inkml:trace contextRef="#ctx0" brushRef="#br0" timeOffset="-204199.61">24732 3252 684 0,'0'0'319'0,"0"0"-215"0,0 0-36 15,0 0 44 1,0 0 15-16,0 0 14 0,0 0-45 15,-57 23-33 1,57-23 22-16,0 0 3 0,0 0 0 16,0 0 1-1,0-7-82-15,0-5 6 0,0 1-4 16,0-3-9-16,6 0-12 16,3 0-9-16,1 1 21 15,4 2 9-15,0 2-7 16,-1 5-2-16,-2 3 0 15,-3 1-25-15,-1 0 14 16,-1 11-15-16,0 9 26 16,-3 9 10-16,-3 8 4 15,0 6 4-15,-7 2 1 0,-7 0 3 16,-3-3 8 0,0-4-17-16,-1-4 0 0,2-6 3 15,1-3-7-15,4-9 0 16,5-6-8-16,3-4-1 15,3-6 0-15,0 0-8 16,0 0-76-16,14-10-26 16,4-8 77-16,4-8-39 15,5-7-99-15,0-4 126 16,-2-4 45-16,0-1 1 16,-5 0 18-16,-4 7 7 15,-4 6 19-15,-3 9 11 16,-6 5 20-16,-1 8-18 15,-1 3 11-15,-1 3-12 16,0 1-11-16,0 0-15 0,0 0-8 16,0 0-8-1,0 0-13-15,0 1 12 0,0 10 1 16,0 5-8-16,-1 7-6 16,1 5 8-16,0 4 2 15,0 4-4-15,0-1 5 16,7-1-11-16,8-3-2 15,2-5-13-15,5-3 4 16,5-4 9-16,2-5-23 16,4-6-60-16,5-6-67 15,20-2-76-15,-9-9 14 16,-4-5-1032-16</inkml:trace>
  <inkml:trace contextRef="#ctx0" brushRef="#br0" timeOffset="-203446.27">25470 3481 719 0,'0'0'140'0,"0"0"-85"15,0 0 154-15,0 0-31 16,0 0-65-16,0 0-1 0,0 0 0 15,0-3-10 1,0 3-10-16,0 0 4 0,0 0-13 16,0 0-33-1,0 0-37-15,0 9-11 0,0 3-1 16,0 4 12-16,0-2-12 16,0-1-1-16,0-3 1 15,0-5 0-15,2-3-1 16,1-2-6-16,0 0-10 15,0 0 2-15,0-2 10 16,1-8 4-16,-1-2 0 16,-2-4 0-16,-1 3 0 15,0 2 1-15,0 3 0 16,0 3 11-16,0 4-10 16,0 1-1-16,0 0-1 15,0 0-16-15,0 0-149 16,2 0-94-16,4 0-239 0</inkml:trace>
  <inkml:trace contextRef="#ctx0" brushRef="#br0" timeOffset="-202612.92">25794 3324 957 0,'0'0'115'0,"0"0"-73"15,0 0 49-15,0 0 62 16,0 0-25-16,0 0-44 0,0 0-41 16,-12 3-27-1,13 0 0-15,10 0 7 16,2 1 18-16,6 0-21 15,6-2 2-15,6-2-7 16,4 0-4-16,4 0 5 0,3-9-15 16,0-4 0-16,-5 1 14 15,-3-2-15-15,-4 0-15 16,-7 1-4-16,-8 0-26 16,-5 3 44-16,-7-1 1 15,-3 1 11-15,0-1 35 16,-7 0-7-16,-7-1 5 15,-5 4 31-15,-3 1-25 16,0 2 18-16,0 5-22 16,1 0-3-16,3 0 23 0,1 0-32 15,1 5-9 1,2 3-3-16,-1 4-7 0,0 2 9 16,0 4-24-16,0 3 2 15,3 5 14-15,1 0-14 16,1 4 14-16,4 2-10 15,3 1 1-15,3-1 4 16,0 2-11-16,0-2 0 16,11 2-6-16,5-2 6 15,4-3-1-15,5-3-12 16,3-4 13-16,4-5 0 16,0-6 0-16,3-7-38 15,3-4-45-15,1 0-15 16,19-26-57-16,-8-1-109 15,-7 0-536-15</inkml:trace>
  <inkml:trace contextRef="#ctx0" brushRef="#br0" timeOffset="-200465.05">26400 2552 546 0,'0'0'198'0,"0"0"35"16,0 0-3-16,0 0-61 16,0 0 8-16,0 0-69 15,0 0-42-15,0-25-34 16,1 15-16-16,4 0 16 15,0 1 0-15,0 0-5 16,-1 0-4-16,-1 4-23 16,0-1 0-16,-1 5 8 15,-1-1-8-15,-1 2 0 16,0 0-15-16,0 0-1 16,0 2 16-16,0 8 13 0,0 4-5 15,0 7 24 1,-3 4-6-16,0 5-2 0,2 1-2 15,1-2-5 1,0 1-2-16,0-1-5 0,0-6-9 16,4-3 12-16,5-3-13 15,3-5-5-15,0-7 4 16,4-2 2-16,1-3 11 16,5 0-11-16,2-14-1 15,0-5-26-15,2-5-51 16,-3 1 18-16,0-4 20 15,-5 0 39-15,-4 1 1 16,-4 4 10-16,-4 2 18 16,-3 4 31-16,-1 5 6 15,-2 4 16-15,0 6-8 0,0-1 5 16,0 2-39 0,0 0-4-16,0 0-18 0,0 0-1 15,0 3-16-15,-4 10-1 16,0 5 0-16,-4 9 9 15,-1 5 9-15,-3 8-12 16,0 6-3-16,2 9 16 16,-4-1-11-16,4 3-1 15,2-5-1-15,1-6-4 16,4-6 9-16,2-9-11 16,1-9-8-16,0-3 8 15,0-6-9-15,0-5 2 16,0-3-35-16,1-3-42 0,2-2 2 15,3 0-34 1,9-12-53-16,0-8-22 0,0-4-768 16</inkml:trace>
  <inkml:trace contextRef="#ctx0" brushRef="#br0" timeOffset="-200068.08">26893 2281 388 0,'0'0'957'0,"0"0"-896"0,0 0 9 16,0 0 48-16,0 0-32 15,0 0-13-15,0 0-25 16,0-36-10-16,12 36-22 15,2 0 7-15,2 0 5 16,2 0-13-16,0 6 8 16,-2 2-5-16,1 4-5 15,-5 3 0-15,-2 2 9 16,-6 1-2-16,-1 2 7 16,-3 1-2-16,0 0 3 15,-1 2 3-15,-9-2-3 16,-2-2 12-16,0 1 10 15,-3-1-12-15,3-2-10 0,-1-2-7 16,5-2-10 0,4-2-11-16,2-1-12 0,2-3 12 15,0-1-30-15,6-1 14 16,6 0 15-16,7-2-20 16,5-3-47-16,6 0-12 15,20-3-50-15,-4-7-87 16,-6-2-472-16</inkml:trace>
  <inkml:trace contextRef="#ctx0" brushRef="#br0" timeOffset="-199366.48">27444 2471 834 0,'0'0'153'0,"0"0"-8"15,0 0 58-15,0 0 3 16,0 0-42-16,0 0-44 16,0 0-45-16,-21 0-12 15,21 0-57-15,6 0-5 16,4 0 18-16,6 0-4 15,3 0 0-15,0 0-7 16,1 0-8-16,0 0 12 16,1 0-10-16,-4 5 7 15,0 2-8-15,-3 3-1 16,-4 2 6-16,-2-1-6 16,-5 4 0-16,-3 1 9 0,0 4 4 15,-5 1 13-15,-12 4 13 16,-6 3-1-16,-1 4 18 15,-3-3-16-15,2 1-9 16,1-2 0-16,6-1-10 16,2-5-5-16,5-2-8 15,5-4-2-15,2-5-6 16,4 0-3-16,0-3-14 16,0 2 11-16,4-1-2 15,8 1 7-15,2-2-7 16,5-2 8-16,2 0 0 15,4-5-22-15,3-1-43 16,3 0-19-16,0 0-23 0,11-9-84 16,-10 1-83-1,-6-3-429-15</inkml:trace>
  <inkml:trace contextRef="#ctx0" brushRef="#br0" timeOffset="-199085.04">27325 2663 1694 0,'0'0'187'0,"0"0"-165"0,0 0-20 15,0 0 23-15,0 0 41 16,0 0-11-16,108 7 1 15,-72-4-19-15,5 2-15 16,3-1-16-16,3 1-6 16,5-3-8-16,24-2-73 15,-13 0-232-15,-8 0-1034 0</inkml:trace>
  <inkml:trace contextRef="#ctx0" brushRef="#br0" timeOffset="-194833.14">19727 4784 914 0,'0'0'237'0,"0"0"-158"16,0 0 0-16,0 0-13 15,0 0 23-15,0 0-21 16,0 0-10-16,0 0-18 15,0 0-23-15,0 1 3 16,0 6 17-16,0 6 34 16,0 6 29-16,0 8-33 15,-2 7-17-15,-4 7 4 16,0 7-19-16,-2 6-7 16,0 0-7-16,0 2-8 15,0-4 3-15,2-3-16 16,2-5 0-16,2-4 0 0,1-7 0 15,1-4-1-15,0-8 1 16,0-7-21-16,0-5-38 16,0-6-55-16,3-3-73 15,1 0-1-15,5-26 101 16,-1 0-402-16,-3-2-347 16</inkml:trace>
  <inkml:trace contextRef="#ctx0" brushRef="#br0" timeOffset="-194487.81">19507 4721 1422 0,'0'0'164'16,"0"0"-109"-16,0 0 6 15,0 0 17-15,0 0 7 16,0 0-5-16,0 0-23 15,-17-12-42-15,20 12-1 16,9 0-12-16,8 0 14 16,5 0-3-16,6 0-7 15,4 0 7-15,2 0-4 16,0 0-9-16,3 0 1 16,-1-2 1-16,2-5-2 15,2 0-148-15,9-1-121 16,-7 2-237-16,-11 0-494 0</inkml:trace>
  <inkml:trace contextRef="#ctx0" brushRef="#br0" timeOffset="-193153.6">19969 5131 1151 0,'0'0'114'15,"0"0"-79"-15,0 0 79 16,0 0-5-16,0 0-14 15,0 0-8-15,0 0-21 16,14-63-3-16,-10 52-37 16,1 3-10-16,-2 4-6 15,-2 2-10-15,-1 2-14 16,2 0 0-16,1 3 14 16,1 8 6-16,-3 5 16 15,2 3 13-15,-3 5 10 16,2 5-11-16,-2 0-9 15,0 2 4-15,0-2-16 0,0-4-3 16,0-5-9-16,0-6 5 16,3-6-6-16,0-3-7 15,1-5-9-15,3 0 4 16,4-5 12-16,4-12 0 16,6-7-41-16,0-5-70 15,0-5 27-15,1-2 57 16,-3 4 27-16,-2 1 1 15,-2 6 7-15,-5 8 14 16,0 7-21-16,-4 7-1 16,-1 3-1-16,1 0 1 15,-1 10 7-15,-1 7 34 0,-1 1-6 16,0 5 15-16,-3 0-7 16,0-1-14-16,0 0 9 15,0-3-18-15,0-2-8 16,0-4 7-16,0-5-17 15,2-2-1-15,1-5-1 16,1-1-16-16,1 0 13 16,2 0 3-16,4-4 12 15,3-10-12-15,3-3-46 16,2-5-2-16,2 1-6 16,-3 3 29-16,-2 3 18 15,-4 3 5-15,-2 7 2 16,-2 3-1-16,-2 2-21 15,-1 0 13-15,-1 9 9 16,1 5 22-16,-2 3 30 0,-2 2-21 16,2 4 5-16,0 0-5 15,2 1-8-15,1-4-2 16,1-2-11-16,5-4-9 16,1-4-1-16,4-4-3 15,2-6 3-15,4 0 8 16,5-12 10-16,2-11-18 15,3-3-23-15,1-8-24 16,0-3 34-16,-1-4-11 16,-5-4 7-16,-2-4 10 15,-9-2 7-15,-4-3 11 16,-7 2-2-16,-6 4 12 16,0 4 16-16,0 9 2 0,-2 7 16 15,-4 8 14 1,0 9 4-16,1 4-8 0,1 4-22 15,3 3-16-15,1 0 1 16,-2 0-20-16,2 0-8 16,-1 6-2-16,-2 8-6 15,0 9 8-15,-3 10 0 16,0 9 0-16,-3 9 9 16,0 7-8-16,0 4 0 15,-1 3 0-15,1-3 9 16,1-4-9-16,4-8-1 15,0-10-3-15,4-10-3 0,0-9 6 16,0-7-3 0,4-7-15-16,3-4 5 0,5-3-23 15,4 0 5-15,4-7 15 16,2-10-4-16,2-6-21 16,3-5-18-16,-2-1 22 15,2 0 21-15,-4 4 10 16,0 7 0-16,-2 7-1 15,-4 5 6-15,-1 6-5 16,-2 0-6-16,-3 4-10 16,-2 11 22-16,-1 5 12 15,-2 4 5-15,-2 3 3 16,-1 1 33-16,-3-1-16 0,2-1-4 16,-2-7-18-1,0-3-6-15,0-7 2 0,0-3-11 16,0-4 0-16,0-2-1 15,0 0-33-15,0-6-44 16,-3-26-61-16,-10 2-204 16,-3-4-458-16</inkml:trace>
  <inkml:trace contextRef="#ctx0" brushRef="#br0" timeOffset="-192853.82">20635 4209 1716 0,'0'0'124'16,"0"0"-124"-16,0 0-33 15,0 0 33-15,0 0 1 16,0 0 87-16,0 0-3 15,-30 119-31-15,1-45-31 16,1 0-14-16,3-7-9 16,2 11-55-16,10-29-289 15,2-8-1013-15</inkml:trace>
  <inkml:trace contextRef="#ctx0" brushRef="#br0" timeOffset="-191659.13">22371 4900 1147 0,'0'0'174'0,"0"0"-93"15,0 0 44-15,0 0 21 16,0 0-16-16,0 0-26 0,0 0-53 16,-7-8-42-1,8 8-9-15,9 0-11 0,3 0 11 16,3 0 5-1,7 4-4-15,0-2 4 0,1-2 15 16,1 0-12-16,-3-5 2 16,0-6 0-16,-1-4-9 15,-5-1-1 1,0-1-51-16,-3-1 11 0,-6 1 12 16,-1-1 25-16,-5 1 3 15,-1 1 6-15,0 2 18 16,0 1 33-16,-7 5-6 15,1 4 14-15,1 1 5 16,2 3-22-16,0 0 14 16,2 0-25-16,-1 0-23 15,-1 0 3-15,-1 10-17 16,-3 9 0-16,-1 13 0 0,-4 15 0 16,-4 27 12-16,1 20-12 15,-2 6 1-15,8-14 23 16,3-20-9-16,2-24-1 15,4-2-6-15,0 4-2 16,0 6 6-16,0 1-12 16,0-9 1-16,0-8 0 15,0-7-1-15,0-7-11 16,3-6-67-16,0-6-27 16,-2-4-59-16,-1-4-116 15,0 0 47-15,-4-3-357 0</inkml:trace>
  <inkml:trace contextRef="#ctx0" brushRef="#br0" timeOffset="-191492.08">22309 5329 1241 0,'0'0'223'16,"0"0"-57"-16,0 0-46 15,0 0 30-15,0 0-43 16,0 0-60-16,0 0 12 15,16-30-30-15,1 18-4 16,5-4-11-16,8-3-7 16,6-4-1-16,5-5-6 15,1-5-55-15,18-17-106 16,-14 7-184-16,-4 6-674 0</inkml:trace>
  <inkml:trace contextRef="#ctx0" brushRef="#br0" timeOffset="-191177.61">22841 4478 1149 0,'0'0'275'0,"0"0"-176"15,0 0-38-15,0 0 16 16,0 0-16-16,0 0-8 16,0 0 16-16,-10 65-12 15,2-34-34-15,1 4 1 16,1 1-23-16,0 2-1 16,3 14-19-16,3-8-160 15,0-7-335-15</inkml:trace>
  <inkml:trace contextRef="#ctx0" brushRef="#br0" timeOffset="-190476.7">22868 5270 985 0,'0'0'228'16,"0"0"-148"-16,0 0 40 15,0 0 4-15,0 0-32 16,0 0-30-16,0 0-61 16,-12-42 15-16,27 31-3 15,-2 1-7-15,4 3-5 16,-2 1 11-16,-2 5-3 15,-2 1-1-15,-4 0 1 16,-2 0 10-16,-2 10 22 16,-3 5 16-16,0 6-3 15,0 6 1-15,-3 1-7 0,-6 1-19 16,0-3 2 0,0-2-10-16,4-4-4 0,2-3-15 15,3-4-1-15,0-7-1 16,0-3-14-16,5-3-7 15,10 0 21-15,4-11-7 16,8-10 7-16,1-7-157 16,4-3 50-16,-4-3 66 15,-4 0 31-15,-5 3 10 16,-8 3 36-16,-5 5 32 16,-5 7-1-16,-1 7 25 15,0 4 2-15,0 5 24 0,-1 0-53 16,-5 0-30-16,0 3-24 15,-5 7 0-15,4 1-6 16,-1 4-5-16,1 0 0 16,1 1-1-16,3 2 1 15,3-1 0-15,0 1-7 16,0-1-1-16,7 0-6 16,7-1 0-16,3-2-12 15,6-3-28-15,6-2-17 16,5-5-29-16,21-4-52 15,-6 0-88-15,-5-4-680 0</inkml:trace>
  <inkml:trace contextRef="#ctx0" brushRef="#br0" timeOffset="-189412.31">23641 4730 542 0,'0'0'171'15,"0"0"-18"-15,0 0 121 16,0 0-56-16,0 0-13 15,0 0-53-15,0 0 4 16,0-3-46-16,0 3-31 16,-2 0-3-16,-3 0-30 15,0 0-16-15,-3 5-19 16,-2 4-5-16,-2 4 3 16,-1 4-8-16,-2 4-1 15,1 4 16-15,0 3-4 16,1 2 9-16,4 2-8 15,1 4-1-15,6 0 9 16,2 1-21-16,0 1-6 0,12-3 5 16,6-2-4-16,4-3-9 15,5-5-51-15,3-4-9 16,3-5-6-16,19-9-116 16,-9-4-35-16,-2-3-360 0</inkml:trace>
  <inkml:trace contextRef="#ctx0" brushRef="#br0" timeOffset="-187605.4">24086 4802 722 0,'0'0'155'0,"0"0"-24"0,0 0 102 16,0 0-82-16,0 0 16 16,0 0-35-16,0 0-13 15,0-4-33-15,0 4-17 16,0 0-2-16,-5 0-33 16,-4 1-17-16,-4 9-11 15,-1 2-5-15,-1 5 14 16,0 3-15-16,2 2 6 15,1 1 12-15,1 4-5 16,3 0-1-16,2 1-2 16,4-1-4-16,2 0-6 15,0-2 0-15,2-4-1 16,7-4 1-16,4-4-12 16,1-4 10-16,2-5-1 15,2-4 3-15,3 0 1 16,2-3 23-16,3-11-15 15,-2-6-9-15,0-3 0 0,-5-2-1 16,-4 0-5-16,-6-2 6 16,-6 0 7-16,-3-1-7 15,0 1 0-15,-10 2 12 16,-4 1-11-16,-4 4 24 16,2 3 3-16,-1 5 7 15,4 6-5-15,0 1-30 16,2 3-11-16,3 2 10 15,2 0-12-15,2 0-46 16,1 2-50-16,3 8-35 16,0 7-45-16,0-3-62 15,3-2-483-15</inkml:trace>
  <inkml:trace contextRef="#ctx0" brushRef="#br0" timeOffset="-187011.72">24397 5025 1292 0,'0'0'219'0,"0"0"-141"15,0 0 33-15,0 0 7 16,0 0 26-16,0 0-54 15,0 0-45-15,0-6-17 16,0 6-28-16,0 6 1 16,0 8-1-16,0 6 19 15,0 6 1-15,-7 4-2 16,-4 3 7-16,-2-1 19 16,-1-1-24-16,1-3-1 15,4-3-6-15,2-5-4 16,2-4 6-16,2-5-15 15,3-4-16-15,0-2-8 16,0-4-82-16,8-1-45 0,11-6-91 16,1-8-35-16,-1-3-680 15</inkml:trace>
  <inkml:trace contextRef="#ctx0" brushRef="#br0" timeOffset="-186276.84">24670 4966 819 0,'0'0'318'0,"0"0"-212"0,0 0-48 15,0 0 45-15,0 0 42 16,0 0-33-16,0 0-7 16,-3 7-20-16,3-7-19 15,0 0-41-15,8-7 16 16,2-6-21-16,2-3-6 16,2-4-13-16,2-1 11 15,-1-1-12-15,1-1 0 16,1-1 13-16,-2 2-12 15,-2-1 8-15,-3 3-9 16,-2 3 12-16,-3 4 19 16,-2 5-17-16,-3 2 26 15,0 5 0-15,0 1-6 16,0 0-2-16,0 0-24 16,0 0-8-16,0 0-7 0,0 0 7 15,0 7 0-15,0 6 11 16,0 4-4-16,0 3 2 15,-3 2 3-15,-1 3-5 16,0 5 12-16,-1 3-13 16,1 2 2-16,-3 2 1 15,1-1-2-15,1 0-6 16,1-7-1-16,2-2 0 16,2-7 0-16,0-6 0 15,0-3-6-15,0-4 4 16,0-2-13-16,0-3-33 15,0 0-19-15,0-1-29 16,0-1-94-16,0 0-55 16,0 0-102-16,0 0-628 0</inkml:trace>
  <inkml:trace contextRef="#ctx0" brushRef="#br0" timeOffset="-185591.41">24997 5049 415 0,'0'0'131'15,"0"0"-26"-15,0 0 73 16,0 0-5-16,0 0 18 15,0 0-63-15,0 0-30 16,0-9-24-16,0 9-4 16,0 0-4-16,0 0-29 15,0 0-16-15,0 0 12 16,1 2 0-16,4 6 18 16,-2 2 3-16,0 4-15 15,-1 1 5-15,-2 4-4 16,0 1-8-16,0 2 12 0,-2 1-24 15,-7 1-2-15,-3-1 3 16,2-2-11-16,-2-2 2 16,-2-2-12-16,5-4-6 15,2-3-37-15,0-3-89 16,7-5-110-16,0-2-149 16,0 0-541-16</inkml:trace>
  <inkml:trace contextRef="#ctx0" brushRef="#br0" timeOffset="-184787.7">25424 4811 519 0,'0'0'252'0,"0"0"-133"15,0 0 68-15,0 0 57 16,0 0-6-16,0 0-91 15,0 0-46-15,-15-8 3 16,10 8-28-16,1 0-21 16,-2 0-14-16,-4 8-20 15,0 4 1-15,0 2-7 16,-2 4 2-16,2 4 1 0,-2 1-10 16,3 4-1-16,1 2 9 15,4 1-15-15,1 3 0 16,1 0 1-16,2-1-1 15,0-1 2-15,3-4-3 16,8-5-12-16,4-3 12 16,3-5-19-16,2-6-10 15,4-5 17-15,5-3 11 16,-2-4-1-16,3-13-33 16,-2-4 17-16,-4-4 12 15,-5-2 6-15,-7-3 0 16,-9-2 15-16,-3-2 7 15,0 0 15-15,-15 1-10 0,-4 2 5 16,-2 4 6-16,1 7 25 16,1 5-20-16,5 4-33 15,3 5-10-15,3 3 0 16,4 0-22-16,2 3-10 16,1 0-16-16,1 0-51 15,0 0-29-15,0 0-33 16,0 0 44-16,0 0-50 15,4 0-132-15,7 0-15 16,0 0 15-16,0-4-81 0</inkml:trace>
  <inkml:trace contextRef="#ctx0" brushRef="#br0" timeOffset="-184408.77">25818 4602 1395 0,'0'0'238'16,"0"0"-172"-16,0 0-25 15,0 0 52-15,0 0-6 16,0 0-40-16,0 0-24 16,11 9 5-16,-1 4 7 15,3 2-16-15,5 4 5 16,3 3 7-16,0 3-14 0,4 2 2 15,0 3-5 1,1 3-1-16,-4 3-3 0,-4 3-4 16,-6 3-6-16,-6 3 14 15,-6 1-12-15,-9 4 7 16,-17-2-3-16,-14-1-6 16,-11-2-44-16,-40 8-39 15,11-9-161-15,2-10-631 0</inkml:trace>
  <inkml:trace contextRef="#ctx0" brushRef="#br0" timeOffset="-182301.04">26516 5152 1119 0,'0'0'204'0,"0"0"-131"15,0 0-17-15,0 0-8 0,0 0 39 16,0 0-4-16,0-2-5 15,0 2-23-15,0 0 1 16,0 3-18 0,0 12 9-16,0 8 23 0,-8 9-20 15,-3 6-15-15,-3 5-3 16,-1 1-30-16,2-3 4 16,2-6-5-16,2-4-1 15,6-7-11-15,3-7-75 16,3-11-128-16,11-6-152 15,1 0-620-15</inkml:trace>
  <inkml:trace contextRef="#ctx0" brushRef="#br0" timeOffset="-181596.61">27229 4698 788 0,'0'0'215'0,"0"0"-166"16,0 0-23-16,0 0 0 16,0 0 31-16,0 0 59 15,0 0-22-15,-3 19-17 16,11-8-25-16,3-1 3 16,0 0 12-16,3-4-42 15,0-3 9-15,3-3-8 16,4 0-4-16,-1-5-3 15,3-8-19-15,-4-3-9 16,-1-2-44-16,-6-1 4 16,-3 1 10-16,-3-1 26 15,-6 2 13-15,0 2 26 16,0 1 38-16,-6 3 8 16,0 1 17-16,-1 4-4 0,0 3-3 15,3 3-12-15,1 0-33 16,-3 0-14-16,3 0-15 15,-3 10-7-15,0 4 8 16,-1 7-9-16,-2 4 2 16,1 5 21-16,-1 7-2 15,2 4 25-15,-5 3-12 16,3 6-2-16,0 4 1 16,-1 4-18-16,4 3-1 15,1-1 1-15,2-2-9 16,3-4 3-16,0-3-9 15,0-6 0-15,0-3 6 16,0-5-5-16,0-5-1 0,0-6 5 16,0-4-5-1,0-3-27-15,0-4-57 0,0-1-17 16,0-1-11-16,-9 1-125 16,-1-3-90-16,1-2-282 0</inkml:trace>
  <inkml:trace contextRef="#ctx0" brushRef="#br0" timeOffset="-181310.13">27126 5299 907 0,'0'0'695'0,"0"0"-638"15,0 0 5-15,0 0 52 0,0 0 39 16,0 0-57-16,11-75-4 15,8 61-47 1,6-3-14-16,8-2-13 0,4-1-17 16,4 0-1-16,3-5-2 15,3-2-35-15,2-2-35 16,16-16-85-16,-9 7-139 16,-10 4-297-16</inkml:trace>
  <inkml:trace contextRef="#ctx0" brushRef="#br0" timeOffset="-180990.39">27747 4356 1330 0,'0'0'202'16,"0"0"-166"-16,0 0 2 16,0 0 26-16,0 0 28 15,0 0-10-15,0 0-43 16,-16 28 10-16,6-5-8 16,1 2-11-16,-4 4 13 15,1 4-11-15,-2 3-11 0,0 1 9 16,2 3-23-1,-2-1-7-15,5 0-1 0,3-4-27 16,6 4-91 0,0-9-109-16,0-9-328 0</inkml:trace>
  <inkml:trace contextRef="#ctx0" brushRef="#br0" timeOffset="-180422.38">27660 5115 1252 0,'0'0'235'0,"0"0"-235"15,0 0-41-15,0 0 41 0,0 0 48 16,0 0 32 0,0 0-20-16,85 4-25 15,-58-1 0-15,1 0 3 16,1 3 1-16,-7 1-14 0,-1 0 22 15,-3 2-9-15,-8 3-26 16,-4 0 7 0,-4 4 12-16,-2 3-5 0,0 0 14 15,-12 5 11-15,-7 1 10 16,-5 4-9-16,1-1-15 16,1-3-13-16,3-2 14 15,5-3-22-15,5-3-10 16,3-5-4-16,3-3-2 15,3-4-10-15,0 0-14 16,0-1 5-16,6-1 19 16,6 0 1-16,3-1-1 15,6-2-14-15,3 0-6 0,2 0 10 16,4-1-50-16,2-8-32 16,-1-1-26-16,6-4-67 15,-8 2-125-15,-10 1-579 16</inkml:trace>
  <inkml:trace contextRef="#ctx0" brushRef="#br0" timeOffset="-180194.92">27626 5208 1719 0,'0'0'136'0,"0"0"-136"0,0 0-86 16,0 0 83-16,0 0 3 16,0 0 60-16,0 0-6 15,103 10-16-15,-65-7-26 16,6 0-1-16,5 0 5 16,2-1-16-16,23 0-135 15,-14-2-232-15,-9 0-679 0</inkml:trace>
  <inkml:trace contextRef="#ctx0" brushRef="#br0" timeOffset="-179446.05">28684 4525 879 0,'0'0'220'16,"0"0"-73"-16,0 0 21 15,0 0 4-15,0 0-26 16,0 0-13-16,0 0-41 16,-21-2-60-16,6 13 2 15,0 4 5-15,-4 5 2 16,2 4-4-16,-2 4-13 16,-1 4 2-16,2 3 11 15,1 0-13-15,1 3-2 16,5 1-6-16,5 2-4 15,4 2-9-15,2-1-3 16,0 0-3-16,12 0-4 16,5-2 5-16,2-5-18 0,2-4-70 15,1-5 39-15,5-7-27 16,3-5-77-16,12-8-87 16,-5-4-107-16,-4-2-632 15</inkml:trace>
  <inkml:trace contextRef="#ctx0" brushRef="#br0" timeOffset="-177799.58">28836 4909 846 0,'0'0'251'16,"0"0"-189"-16,0 0-40 16,0 0 7-16,0 0 97 15,0 0 9-15,0 0-39 16,0 0-39-16,0 0-24 15,7 0 20-15,2-9 4 16,5-2-9-16,4-5-20 16,2-4-9-16,1-3-19 0,2-1-18 15,-4-1 18-15,-2 1 1 16,-3-2 15-16,-3 2-16 16,-4 0 25-16,0 4 13 15,-2 3-5 1,-3 5-2-16,-1 2-1 0,1 3-6 15,-2 4 14-15,0 2-4 16,0 1-3-16,0 0 0 16,0 0-12-16,0 0-7 15,0 0-12-15,0 0 0 16,0 10 2-16,0 6-1 16,-5 7 17-16,-2 7 0 15,-2 3 1-15,1 6 0 0,-2 0-7 16,3 1-6-1,-1-3 5-15,3-5-11 0,1-4 0 16,2-4 1 0,1-6-1-16,1-5 0 0,0-3-5 15,0-3-16-15,0-3-23 16,0-1-9-16,0 0-68 16,0-2-56-16,0-1-32 15,3 0-64-15,1 0-356 0</inkml:trace>
  <inkml:trace contextRef="#ctx0" brushRef="#br0" timeOffset="-176711.93">29224 4899 1205 0,'0'0'234'0,"0"0"-195"0,0 0-22 16,0 0-1-16,0 0 51 15,0 0 23-15,0 0 39 16,-5 52-24-1,-8-26-48-15,-2 3-20 16,-1 3-5-16,-1-3-31 0,2-5 16 16,5-4-17-16,2-5 0 15,4-3 0-15,1-4-3 16,3-4-49-16,0-1-126 16,10-3-109-16,4-1 22 15,2-8-307-15</inkml:trace>
  <inkml:trace contextRef="#ctx0" brushRef="#br0" timeOffset="-176180.27">29476 4700 1647 0,'0'0'213'16,"0"0"-189"-16,0 0-23 15,0 0 33-15,0 0 10 16,0 0 10-16,0 0-10 16,-31 35-2-16,21-16 7 15,-1 2-22-15,2 3 18 16,1 1 9-16,1 2-14 16,0 0-5-16,3 1-22 15,4-1-1-15,0-1-12 16,0-3-3-16,11-5 2 15,2-2-5-15,6-4 6 16,3-8-1-16,4-4 1 0,4 0 0 16,2-12-1-16,-3-6-16 15,-3-5-9-15,-6 0 18 16,-6-4 6-16,-8-2 2 16,-6 0 9-16,0-1-3 15,-3 2 29-15,-11 0-15 16,0 4 3-16,-1 5 12 15,0 4-1-15,1 5-10 16,4 4-17-16,-2 2-7 16,5 2 2-16,2 0-2 15,2 2-10-15,1 0 9 0,1 0-37 16,1 0-15 0,-2 0-40-16,0 6-9 0,2 2-21 15,0 3-67 1,0 5-53-16,0-2-91 0,5-3-596 0</inkml:trace>
  <inkml:trace contextRef="#ctx0" brushRef="#br0" timeOffset="-175588.95">29912 4936 593 0,'0'0'256'0,"0"0"-178"0,0 0 55 15,0 0 94-15,0 0-4 16,0 0-66-16,0 0-35 15,0 0-33-15,0 0-23 16,0 0-30-16,0 0-8 16,0 0-2-16,0 0-7 15,0 1-4-15,-2 4-3 16,1 2-12-16,-2 7 24 16,-3 7-3-16,-4 5 1 15,-4 6-3-15,0 1-6 16,-2 1-1-16,1-5-12 15,0-6 1-15,4-3 13 16,1-4-13-16,4-3 0 16,2-5 0-16,2-2-1 0,1-3 0 15,1-3-48-15,0 0-80 16,3 0-128-16,7-4-235 16,2-6-395-16</inkml:trace>
  <inkml:trace contextRef="#ctx0" brushRef="#br0" timeOffset="-175115.2">30131 4785 882 0,'0'0'346'0,"0"0"-165"16,0 0-41 0,0 0 5-16,0 0 28 0,0 0-55 15,0 0-33 1,13 0-44-16,-1 1-5 0,6 1 12 16,6-1 3-16,2 2-19 15,5 0-11-15,4 0-14 16,0-1 9-16,-1 1-15 15,-1 0-1-15,1-2 0 16,-1-1 0-16,-2 0 0 16,-1 0-68-16,-4 0-34 15,-13 0-75-15,-4 0-208 16,-9-4-825-16</inkml:trace>
  <inkml:trace contextRef="#ctx0" brushRef="#br0" timeOffset="-174621.47">30592 4779 1609 0,'0'0'64'16,"0"0"-64"-16,0 0-54 15,0 0 54-15,0 0 25 16,0 0 71-16,80-40-7 15,-67 26-52-15,1-1-20 16,0 0 5-16,-3-2-3 16,-1 1 35-16,-4 3 31 15,-2 3-21-15,-1 3-5 0,-3 5 3 16,0 0-17-16,0 2 1 16,0 0-10-16,0 0-7 15,0 0 6-15,0 0-21 16,0 0-6-16,0 2-8 15,0 7 0-15,-3 7 15 16,-3 5-13-16,0 6-2 16,-3 5 13-16,-1 4-13 15,1 0 1-15,1 2-1 16,0 1 0-16,3-6 0 16,2-1-1-16,3-7-8 15,0-4 0-15,0-6-43 16,0-3-46-16,8-4-25 0,3-5-37 15,6-3-58 1,-2-1-119-16,-2-11-686 0</inkml:trace>
  <inkml:trace contextRef="#ctx0" brushRef="#br0" timeOffset="-174286">30981 4364 1551 0,'0'0'59'0,"0"0"-59"0,0 0-16 16,0 0 16-16,0 0 45 15,0 0 16-15,0 0-8 16,84 53-8-16,-60-29-14 15,3 5-8-15,1 4 5 16,-1 3 11-16,-3 5-1 16,-4 2-5-16,-5 2-13 15,-5 1 2-15,-9 4 1 16,-1 0-15-16,-18 3-7 16,-17 2 14-16,-14 1-15 15,-35 9-138-15,9-13-124 16,4-15-571-16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18:4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19606 6680 1098 0,'0'0'384'0,"0"0"-315"15,0 0-60-15,0 0-4 16,0 0 40-16,5 0 23 16,6 0-15-16,5 0 2 15,0 0-7-15,7-7-2 16,0-6-18-16,2-5-6 15,-1-2-15-15,-2-4-7 0,-3-2-7 16,-5 0 7 0,-5 1 0-16,-6-1 8 0,-3 3 4 15,0 3 7 1,0 4 19-16,-2 3 10 0,-4 6-5 16,2 3 7-16,1 1 15 15,1 3-13-15,-1 0-27 16,2 0-13-16,-4 7-12 15,-4 14 0-15,-1 12 6 16,-4 10 0-16,-5 21 7 16,-3 20-1-16,-5 18-2 15,-1 7 6-15,3-6 5 16,5-11-19-16,5-26 4 16,4-13 2-16,5-14-6 15,0-7-2-15,2 3 0 0,-2-1-7 16,0 1-22-16,3-6-46 15,-2-8-76-15,-1-5-73 16,-8-11-42-16,0-5-141 16,-1 0-505-16</inkml:trace>
  <inkml:trace contextRef="#ctx0" brushRef="#br0" timeOffset="22.27">19340 7242 1088 0,'0'0'296'0,"0"0"-174"16,0 0-46-16,0 0 10 0,0 0 25 16,0 0-3-1,0 0-14-15,81-61-53 0,-45 33-24 16,8-9 4-16,3-5-21 16,4-7-18-16,4-2-105 15,13-26-84-15,-12 12-367 16,-11 7-484-16</inkml:trace>
  <inkml:trace contextRef="#ctx0" brushRef="#br0" timeOffset="241.38">20139 6272 1106 0,'0'0'583'0,"0"0"-482"16,0 0-72-16,0 0-5 15,0 0 40-15,0 0 14 16,0 0-21-16,-39 94-26 16,23-58-11-16,1 4-7 15,0 0-12-15,3 1 0 16,1-3-1-16,5-2-38 15,2-5-85-15,4 0-108 16,0-9-280-16,4-8-467 0</inkml:trace>
  <inkml:trace contextRef="#ctx0" brushRef="#br0" timeOffset="1134.33">20070 7034 960 0,'0'0'65'0,"0"0"-65"16,0 0-23-16,0 0 5 15,0 0 18-15,-83 0 0 16,72-1 0-16,0-5 7 15,3-1-7-15,1 0 7 16,2-2 23-16,0 2 37 16,2 2 34-16,0 2-11 15,3 2 11-15,0 1 4 16,0-2-28-16,0 2-39 16,8-1 16-16,6 0 1 15,1 1-5-15,1 0-28 0,-2 0 4 16,-1 0-9-1,-6 9 5-15,0 5-1 0,-4 4 4 16,-3 7 13-16,0 2 6 16,0 3-18-16,-3 0-3 15,-7-2-11-15,1-3 0 16,-2-3-2-16,0-2-4 16,4-5-4-16,0-4 5 15,3-5-7-15,4-5-11 16,0-1-20-16,4 0-14 15,10-9 9-15,5-11-68 16,1-4-59-16,8-16-102 16,-5 7-303-16,-7 1 30 0</inkml:trace>
  <inkml:trace contextRef="#ctx0" brushRef="#br0" timeOffset="1148.5">20070 7034 517 0</inkml:trace>
  <inkml:trace contextRef="#ctx0" brushRef="#br0" timeOffset="1269.47">20070 7034 517 0,'62'-11'511'0,"-62"9"-268"0,0 2-15 0,0 0-74 0,-2 0-18 0,-3 0-57 15,2 0-10-15,-4 0-34 16,1 6-10-16,0 4-9 16,-1 4 4-16,-3 3 5 15,2 5 8-15,2 4 8 16,0 4 6-16,2 1 2 16,2 1-12-16,2-1-18 15,0-1-4-15,10-5-11 16,6-4-4-16,6-4 0 15,5-5-31-15,4-7-26 16,3-3-29-16,4-2-28 0,1 0-4 16,17-21-139-16,-7 1-128 15,-8-2-525-15</inkml:trace>
  <inkml:trace contextRef="#ctx0" brushRef="#br0" timeOffset="1808.16">20645 6547 980 0,'0'0'259'16,"0"0"-168"-16,0 0 24 15,0 0 19-15,0 0-73 16,0 0 3-16,0 0-4 15,-92 51 10-15,70-22-3 16,2 5 2-16,-1 5-12 16,6 0-6-16,-1 2 2 15,5 1-4-15,4-1-13 16,5 2-16-16,2-2-14 0,0-2 3 16,17-4-9-16,5-2-31 15,8-6-28-15,4-6-28 16,4-7-32-16,20-13-34 15,-9-1-82-15,-6 0-620 0</inkml:trace>
  <inkml:trace contextRef="#ctx0" brushRef="#br0" timeOffset="3033.75">21052 6767 1245 0,'0'0'202'0,"0"0"-118"16,0 0 78-16,0 0-21 15,0 0-40-15,0 0-39 16,0 0-23-16,-82 42 5 15,68-22-1-15,1 6 0 16,3 1 3-16,3 1-1 16,5 1 1-16,2 0-13 15,0-4-14-15,6-1-19 0,6-4 12 16,4-6-6-16,2-4 0 16,6-6 3-16,1-4 1 15,4 0-4-15,-1-15-6 16,-4-7-18-16,-3-2 8 15,-5-2 2-15,-7-3 8 16,-7 1 0-16,-2 0 1 16,0 1-1-16,-11 0 0 15,-5 5 0-15,-2 4 1 16,2 3 11-16,-2 7-3 16,3 4-9-16,-1 2-4 15,2 2-8-15,2 0-4 16,5 0-20-16,-1 7-48 15,4 3-17-15,2 2-54 0,2 2-90 16,3-3-264-16,6-4-328 16</inkml:trace>
  <inkml:trace contextRef="#ctx0" brushRef="#br0" timeOffset="3481.89">21433 6865 1202 0,'0'0'213'16,"0"0"-152"-16,0 0 26 15,0 0 18-15,0 0 26 16,0 0-55-16,0 0-17 15,-36 94-2-15,21-60-13 16,-1 4-2-16,-4 5-11 16,2 0 8-16,0 0 3 15,1-3-21-15,2-2-9 16,4-8-3-16,2-6-9 16,5-7 0-16,1-7-46 15,3-5-39-15,0-5-113 16,7-5-109-16,8-10-33 15,-3-5-589-15</inkml:trace>
  <inkml:trace contextRef="#ctx0" brushRef="#br0" timeOffset="3801.1">21615 6985 126 0,'0'0'1426'16,"0"0"-1285"-16,0 0-104 15,0 0 6-15,0 0 66 16,0 0 1-16,0 0-30 16,7-6-45-16,5-6-10 15,5-7-25-15,3-2-12 0,0-4-2 16,1-1 13-16,-2-1 0 15,-2 2-1-15,-3 0 0 16,-2 2 2-16,-4 4 2 16,-2 7 4-16,-2 5 6 15,-4 4 13-15,0 2 2 16,0 1 10-16,0 0-6 16,0 0-2-16,0 0-11 15,0 12-8-15,0 5 7 16,-4 9 12-16,-3 5-4 15,-3 7-4-15,0 3-3 16,-3 2-5-16,2 0-5 0,-1-1-7 16,5-4 0-16,1-6 5 15,3-5-6-15,1-7-10 16,2-5-30-16,0-7-52 16,0-4-60-16,2-4-52 15,8 0-99-15,0-11-185 16,0-5-370-16</inkml:trace>
  <inkml:trace contextRef="#ctx0" brushRef="#br0" timeOffset="4123.92">22008 6944 1476 0,'0'0'232'0,"0"0"-177"16,0 0-11-16,0 0 73 16,0 0 10-16,0 0-47 15,0 0 10-15,-16 60-19 16,4-33-24-16,-4 3-22 16,2-1-11-16,0 0-13 15,3-5 6-15,2-4-7 16,3-5-13-16,5-5-51 15,1-3-63-15,0-4-43 16,7-3-117-16,7-3-20 16,-2-8-434-16</inkml:trace>
  <inkml:trace contextRef="#ctx0" brushRef="#br0" timeOffset="4623.14">22314 6745 1043 0,'0'0'292'0,"0"0"-199"0,0 0-4 15,0 0 66-15,0 0 10 16,0 0-40-16,0 0-35 15,0-2-31-15,0 2-12 16,0 0-13-16,0 6-20 16,-8 9-5-16,-3 8 20 15,0 4 14-15,0 4-6 16,2 3-16-16,4 0-1 16,4-2-2-16,1 1-6 15,0-5-6-15,9-1-6 16,7-6 0-16,4-3-1 15,2-6-4-15,3-6 5 16,2-4 18-16,-1-2-18 16,1-6-8-16,-5-10-2 15,-1-6 4-15,-5-3 5 16,-3-5-11-16,-5-2 12 0,-7-5 1 16,-1-2-1-16,-3-1 1 15,-13 4 5-15,-2 4-5 16,-4 8 13-16,-2 6-1 15,3 8-13-15,0 3-6 16,5 6-11-16,5 1-43 16,7 0-45-16,2 0-39 15,2 8-131-15,6 2-69 16,5-2-513-16</inkml:trace>
  <inkml:trace contextRef="#ctx0" brushRef="#br0" timeOffset="4880.55">22670 6554 1277 0,'0'0'216'0,"0"0"-136"16,0 0 16-16,0 0-20 16,0 0-13-16,0 0 13 15,0 0-25-15,62 24-7 16,-47 3-9-16,-1 4 12 15,-4 7-6-15,0 5-7 16,-4 3-9-16,-6 4 10 16,0 0-5-16,-9 0 1 15,-13-1-4-15,-6-4-11 16,-7-1-16-16,-5-5-6 0,-20 5-83 16,10-10-103-1,2-9-430-15</inkml:trace>
  <inkml:trace contextRef="#ctx0" brushRef="#br0" timeOffset="7104.28">20111 8373 735 0,'0'0'137'16,"0"0"-114"-16,0 0 16 16,0 0 42-16,0 0 83 15,0 0-30-15,0 0-26 16,12-7-40-16,-8 3 18 15,-1 0-12-15,-1-1-26 16,1 0 18-16,-2 0-15 16,1 0-15-16,-1 0 1 15,1 0 7-15,-2-2 3 16,0 0-6-16,0-1 0 16,-5-4 4-16,-9 3 3 0,-5 0-13 15,-4 2-13-15,-7 5 9 16,-3 2-16-16,-4 5 1 15,-3 12-5-15,-1 5 9 16,2 3-3-16,3 4-9 16,3 1 3-16,7 2-4 15,2 0-5-15,3 4-1 16,9 0 5-16,3 0-5 16,7-3-1-16,2-1 0 15,0-6 0-15,14-5 0 16,7-8-12-16,4-6 12 15,4-7 7-15,6-3-7 16,0-17 0-16,1-5-13 0,-4-6-1 16,-3-3 13-1,-4-1 1-15,-4-2 1 16,-3 2-1-16,-6 1 1 16,0 3 14-16,-5 6 3 0,-1 7-2 15,-1 6-4-15,-2 8-11 16,-3 2-1-16,1 2-9 15,2 0-4-15,0 6 1 16,0 11 12-16,0 7 2 16,0 7 14-16,-1 6-3 15,-2 8-1-15,0 6-2 16,0 8-4-16,-8 6 8 16,-4 3-13-16,-1-2 0 15,-2-4 6-15,1-8-6 16,1-8 0-16,-3-11 0 0,0-6-1 15,-3-8 0-15,0-7 0 16,-1-5-1-16,-2-5 1 16,1-4 1-16,3 0 0 15,-1-13-1-15,5-8 0 16,3-9 0-16,6-6-7 16,5-7 6-16,0 0-5 15,19 0-6-15,11 2 12 16,8 6-1-16,10 1 0 15,7 2 1-15,7-1-6 16,19-5 5-16,13-6-1 16,-6 4-52-16,-9 3-69 15,-11 4-56-15,1-9-118 0,-9 5-329 16,-5 1-356-16</inkml:trace>
  <inkml:trace contextRef="#ctx0" brushRef="#br0" timeOffset="8023.31">18695 7050 1500 0,'0'0'221'0,"0"0"-159"0,0 0-20 15,0 0-8-15,0 0 24 16,0 0 25-16,0 0-41 16,5 3-28-16,11-1 33 15,7 3-13-15,3-2 0 16,4-3-12-16,0 0 1 15,0 0-16-15,-2 0 0 16,-1 0-7-16,-2-5-34 0,-5 0-30 16,-2 0-30-1,-6 1-34-15,-4 1-23 0,-3-1 20 16,-5-2 0 0,0-1 49-16,0-3 20 0,-9-1 16 15,-3-2 46 1,0 0 0-16,0 0 34 0,2 0-5 15,2 1 16-15,2 4 9 16,1 2 48-16,2 3 3 16,1 2 10-16,1 1-1 15,-1 0-24-15,2 0-31 16,0 0-25-16,0 1-18 16,0 12-14-16,0 6 23 15,5 6 24-15,3 3-5 16,3 5-4-16,2 1-8 0,4 1-5 15,0 0-8 1,1-1-7-16,3-3-10 0,0-1-1 16,3-6-1-16,0-3 0 15,-3-4-64-15,-3-6-72 16,3-7-83-16,-8-2-95 16,-1-2-456-16</inkml:trace>
  <inkml:trace contextRef="#ctx0" brushRef="#br0" timeOffset="8306.83">19150 6885 1179 0,'0'0'194'0,"0"0"-148"15,0 0 24-15,0 0 35 16,0 0-5-16,-96 64 10 15,70-32-21-15,-3 5-29 16,-2 10-20-16,-2 4-24 16,-1 4-7-16,2-3-9 15,6-1-14-15,5 1-94 16,9-14-139-16,7-9-571 0</inkml:trace>
  <inkml:trace contextRef="#ctx0" brushRef="#br0" timeOffset="9768.29">20760 8253 1255 0,'0'0'180'15,"0"0"-71"-15,0 0 3 16,0 0 16-16,0 0 7 16,0 0-43-16,0 0-35 15,-79 60-5-15,64-37 13 16,4 3 4-16,-2 2-10 0,4 2-17 15,2 2-14 1,-2 2-9-16,6 3-6 0,3 1-11 16,0 0-1-16,1-4-1 15,17-4-22-15,4-8-37 16,8-5-82-16,5-8 26 16,3-7-41-16,8-2 14 15,19-17-68-15,-11-5-355 16,-8-1-280-16</inkml:trace>
  <inkml:trace contextRef="#ctx0" brushRef="#br0" timeOffset="10322.56">20973 8378 859 0,'0'0'723'0,"0"0"-631"16,0 0-59-16,0 0 11 15,0 0 0-15,0 0 41 16,0 0-3-16,-55-23-81 15,65 23-1-15,5 0 11 16,6 4-4-16,-1 6 2 16,1 3 7-16,-2 4 8 15,-6 1 28-15,-2 3-4 16,-5 6-17-16,-6 3 9 16,0 2 16-16,-6 2-13 15,-9 0-6-15,-4-2-9 16,1-3 8-16,1-6-27 15,4-6 3-15,5-5-11 0,4-8-1 16,4-3-1-16,0-1-34 16,6-4-10-16,10-14 29 15,8-6-9-15,3-7-11 16,1-5 11-16,-1 1 11 16,-6 1 14-16,-5 7 6 15,-5 6 3-15,-5 10 36 16,-3 6 3-16,-3 3-8 15,0 2-5-15,0 0-3 16,0 0-4-16,0 0-16 16,-1 10-11-16,-5 7 9 15,-1 4-10-15,4 4-1 16,2 4 1-16,1-1 0 0,0-1 1 16,6-3-1-1,10-5-10-15,5-3 10 0,5-5-1 16,5-7-11-16,2-4-15 15,3 0-38-15,4-10-74 16,-1-8-117-16,9-18-40 16,-8 3-189-16,-11 2-253 0</inkml:trace>
  <inkml:trace contextRef="#ctx0" brushRef="#br0" timeOffset="10607.89">21505 8303 798 0,'0'0'372'0,"0"0"-171"16,0 0-17-16,0 0-89 15,0 0-32-15,0 0-17 16,0 0-24-16,-8-16-6 16,19 22 15-16,3 7 7 15,1 3 16-15,5 7 6 16,-5 4 21-16,-1 4-25 16,-6 4 7-16,-5 5 12 15,-3 0-27-15,-1 2-11 16,-12-2-19-16,-4-1-10 15,-1-6-8-15,-2-4-3 16,3-5-121-16,3-6-73 16,3-7-281-16,7-8-707 0</inkml:trace>
  <inkml:trace contextRef="#ctx0" brushRef="#br0" timeOffset="11274.14">22049 8378 929 0,'0'0'274'0,"0"0"-139"16,0 0 54-16,0 0-47 16,0 0-15-16,0 0-14 15,0 0-41-15,-9 1-44 16,18 2 18-16,6 1-3 15,6-1 0-15,3 0-17 16,4-2-9-16,3-1-1 16,2 0-16-16,1 0 1 0,2 0-1 15,-1 0-41 1,-4 0-72-16,7 0-103 0,-10 0-62 16,-7 0-395-16</inkml:trace>
  <inkml:trace contextRef="#ctx0" brushRef="#br0" timeOffset="11493.28">22057 8548 1294 0,'0'0'258'0,"0"0"-210"0,0 0-41 15,0 0 68-15,0 0 72 16,0 0-20-16,0 0-37 15,91 26-29-15,-60-22-13 16,0 0-23-16,2 2-9 16,1-2-9-16,1 0-7 15,3 0-10-15,0-1-101 16,11-2-139-16,-12-1-227 16,-4 0-711-16</inkml:trace>
  <inkml:trace contextRef="#ctx0" brushRef="#br0" timeOffset="12163.31">23005 8263 1058 0,'0'0'298'15,"0"0"-205"-15,0 0-63 16,0 0 12-16,0 0 54 16,0 0-11-16,0 0-28 15,6 43 10-15,8-39 0 16,1-4-20-16,4 0-9 16,1-7-10-16,3-11-6 15,0-5-10-15,-5-4-12 16,-5 0-1-16,-5 0 1 15,-7 2 0-15,-1 2 16 16,0 4 32-16,-8 2 34 16,-1 5 19-16,1 5-29 15,3 3-18-15,2 4-17 0,0 0-23 16,0 0-8 0,-1 11-6-16,-4 11-1 0,-2 6 1 15,-1 8 0-15,-2 7 1 16,1 6 11-16,-2 6-6 15,0 5 1-15,-1 13 3 16,-3 14 1-16,0 17 2 16,0 3-12-16,2-9 10 15,5-21-6-15,5-27-4 16,2-13-2-16,0-8 0 16,0 3-16-16,3-4-21 15,-1-1-44-15,1-12-84 16,1-9-104-16,-8-6-16 0,1-16-264 15,-3-2-357-15</inkml:trace>
  <inkml:trace contextRef="#ctx0" brushRef="#br0" timeOffset="12394.15">22787 8791 1024 0,'0'0'328'16,"0"0"-180"-16,0 0-23 15,0 0-45-15,0 0 9 16,0 0-3-16,0 0-20 15,88-85-20-15,-49 62-17 16,7 0-7-16,4-5-15 16,2-4-1-16,1-3-6 15,0-2 0-15,-1-3-62 16,-4-3-123-16,3-16-53 16,-12 9-291-16,-10 8-208 0</inkml:trace>
  <inkml:trace contextRef="#ctx0" brushRef="#br0" timeOffset="12634.3">23436 8118 795 0,'0'0'283'0,"0"0"-133"16,0 0 1-16,0 0 10 15,0 0-30-15,0 0 17 16,0 0-22-16,-13-11-54 16,4 16-20-16,-1 11-24 15,-5 7 16-15,-2 7 6 16,0 6-5-16,0 2-2 15,1 3-6-15,4 2-6 16,2 3-17-16,6-1-6 16,4-4-8-16,0-4-1 0,14-4-31 15,8-9-72-15,5-7-40 16,24-14-38-16,-7-3-148 16,-3 0-596-16</inkml:trace>
  <inkml:trace contextRef="#ctx0" brushRef="#br0" timeOffset="13190.73">23660 8240 1337 0,'0'0'242'0,"0"0"-227"16,0 0 12-16,0 0 18 15,0 0 50-15,0 0 21 16,0 0-55-16,-37-20-61 15,49 20 15-15,6 6-7 16,1 6 13-16,-1 2-8 16,1 3 3-16,-3 3 1 15,-5 2 5-15,-5 5 1 16,-4 3 10-16,-2 3 1 16,-3 1-4-16,-12-2-4 15,1-6-18-15,2-5 4 16,2-5-4-16,6-9-7 15,2-4 0-15,2-3-1 16,0-2-41-16,11-13 4 16,10-9-26-16,2-8 5 0,4-7-6 15,-3-4 14-15,0-4 20 16,-3 2 22-16,-5 5 8 16,-4 9 9-16,-6 10 32 15,-3 11 37-15,-3 6 2 16,0 4-25-16,0 0-15 15,-1 6-21-15,-8 9-13 16,-3 6-6-16,1 6 1 16,4 4 10-16,1 2 6 15,3 0 10-15,3 0-5 0,0-4-3 16,0-2-2 0,10-5-17-16,5-5-2 0,5-5-14 15,3-4-36 1,4-5-47-16,15-3-33 15,-6-1-139-15,-3-7-366 0</inkml:trace>
  <inkml:trace contextRef="#ctx0" brushRef="#br0" timeOffset="13456.44">24156 8414 1096 0,'0'0'260'0,"0"0"-62"0,0 0-23 16,0 0-17-16,0 0-45 15,0 0-42-15,0 0-27 16,0 4-16-16,0 9 52 16,0 4-12-16,0 4-15 15,-6 5-10-15,-5 3-24 16,-4 4-11-16,-1-1 1 15,0-1-2-15,2-5-7 16,5-5-31-16,3-7-86 16,6-10-80-16,0-4-293 15,9 0-797-15</inkml:trace>
  <inkml:trace contextRef="#ctx0" brushRef="#br0" timeOffset="15656.5">24412 8338 1141 0,'0'0'237'15,"0"0"-166"-15,0 0-27 16,0 0 68-16,0 0 6 16,0 0-26-16,0 0-20 15,5 0-21-15,2-2 3 16,2-8-3-16,4-5-29 16,3-4-7-16,1-4-6 15,-2 0-8-15,0 1 8 16,-3-1-9-16,-2 3 1 15,-4 2 6-15,0 1-6 0,-2 2 6 16,-3 2 21-16,1 3-9 16,-1 2-5-16,-1 3-5 15,2 2 10 1,-2 3 3-16,0 0-4 0,0 0 8 16,0 0-5-16,0 0 7 15,0 0-9-15,0 2-7 16,0 8 1-16,0 8 11 15,-3 6 7-15,-5 8-13 16,-1 8-3-16,-3 4-2 16,2 2 1-16,-4 1-13 15,5-5 5-15,2-5-6 16,1-7 1-16,1-6-1 16,4-8-1-16,-2-3-20 15,3-4-35-15,0-4-139 0,0-5-46 16,6 0-72-16,0-1-434 0</inkml:trace>
  <inkml:trace contextRef="#ctx0" brushRef="#br0" timeOffset="15938.84">24711 8335 1242 0,'0'0'241'0,"0"0"-195"15,0 0-5 1,0 0 78-16,0 0 35 0,0 0-25 16,-8 80-40-16,-1-57-36 15,-3 0-8 1,2-2-18-16,2-4-15 0,4-5-12 16,2-3 0-16,2-6-40 15,0-3-113-15,17-7-91 16,4-10-78-16,-1-4-733 0</inkml:trace>
  <inkml:trace contextRef="#ctx0" brushRef="#br0" timeOffset="16373.03">25006 8135 1676 0,'0'0'228'0,"0"0"-174"0,0 0-44 16,0 0 28-16,0 0 27 15,0 0-2-15,0 0 18 16,-30 68-9-16,17-39-18 16,-1 2 5-16,4 3-19 15,2 0-13-15,3-3-14 16,5-3-4-16,0-4-8 16,0-4-1-16,10-6-9 15,5-3 1-15,6-5 8 16,2-6-16-16,2 0 3 15,4-6 12-15,0-12-16 16,-1-6 1-16,-6-4-8 16,-5-6 9-16,-8-4 5 15,-8-2 1-15,-1-1-4 0,-10 5 6 16,-8 2 7 0,-4 7 14-16,-5 9 20 0,1 7-13 15,1 6-14-15,1 5-7 16,5 0 0-16,4 0-1 15,4 6-11-15,7 4-37 16,4 0-89-16,0 1-53 16,15 0-86-16,1-3-79 15,3-3-284-15</inkml:trace>
  <inkml:trace contextRef="#ctx0" brushRef="#br0" timeOffset="16605.88">25191 7995 1211 0,'0'0'258'0,"0"0"-162"16,0 0-11-16,0 0 4 16,0 0 17-16,0 0-26 15,82-28-23-15,-65 28-18 16,0 11-3-16,0 7-11 16,-1 9 16-16,-4 7 20 15,-4 7 11-15,-6 6-13 16,-2 5-16-16,-5 3-9 15,-12 0-15-15,-5-3-11 16,-2-4-8-16,0-6-57 16,-10 4-94-16,7-11-109 15,1-8-654-15</inkml:trace>
  <inkml:trace contextRef="#ctx0" brushRef="#br0" timeOffset="18595.57">25926 8388 1500 0,'0'0'242'16,"0"0"-187"-16,0 0-39 0,0 0 17 16,0 0 43-16,0 0 7 15,0 0-23 1,94 1-26-16,-61-1-19 15,2 0-3-15,-1-3-11 0,-1 0-1 16,-2 2-56-16,4 1-90 16,-7 0-154-16,-9 0-514 0</inkml:trace>
  <inkml:trace contextRef="#ctx0" brushRef="#br0" timeOffset="18822.84">25933 8518 1292 0,'0'0'216'0,"0"0"-154"0,0 0-31 16,0 0 48-16,0 0 10 16,0 0 10-16,0 0-10 15,80 18-33-15,-43-17-33 16,2 0-4-16,2-1-10 15,-1 0-8-15,-3 0 1 16,0 0-1-16,-2 0-1 16,-1-1-122-16,-7 1-125 15,-9 0-362-15</inkml:trace>
  <inkml:trace contextRef="#ctx0" brushRef="#br0" timeOffset="29129.95">27303 8381 329 0,'0'0'755'0,"0"0"-675"16,0 0-56-16,0 0 15 15,0 0 5-15,0 0 46 16,-55-10-16-16,54-5-10 16,1-3-27-16,0-5-2 15,0 0 8-15,0-2 16 16,3 1-25-16,6 5 5 15,2 1-2-15,3 5-18 16,0 3-18-16,0 3 18 16,-1 4-19-16,-2 1 1 15,-2 2 5-15,0 0-3 16,-2 5 7-16,-2 6 0 0,-2 6 4 16,-3 5 44-16,0 7-1 15,-3 5 2-15,-12 3-15 16,-1 2-7-1,-5-3-21-15,2-2-4 0,2-4-6 16,1-6 8-16,4-6-8 16,4-4-4-16,1-5-2 15,6-5 1-15,1-2-1 16,0-2-19-16,0 0-62 16,14-5 21-16,8-10 16 15,7-8-47-15,5-8-24 16,1-4 64-16,-3-6 21 15,0-4 30-15,-5-2 0 16,-6 5 9-16,-4 4 36 16,-6 10 24-16,-5 8 9 0,-4 10-1 15,-2 4-7-15,0 5-14 16,0 1-15-16,0 0-10 16,0 0-14-16,0 0-8 15,0 11-8-15,-5 7-1 16,-2 5 12-16,-3 5 7 15,0 2-1-15,1 1 18 16,0 1-10-16,3 2-5 16,1-2-15-16,5-3 7 15,0-2-13-15,2-3 0 16,13-6-13-16,10-3-55 16,8-5-57-16,30-7-42 15,-6-3-164-15,-4 0-157 0</inkml:trace>
  <inkml:trace contextRef="#ctx0" brushRef="#br0" timeOffset="30443.68">19308 9749 1367 0,'0'0'229'0,"0"0"-179"15,0 0-50-15,0 0 0 16,0 0 15-16,0 0 17 16,0 0 46-16,72 16-16 15,-38-12-29-15,6 0-10 16,4-1-4-16,0 0-18 15,0-2 0-15,-2 1-1 16,-2-2-25-16,-6 0-119 16,-1 0-105-16,-11 0-364 15,-8-3-257-15</inkml:trace>
  <inkml:trace contextRef="#ctx0" brushRef="#br0" timeOffset="30737.72">19250 9831 1081 0,'0'0'188'0,"0"0"-140"16,0 0-47-16,0 0 58 15,0 0 26-15,0 0 59 0,0 0-52 16,70 15-22-1,-40-10-20-15,3-2-8 16,1-2-7-16,3 2-17 16,1-3-8-16,-1 0-8 0,-1 0-2 15,0 0-10-15,-1 0-86 16,6-2-95-16,-8-5-188 16,-8 0-588-16</inkml:trace>
  <inkml:trace contextRef="#ctx0" brushRef="#br0" timeOffset="31063.62">19817 9595 1549 0,'0'0'190'16,"0"0"-185"-16,0 0-5 15,0 0 0-15,0 0 13 16,0 0 47-16,0 0-6 16,42 29-23-16,-20-14-14 15,1 3 7-15,-1 2-5 16,-1 3 0-16,-3 2-9 16,-2 3 2-16,-7 2-3 15,-4 1-3-15,-5 0-5 16,0 0 7-16,-15 0 0 15,-8-1-8-15,-17 5-73 16,4-7-100-16,1-7-195 0</inkml:trace>
  <inkml:trace contextRef="#ctx0" brushRef="#br0" timeOffset="33914.42">20862 9557 863 0,'0'0'208'0,"0"0"-152"0,0 0-18 16,0 0 86-16,0 0 11 15,0 0-14-15,0 0-43 16,4 1-25-16,-4-1-21 16,1 0-10-16,2-5 14 15,-1-4-18-15,-1 0-18 16,-1-4-22-16,0 0-19 15,-4 2 5-15,-13 1 5 16,-2 1 31-16,-2 4 30 16,-4 3 16-16,-1 2-10 15,3 0 12-15,-2 6-5 16,3 7-8-16,2 1-12 16,1 3-6-16,3 1 2 15,4 2-3-15,2 1-7 0,5 2-2 16,5 1 2-16,0-2 1 15,0-2-4-15,13-3 7 16,1-3 4-16,4-4-5 16,0-3-12-16,4-4 4 15,0-3-4-15,1 0 2 16,3-6-2-16,-3-6-19 16,3-4-3-16,-4-2 2 15,-2-2 1-15,-1-1-49 16,-4 0 42-16,-2-1 17 15,-4 4 9-15,-4 2 0 16,-2 4 11-16,-2 4-10 0,-1 3 19 16,0 4 4-1,0 1-11-15,0 0-7 0,0 0 8 16,0 6-14-16,0 7 6 16,0 10 13-16,0 7 7 15,-1 8 0-15,-5 8 2 16,-2 19 10-16,-7 18-7 15,-6 22-7-15,-4 5-3 16,-3-10-1-16,1-22 1 16,8-28-14-16,3-14-1 15,2-8 5-15,0 0-4 16,-4-1 0-16,2-3 4 16,-2-10-4-16,3-8 5 0,-1-6-3 15,1-5-1 1,-2-15-8-16,2-10-18 0,2-8 2 15,5-7 14-15,5-6-10 16,3 0-16-16,0 0 2 16,18 6 5-16,5 4 2 15,7 4 7-15,8 3 12 16,6 1-2-16,2-1 1 16,8 1-63-16,22-13-25 15,-14 8-132-15,-9 4-362 0</inkml:trace>
  <inkml:trace contextRef="#ctx0" brushRef="#br0" timeOffset="35268.47">21440 9197 352 0,'0'0'352'0,"0"0"-179"0,0 0-11 16,0 0 33-16,0 0-48 15,0 0-43 1,0 0-4-16,0-1-22 0,0 1-19 16,0 0-2-16,0 0 5 15,0 0-14 1,0 0-3-16,-6 12-12 0,-6 7-20 15,-6 5-4-15,-2 4-2 16,0 2 2-16,1 1-9 16,4-3 1-16,0 0-1 15,6-1-25-15,3 6-89 16,3-8-89-16,0-7-313 0</inkml:trace>
  <inkml:trace contextRef="#ctx0" brushRef="#br0" timeOffset="36024.25">21663 9415 456 0,'0'0'562'16,"0"0"-445"-16,0 0 35 16,0 0 15-16,0 0-11 15,0 0-24-15,0 0-43 16,-15-7-33-16,9 7-22 16,-3 4-8-16,-2 9-4 15,-1 4 2-15,-2 2 2 0,0 5 4 16,-2 3 0-16,2 1-4 15,-1 2-8-15,3-2-2 16,3 0-4-16,2 2-5 16,4-2-6-16,3-1 4 15,0 1-5-15,3-2-1 16,10-1-5-16,2-4-17 16,3-3-40-16,3-3-46 15,10-7-96-15,-5-4-63 16,-1-4-630-16</inkml:trace>
  <inkml:trace contextRef="#ctx0" brushRef="#br0" timeOffset="36526.46">21944 9593 1156 0,'0'0'224'15,"0"0"-154"-15,0 0 71 0,0 0-6 16,0 0-43 0,0 0-33-16,0 0-18 0,-62 35-9 15,53-19 8 1,1 6 0-16,2-1-1 0,3 2-4 15,2-1-3-15,1 1-10 16,0-1-7-16,0 1 0 16,6-5-6-16,6-1-9 15,4-6 0-15,2-5-19 16,5-6-17-16,0 0 5 16,1-4 2-16,-3-12 2 15,0-2 4-15,-6-2 7 16,-3-2 15-16,-6-3 0 15,-6 0 1-15,0 0 0 16,0-1 8-16,-12 1 3 16,-3 4-1-16,0 4 8 15,-1 6 1-15,2 4 3 16,0 2-22-16,3 5-7 16,2 0-8-16,3 0-10 0,3 0-64 15,3 10-107-15,0-3-106 16,10 1-544-16</inkml:trace>
  <inkml:trace contextRef="#ctx0" brushRef="#br0" timeOffset="36856.11">22173 9454 1128 0,'0'0'181'15,"0"0"-157"-15,0 0 1 16,0 0-6-16,0 0 20 16,0 0 7-16,0 0-11 15,67 20 20-15,-54-6 5 16,-2 4-13-16,-1 4 11 16,-1 1 3-16,-3 6 20 15,-4 1 2-15,-2 3-37 16,0 3-18-16,-5 0-4 15,-10 1-9-15,-1 0-5 16,-2-4-4-16,-1-3-6 16,4-6 0-16,0-4-62 15,3-6-100-15,4-6-137 16,4-5-720-16</inkml:trace>
  <inkml:trace contextRef="#ctx0" brushRef="#br0" timeOffset="37443.07">22706 9670 1264 0,'0'0'236'0,"0"0"-130"16,0 0 28-16,0 0-1 16,0 0-11-16,0 0-37 15,0 0-47-15,0 0-22 16,14 0 8-16,6 0-12 16,5 0 1-16,4 0 3 15,-1 0-14-15,2 0-1 16,-2 0 1-16,0 0-2 15,-1 0-12-15,-2 3-54 16,-3 1-76-16,-5 2-119 16,-6 1-220-16,-8-3-387 0</inkml:trace>
  <inkml:trace contextRef="#ctx0" brushRef="#br0" timeOffset="37758.11">22737 9807 1194 0,'0'0'249'0,"0"0"-201"15,0 0-25-15,0 0 43 0,0 0 27 16,0 0 15 0,0 0-19-16,83 10-39 0,-59-10-24 15,1 0-10-15,0 0-10 16,0 0-4-16,-1 0-2 15,1 0-51-15,2 0-113 16,-6-3-124-16,-5-1-717 0</inkml:trace>
  <inkml:trace contextRef="#ctx0" brushRef="#br0" timeOffset="38219.47">23474 9752 1235 0,'0'0'168'0,"0"0"-113"15,0 0 25-15,0 0 79 16,0 0 11-16,0 0-102 15,0 0-43-15,46-42-16 16,-26 21-7-16,2-2 5 16,2-1-1-16,-2-1-6 15,-1-4 1-15,-2 1 0 16,-2 1 0-16,-4 2 5 16,-4 3 16-16,-3 8 26 0,-4 6-5 15,-1 5 10 1,-1 2 2-16,0 1-5 0,0 0-18 15,0 3-23 1,0 9-7-16,-1 9 10 0,-7 5 22 16,1 6-3-16,-4 4-6 15,-4 0-4-15,2 5-11 16,-2-1 8-16,0-1-11 16,2-3-6-16,1-6-1 15,4-4 0-15,4-6-35 16,4-6-72-16,0-5-101 15,12-5-85-15,0-4-509 0</inkml:trace>
  <inkml:trace contextRef="#ctx0" brushRef="#br0" timeOffset="38811.9">24352 9756 1187 0,'0'0'351'0,"0"0"-270"15,0 0-65-15,0 0-10 16,0 0 63-16,0 0 26 16,0 0-18-16,105 24-34 15,-69-24-18-15,2 0-5 16,0 0-7-16,-2 0-7 15,-2-1-6-15,-3-3-5 16,-4 1-108-16,-5 1-108 0,-6 2-187 16,-10 0-487-16</inkml:trace>
  <inkml:trace contextRef="#ctx0" brushRef="#br0" timeOffset="39094.8">24306 9889 1453 0,'0'0'259'0,"0"0"-192"16,0 0-67-16,0 0 24 15,0 0 21-15,0 0 52 16,0 0-27-16,52 0-9 16,-26 0-19-16,1 0-14 15,1 0-8-15,-2 3-5 16,2-1-5-16,0 1-8 15,2-1-2-15,0-1-1 16,1-1-47-16,-1 0-90 16,15-1-51-16,-10-8-161 15,-3-2-712-15</inkml:trace>
  <inkml:trace contextRef="#ctx0" brushRef="#br0" timeOffset="39399.58">24864 9635 1355 0,'0'0'251'0,"0"0"-207"16,0 0-44-16,0 0-6 16,0 0 6-16,0 0 70 15,0 0-20-15,27 39-11 16,-14-20-11-16,-2 0 1 15,0 1 11-15,-1 3 4 16,-6 1-8-16,-2 0-8 16,-2-1-5-16,-2 3-1 15,-11-2 6-15,-2-3 5 0,-6-1-8 16,0-2-2 0,-4-3-8-16,-2-3-8 0,3-2-7 15,3-3-58 1,11-5-89-16,5-2-104 0,5 0-552 0</inkml:trace>
  <inkml:trace contextRef="#ctx0" brushRef="#br0" timeOffset="40905.11">25436 9558 1156 0,'0'0'179'0,"0"0"-144"16,0 0-6-16,0 0 54 16,0 0 13-16,0 0-22 15,0 0-14-15,28 23-12 16,-11-23-22-16,2 0 9 16,5-10-10-16,-1-5-15 15,-1-4-10-15,-2 0-8 16,-6-4-5-16,-4 2 13 15,-7 1 7-15,-3 2 8 16,0 1 16-16,0 4 32 16,0 3 9-16,-6 3 23 15,2 3 2-15,2 2-22 0,1 2-24 16,-1 0-19 0,1 0-11-16,-4 6-20 0,-1 13-1 15,-4 9 0-15,-3 10 5 16,-1 9 6-16,-4 5 0 15,3 7-1-15,-1 3 12 16,1 4-14-16,2-1 2 16,2-1-9-16,3-5 1 15,3-7-1-15,5-8-1 16,0-9 0-16,0-8-1 16,0-10-40-16,1-7-42 15,3-6-43-15,-4-4-33 16,0 0-5-16,-4-17-101 0,-9-4-301 15,-1 0-196-15</inkml:trace>
  <inkml:trace contextRef="#ctx0" brushRef="#br0" timeOffset="41161.82">25339 9964 26 0,'0'0'565'0,"0"0"-240"0,0 0-4 16,0 0-63-16,0 0-74 16,0 0-65-16,0 0-53 15,-20-37-26-15,38 28-1 16,7-1-4-16,4-4-14 15,7-4-2-15,2-2-9 16,1-4-5-16,4-2-5 16,2-4-41-16,17-17-136 15,-12 8-170-15,-8 3-733 0</inkml:trace>
  <inkml:trace contextRef="#ctx0" brushRef="#br0" timeOffset="41416.75">25851 9158 1420 0,'0'0'278'0,"0"0"-214"16,0 0-53-16,0 0 4 15,0 0 42-15,0 0 6 16,0 0-16-16,-51 93-15 16,36-59-1-16,3 1-3 15,0 2-12-15,2-1-10 16,3 1-6-16,3-2-12 15,2 9-133-15,2-11-229 16,0-8-888-16</inkml:trace>
  <inkml:trace contextRef="#ctx0" brushRef="#br0" timeOffset="42099.11">25956 9738 1020 0,'0'0'293'0,"0"0"-188"16,0 0 65-16,0 0-10 15,0 0-9-15,0 0-40 16,0 0-27-16,-34 0-40 15,34 0-34-15,0 0-4 16,4 0-5-16,4 0 6 0,0 0-7 16,0 0 0-16,-2 7-1 15,-1 5 1-15,-4 7 1 16,-1 5 20-16,0 8 2 16,-13 7 19-16,-5 1-17 15,-3 1-6-15,3-4-9 16,0-5-4-16,6-7-5 15,5-9 0-15,3-7-1 16,4-5 0-16,0-4-31 16,1 0-18-16,15-13 37 15,5-9-10-15,3-8-19 16,2-4-11-16,-1-2 31 16,-1-1 20-16,-6 3 0 15,-2 4 1-15,-7 6 1 16,-3 10 14-16,-2 6 16 0,-4 5 5 15,0 2-18-15,0 1-8 16,0 0-8-16,0 0 8 16,0 8-9-16,0 9 0 15,0 4 21-15,0 5-3 16,-4 0 12-16,1 4-6 16,2 0-8-16,1-1 0 15,0-1-11-15,4-2 2 16,11-5-8-16,6-5-1 15,1-7 0-15,7-6-36 16,3-3-37-16,3-4-18 16,5-14-81-16,12-18-122 0,-6 4-37 15,-8 1-377-15</inkml:trace>
  <inkml:trace contextRef="#ctx0" brushRef="#br0" timeOffset="42425.99">26511 9354 1280 0,'0'0'221'0,"0"0"-149"16,0 0 8-16,0 0 53 0,0 0-3 15,0 0-36 1,0 0-32-16,-85 64-4 0,69-35 3 15,-2 5 2-15,0 0 5 16,5 1-23-16,1 2-5 16,0 0-12-16,7-1-12 15,4 1-8-15,1-2-3 16,1-2-5-16,16-4 0 16,4-5-20-16,6-4-53 15,4-7-72-15,22-10 14 16,-8-3-133-16,-2 0-340 0</inkml:trace>
  <inkml:trace contextRef="#ctx0" brushRef="#br0" timeOffset="43511.27">26759 9614 709 0,'0'0'197'0,"0"0"-130"15,0 0 85-15,0 0 27 16,0 0 1-16,0 0-37 16,0 0-62-16,-2 10-25 15,7-13 1-15,6-8-24 16,2-4-15-16,0-3-9 15,4-1-8-15,-4-2 8 16,2-2-9-16,-1-2 12 16,-1 1 2-16,-3 2 22 15,-1 4 6-15,-1 3 15 16,-2 5-11-16,-2 5-10 0,-2 0-18 16,-2 4-2-16,0 1-2 15,0 0-6-15,0 0-2 16,0 0 2-16,0 0-7 15,0 0 5-15,0 0-5 16,0 0-1-16,0 0-13 16,0 0-3-16,0 0 16 15,0 4 1-15,1 1 9 16,1-1 1-16,-1-1-11 16,1-2 1-16,-2 1-1 15,1-2 1-15,-1 0 8 16,0 0 1-16,0 0 0 0,0 0 26 15,0 0-14-15,2 0-1 16,-2 0-2-16,0 0-3 16,0 0-15-16,0 0 6 15,0 0-1-15,0 0-6 16,0 0-1-16,0 0-1 16,0 0-6-16,0 0 8 15,0 0 0-15,0 0 1 16,0 0-1-16,0 0 0 15,0 0 1-15,0 0 8 16,0 0 3-16,0 0-6 16,0 2-6-16,-2 3 0 15,-5 2 0-15,-3 4-1 16,0 3-1-16,0 4 1 16,1 2 1-16,0 1-1 0,3 2-8 15,1 1 8-15,5-2 1 16,0 0-9-16,0-2 2 15,8-4-2-15,7-5-3 16,3-4-31-16,4-4-16 16,3-3 44-16,1-1-9 15,-4-12-11-15,2-3 1 16,-3-4 19-16,-6-3 1 16,-5-2 6-16,-5-5 8 15,-5-2 0-15,0-4 1 16,-9 1-1-16,-4 1 1 15,-7 5 13-15,1 5 8 16,-5 5 9-16,-1 9 10 0,-2 6-13 16,4 4-28-1,1 0 0-15,3 8-13 0,6 7-2 16,6 5-32-16,1 2-70 16,6 15-73-16,0-6-65 15,12-4-549-15</inkml:trace>
  <inkml:trace contextRef="#ctx0" brushRef="#br0" timeOffset="44183.65">27319 9529 1136 0,'0'0'269'0,"0"0"-209"0,0 0-28 15,0 0 36-15,0 0 12 16,0 0 5-16,0 0 7 15,10 38-4-15,-4-22-30 16,-5 2 2-16,-1 5 0 16,-3 4 4-16,-14 6 17 15,-9 2-35-15,-2 1-27 16,-2-1-7-16,3-4-12 16,8-6 0-16,4-6-76 15,10-6-37-15,5-10-128 16,10-3-263-16,6 0-447 0</inkml:trace>
  <inkml:trace contextRef="#ctx0" brushRef="#br0" timeOffset="44968.27">27642 9357 98 0,'0'0'234'16,"0"0"-39"-16,0 0 33 15,0 0-13-15,0 0-33 16,0 0-105-16,0 0-37 15,3-20-21-15,-3 19-13 16,0-1-3-16,0 2 9 16,0 0 8-16,0-1 16 15,0 1 15-15,0-2 7 0,0 1-12 16,0 0-3-16,0-1 8 16,0 1-5-16,0-1-9 15,2-1-18-15,-1 1 0 16,1 0-2-16,-2 1 6 15,1 1-4-15,-1 0 2 16,0-2 10-16,2 2 5 16,-2-1 7-16,1-1-8 15,1 0-10-15,-1 0 6 16,1-1 2-16,-1 1-2 16,1 0-3-16,-1 1-9 15,-1-1 0-15,2 2 0 16,-2 0-2-16,0 0-7 0,0 0-9 15,0 0 8-15,0 0-9 16,0 0 0-16,1 7 0 16,1 8 37-16,-1 2 3 15,-1 4-3-15,0 4 5 16,0 5-17-16,0 1 6 16,0 1-19-16,0-2-2 15,-1-2-2-15,-2-4 0 16,1-6-8-16,1-2 6 15,1-6-6-15,0-3-1 16,0-3-5-16,0-1-34 16,0-1-35-16,0-2-48 15,0 0-45-15,0 0-34 0,0 0-62 16,3-5-548-16</inkml:trace>
  <inkml:trace contextRef="#ctx0" brushRef="#br0" timeOffset="45479.84">27935 9531 1335 0,'0'0'208'16,"0"0"-112"-16,0 0 29 0,0 0 4 15,0 0-51-15,0 0-43 16,0 0-29-16,0 11 7 16,1 3 13-1,-1 3 0-15,0 3-3 0,0 2 7 16,0 2 3-16,0 0-12 15,-7-1-4-15,-1-3-8 16,1-4-7-16,-1-3-2 16,5-5-2-16,2-4-51 15,1-2-46-15,0-2-98 16,10-6-162-16,8-8-133 16,1-4-425-16</inkml:trace>
  <inkml:trace contextRef="#ctx0" brushRef="#br0" timeOffset="45919.84">28187 9337 1084 0,'0'0'287'0,"0"0"-199"0,0 0-5 16,0 0 64-16,0 0-17 15,0 0-35-15,0 0-34 16,-12 16-19-16,0 3 3 15,-1 7 10-15,0 2-10 16,0 2 1-16,4 0 4 16,2 0-13-16,4 0-9 15,3-5-13-15,0-1-9 16,0-4 0-16,12-4-5 16,5-5-1-16,2-4 0 0,6-6 0 15,2-1 0-15,1-1-1 16,0-13-20-16,-3-3 0 15,-5-4-11-15,-4-2 9 16,-8-4 23-16,-8-4-1 16,0-1-5-16,-5-1 6 15,-9 2 12-15,-3 7 16 16,-2 6 2-16,4 7 2 16,-1 4-25-16,2 4-7 15,2 2-12-15,5 1-9 16,2 0-26-16,5 0-46 15,0 7-67-15,2 2-116 16,10 0-257-16,1-2-259 0</inkml:trace>
  <inkml:trace contextRef="#ctx0" brushRef="#br0" timeOffset="46277.75">28614 9155 963 0,'0'0'269'0,"0"0"-173"0,0 0-19 16,0 0-15-16,0 0 46 16,0 0-8-16,0 0 18 15,58 55-25 1,-51-27-7-16,1 5-16 0,-1 5-17 15,-3 4-1-15,0 3-7 16,-1 1-9-16,-3-2-5 16,0-4-12-16,0-5-4 15,0-3-15-15,0-8 1 16,0-5-1-16,-5-4-75 16,-1-3-55-16,-9-4-114 15,3-2-124-15,1-3-755 0</inkml:trace>
  <inkml:trace contextRef="#ctx0" brushRef="#br0" timeOffset="46831.08">29009 9443 385 0,'0'0'955'0,"0"0"-820"16,0 0-93-16,0 0 29 15,0 0 74-15,0 0-52 16,0 0 15-16,39 14-17 16,-14-8-28-16,2-1-27 15,1-1-14-15,0-1-8 16,1 0-5-16,-2-2-1 15,-2-1-7-15,2 2-1 16,-2-2-20-16,-2 1-80 16,-7 2-42-16,-7 1-85 15,-6-1-326-15,-3 1-503 0</inkml:trace>
  <inkml:trace contextRef="#ctx0" brushRef="#br0" timeOffset="47088.52">28974 9608 1185 0,'0'0'224'0,"0"0"-172"15,0 0 25-15,0 0 74 16,0 0 23-16,0 0-54 16,0 0-25-16,42 38-31 15,-19-33-8-15,2 1-2 16,2-2-17-16,4-1-17 15,2 0-7-15,1-1-4 16,2-1-8-16,-3 0-1 16,0-1-20-16,-3 2-78 15,7-2-52-15,-9 0-125 0,-5 0-491 16</inkml:trace>
  <inkml:trace contextRef="#ctx0" brushRef="#br0" timeOffset="47761.78">29734 9495 1295 0,'0'0'226'0,"0"0"-192"16,0 0 23-16,0 0 50 15,0 0-28-15,0 0-42 16,0 0-25-16,81-67-12 16,-61 47-1-16,-1 0-7 15,-3 3 8-15,-6 3 1 16,-2 4 5-16,-4 4 12 16,-3 4 18-16,-1 2 21 15,0 0 2-15,0 0-18 16,0 0-15-16,0 7-15 15,-1 8 14-15,-6 6 25 16,1 6 27-16,-2 3-18 0,-1 2-19 16,-1 1-2-1,1 0-4-15,-2-2-20 0,1-2-5 16,3-4-8-16,2-3-1 16,0-3 0-16,4-2-81 15,1 2-79-15,0-6-134 16,0-1-284-16</inkml:trace>
  <inkml:trace contextRef="#ctx0" brushRef="#br0" timeOffset="49757.63">18924 11311 1743 0,'0'0'215'16,"0"0"-150"-16,0 0-42 0,0 0 2 16,0 0 26-16,0 0 38 15,-11 0-36-15,11 0-53 16,13 0 1-16,4 1-1 15,8 2 22-15,5 1-15 16,3 1-6-16,1-2 7 16,-1 1-8-16,1-3 0 15,-1 2-1-15,-3-3-55 16,-2 2-33-16,-2-2-24 16,-7 0-92-16,-4 0-65 15,-7 0-297-15,-4 0-286 0</inkml:trace>
  <inkml:trace contextRef="#ctx0" brushRef="#br0" timeOffset="50102.08">19113 11232 1088 0,'0'0'260'0,"0"0"-164"16,0 0-7-16,0 0 5 15,0 0 21-15,0 0-11 16,0 0-53-16,-6-2-32 16,6 2-5-16,9 10 37 15,0 3-2-15,0 4-12 0,1 3-13 16,-1 2-2 0,0 3-9-16,-1 2-3 0,0-1-4 15,1-1-5-15,1-2-1 16,0-4-22-16,-1-7-108 15,1-3-81-15,7-9-115 16,-5 0-270-16,-2-6-245 16</inkml:trace>
  <inkml:trace contextRef="#ctx0" brushRef="#br0" timeOffset="50285.49">19289 11218 738 0,'0'0'226'0,"0"0"-14"0,0 0 0 15,0 0-3-15,0 0-41 16,0 0-16-16,0 0-57 16,-3-20-47-16,-3 22-20 15,-2 12-10-15,-8 7-6 16,-4 7-1-16,-5 7 4 16,-3 4 1-16,-3 2-8 15,1-1-8-15,0 2 0 16,3-5-15-16,2 3-117 15,8-12-264-15,6-11-977 0</inkml:trace>
  <inkml:trace contextRef="#ctx0" brushRef="#br0" timeOffset="59106.21">27559 5767 1534 0,'0'0'266'0,"0"0"-266"16,0 0 1-16,0 0 10 16,0 0 49-16,-6 0-23 15,6 0-25-15,13 0-6 16,8 0 4-16,7 0-9 16,7-3 5-16,2 2 3 15,3-1-9-15,3 1 0 16,-2 0 6-16,-4 1-6 15,-1 0-14-15,-4 0-57 16,-4 0-88-16,-3 0-77 16,-7 0-332-16,-8 0-264 0</inkml:trace>
  <inkml:trace contextRef="#ctx0" brushRef="#br0" timeOffset="59322.05">27607 5781 1363 0,'0'0'179'0,"0"0"-179"16,0 0-10-16,0 0 10 15,0 0 26-15,0 0 13 16,85 3 6-16,-36-3-23 15,9 0-7-15,17 0-1 16,19 0-13-16,17 0-1 16,-17 0-22-16,-22 0-270 0</inkml:trace>
  <inkml:trace contextRef="#ctx0" brushRef="#br0" timeOffset="60703.39">19887 11249 1647 0,'0'0'223'16,"0"0"-176"-16,0 0-41 15,0 0-5-15,0 0 9 16,0 0-9-16,0 14 11 16,14-5 20-16,6-2-13 15,6 0 0-15,3-3-9 0,4-4-10 16,3 0 0-1,0-10-32-15,-3-7-50 0,-3-4-7 16,-9 0-35 0,-9 0 48-16,-9 0 67 0,-3-1 9 15,-3 2 20-15,-13 4-9 16,-1 2 57-16,-2 4 27 16,3 4 3-16,3 6-20 15,0 0-49-15,2 7-12 16,-2 12-8-16,2 7-8 15,1 8 24-15,0 7 0 16,2 7-5-16,-1 5 10 16,-3 17-5-16,-1 16 7 0,-5 17-1 15,-2 3-6-15,2-19-4 16,5-22 6-16,3-24-20 16,4-4-1-16,0 1 1 15,3-1-7-15,1-2 0 16,2-10-84-16,0-10-21 15,0-8-34-15,3-7-105 16,-1-10-68-16,-1-7-328 0</inkml:trace>
  <inkml:trace contextRef="#ctx0" brushRef="#br0" timeOffset="60897.96">19744 11730 1362 0,'0'0'234'15,"0"0"-153"-15,0 0 27 16,0 0-32-16,0 0-10 16,0 0-9-16,0 0-7 15,67-42-24-15,-31 22-10 16,7-2-8-16,-1-5-8 16,6-4 0-16,-3-4-70 15,16-22-115-15,-12 11-123 16,-10 1-658-16</inkml:trace>
  <inkml:trace contextRef="#ctx0" brushRef="#br0" timeOffset="61134.17">20439 10930 1440 0,'0'0'202'15,"0"0"-141"-15,0 0-50 16,0 0 2-16,0 0 7 16,0 0-11-16,0 0 17 15,-7 49 31-15,-2-16-30 16,-2 5-11-16,-3 3-15 16,0 1 9-16,1 1-10 15,7 7-4-15,3-10-110 16,3-9-273-16</inkml:trace>
  <inkml:trace contextRef="#ctx0" brushRef="#br0" timeOffset="61681.24">20445 11527 23 0,'0'0'129'0,"0"0"116"0,0 0 134 15,0 0-84-15,0 0-88 16,0 0-75-16,0 0-55 16,-37 10-20-1,40-11-1-15,1-2 36 0,1 1-17 16,1 1-24-16,1 1-13 15,5 0 19-15,0 0-4 16,1 0-31-16,3 0-6 16,0 4 0-16,0 1-6 15,1 0-9-15,-4 2 0 16,-3 0 0-16,-2 3 8 16,-7 2 6-16,-1 6 22 15,0 3 20-15,-14 4 8 16,-6 5-12-16,-5 1-16 15,-2 1-7-15,0-1-14 16,3-1-3-16,6-5-1 16,4-1-6-16,4-5-5 0,6-4-1 15,2-3 0 1,2-2-5-16,0-3 4 0,0-3 1 16,3 0-9-16,10-1-7 15,6-2-34-15,6-1-11 16,5 0 5-16,4-10-6 15,2-5-28-15,18-12-139 16,-12 3-70-16,-5 1-669 0</inkml:trace>
  <inkml:trace contextRef="#ctx0" brushRef="#br0" timeOffset="61944.85">20401 11696 1088 0,'0'0'218'15,"0"0"-150"-15,0 0 19 16,0 0-11-16,0 0 16 16,0 0 2-16,0 0 33 15,32 9-34-15,-8-5-37 16,3-1-14-16,3 0-13 15,0-3-20-15,2 0-8 16,1 0-1-16,2 0-3 0,15 0-94 16,-9-7-128-1,-5-2-623-15</inkml:trace>
  <inkml:trace contextRef="#ctx0" brushRef="#br0" timeOffset="62875.73">21455 10842 816 0,'0'0'136'15,"0"0"-86"-15,0 0 5 16,0 0 9-16,0 0 21 15,0 0-2-15,0 0-17 16,0-5 4-16,-7 5-6 16,-4 3-32-16,-2 8-4 0,-5 2 57 15,-1 2 19-15,-2 4-30 16,-2 1-8-16,1 4 5 16,1 3-16-16,0 8-15 15,2 3-8-15,4 3-1 16,2 1-16-16,5 2-3 15,6-3-12-15,2-2 0 16,4-2 0-16,13-5-30 16,7-4-28-16,6-5-7 15,18-7-99-15,-6-7-52 16,-2-6-306-16</inkml:trace>
  <inkml:trace contextRef="#ctx0" brushRef="#br0" timeOffset="63752.43">21642 11179 1169 0,'0'0'236'0,"0"0"-173"15,0 0-14 1,0 0 65-16,0 0 23 0,0 0-41 15,0 0-45-15,40-27-32 16,-21 8-1 0,-1 0-17-16,2-2 2 0,-4 1-3 15,-1 0 0-15,-3 3 2 16,0 0-2-16,-5 3 0 16,-2 3 14-16,-2 4-13 15,-3 2 20-15,0 2 8 16,0 3 0-16,0 0-8 15,0 0-11-15,0 0 3 16,0 0 6-16,0 0-8 16,0 0-10-16,0 0 1 15,0 0 4-15,0 0 1 16,0 0-7-16,0 0 0 16,0 0 6-16,0 0-6 0,0 0 0 15,0 0-1-15,0 0 1 16,0 0 0-16,0 0-5 15,0 0 5-15,0 0 2 16,0 0-2-16,0 0 0 16,0 0 0-16,0 0 1 15,0 3-1-15,0 7 2 16,0 2-1-16,-3 2 19 16,-2 0-6-16,-1 3-13 15,-2 4 20-15,-3 4-2 16,-3 5 2-16,-2 2-4 15,3 4-16-15,-2-1 8 16,4-3-9-16,4-2 0 0,1-6 0 16,6-4-1-1,0-5-14-15,0-3-50 0,0-5-46 16,10-6-70-16,2-1-129 16,-3 0-368-16</inkml:trace>
  <inkml:trace contextRef="#ctx0" brushRef="#br0" timeOffset="64009.71">22003 11152 1247 0,'0'0'252'0,"0"0"-186"15,0 0-43-15,0 0 41 16,0 0 51-16,0 0-17 15,0 0-29-15,-15 42-25 16,4-19-19-16,0 2-3 16,1 1-14-16,3 0-7 15,0-3-1-15,4-3 6 16,1-5-6-16,2-5-8 16,0-4-60-16,3-5-117 15,16-1-25-15,-2-10-87 16,-1-4-655-16</inkml:trace>
  <inkml:trace contextRef="#ctx0" brushRef="#br0" timeOffset="64476.67">22401 11032 522 0,'0'0'1184'15,"0"0"-1032"-15,0 0-124 16,0 0-1-16,0 0-9 15,0 0 26-15,0 0 28 16,-67 41-21-16,50-21-10 16,0 2-4-16,0 3 0 15,4 2 6-15,4 0-11 16,4 0 4-16,4-2-9 16,1 1-8-16,0-2-9 15,7-5-4-15,7 0-4 0,4-7 3 16,4-2-5-16,-1-5-2 15,4-5-8-15,2 0-4 16,-2-10 14-16,-1-7-10 16,-3-5-10-16,-3-4 13 15,-6-2-17-15,-6-4 7 16,-6-1 16-16,0 0-8 16,-7 1 9-16,-8 2 10 15,-3 6-1-15,1 4 20 16,-1 8-3-16,1 5-9 15,5 2-16-15,1 5-1 16,2 0-16-16,5 0-45 16,2 6-48-16,2 5-24 15,6 10-98-15,9-4-125 16,0-2-415-16</inkml:trace>
  <inkml:trace contextRef="#ctx0" brushRef="#br0" timeOffset="64746.64">22695 11143 834 0,'0'0'265'16,"0"0"-219"-16,0 0 13 0,0 0 53 16,0 0 49-16,0 0 18 15,0 0-26 1,11 75-23-16,-11-53-27 15,0 6-36-15,-2 1-12 0,-7 3-9 16,-2 3-11-16,0-3-5 16,0-3-21-16,-1-1-7 15,5-6-2-15,1-5 0 16,4-5-74-16,2-6-64 16,2-6-108-16,10 0-24 15,3-11-413-15</inkml:trace>
  <inkml:trace contextRef="#ctx0" brushRef="#br0" timeOffset="65413.08">23050 11098 1538 0,'0'0'72'0,"0"0"-72"16,0 0-40-16,0 0 40 15,0 0 16-15,0 0 48 16,0 0-26-16,-21 16-29 16,20-13-2-16,1-1 2 15,0 2 1-15,0-1 9 16,0-1 6-16,0-2 12 16,0 1 9-16,0-1-2 15,0 0 5-15,0 0 2 16,0 0 2-16,0 0 2 0,6 0-25 15,7-10-4 1,6-2-9-16,4-5-17 0,-1-2 0 16,2-1 0-16,1 1 1 15,-2-2-1 1,-5 1-5-16,0 1 5 0,-8 4 7 16,-1 4-6-16,-5 4 0 15,-2 3 34-15,-2 4 21 16,0 0-25-16,0 0-10 15,0 0-9-15,0 0 6 16,0 2-17-16,0 10 0 16,-3 4 18-16,-6 6 5 15,0 5-1-15,-3 3-17 16,-3 6 11-16,0-1-1 16,-1 2-10-16,2-2-5 0,1-4 8 15,4-4-9-15,3-7 0 16,3-5-4-16,3-6-4 15,0-4-33 1,0-5-47-16,0 0-43 0,5 0 1 16,11-16-53-16,0-3-134 15,0-1-478-15</inkml:trace>
  <inkml:trace contextRef="#ctx0" brushRef="#br0" timeOffset="65721.56">23432 10789 1013 0,'0'0'304'0,"0"0"-149"16,0 0-20-16,0 0-21 15,0 0 13-15,0 0-36 16,0 0-35-16,6 10 33 15,-1 4-36-15,1 6-10 16,2 4 2-16,0 5 9 16,-1 7-14-16,1 3-23 15,-1 4 3-15,-1 0-3 16,0 3-16-16,-1-4 7 16,-2-4 2-16,0-3-10 15,-3-5 0-15,0-5-1 0,-3-2-32 16,-14-2-48-16,-24 3-58 15,2-6-181-15,1-3-618 0</inkml:trace>
  <inkml:trace contextRef="#ctx0" brushRef="#br0" timeOffset="70689.58">29344 5225 889 0,'0'0'143'0,"0"0"-105"16,0 0 57-16,0 0 34 16,0 0-26-16,0 0-68 15,0 0-26-15,0 0-9 16,0 0-1-16,0 2 1 16,2-1 0-16,7 2 16 15,4-2 10-15,2 2-13 16,3-2 6-16,3 1-6 15,3-2-2-15,1 0 0 16,2 0-11-16,-3 0 3 16,-4 0 7-16,-4-2-10 15,-6 1-18-15,-2 0-4 0,-6-1-22 16,-2 2-1-16,0-1-4 16,0-1-64-16,-4 1 38 15,-6 0 54-15,-6 1 11 16,-1 0 3-16,-4 0 0 15,0 0 7-15,-1 0 5 16,0 0-3-16,2 0 15 16,4 1 22-16,4 0-1 15,3 1-2-15,6-2-3 16,3 1-13-16,0-1-20 16,9 0 0-16,9 0 11 15,7 2 31-15,2-2-22 16,3 0 4-16,1 0-24 0,-1 0 1 15,0 0 0-15,9 0-1 16,-7 0-14-16,-6 0-389 16</inkml:trace>
  <inkml:trace contextRef="#ctx0" brushRef="#br0" timeOffset="94773.68">19577 12721 848 0,'0'0'286'0,"0"0"-183"16,0 0-80-1,0 0 6-15,0 0 26 0,0 0-4 16,0 5-12-16,6 0 4 15,1-3 24-15,4 0-20 16,1-1-21-16,3-1 31 16,4 0-6-16,5-11 4 15,1-9 4-15,2-3-33 16,0-5-17-16,-2-3-3 16,-5 1-6-16,-7-2-1 15,-4 3 1-15,-5 1 6 16,-4 1 10-16,0 3-15 15,-5 4 11-15,-4 5 22 16,-2 3 2-16,1 5 0 16,2 4 15-16,4 2-3 15,1 1-21-15,1 0-26 16,-1 0 0-16,-1 10 5 0,-5 10-6 16,0 5-1-16,0 9-4 15,-1 5 5-15,1 6 1 16,0 6-1-16,1 4 1 15,-1 3 11-15,3-1-12 16,2-4 0-16,2-6 1 16,1-10-1-16,1-8 0 15,0-9-6-15,0-8-1 16,0-6 6-16,0-5-38 16,0-1-2-16,3 0 6 15,4-5 35-15,3-13 6 16,4-9-6-16,5-9-9 0,3-4-8 15,1-4-16-15,4 0 14 16,3 5-9-16,-2 5 28 16,1 9 2-16,-6 6 10 15,-3 8 2-15,-4 8-14 16,-5 3-6-16,-2 0-8 16,-4 10-5-16,0 10 19 15,-3 6 22-15,-2 8 1 16,0 3-4-16,0 2 19 15,-5 1-12-15,-4-5-5 16,3-2-5-16,2-5-4 16,-1-6 0-16,4-3-12 15,-1-5 0-15,2-6-1 16,0-2-2-16,0-4-13 16,0-2-34-16,0 0-33 0,5 0 18 15,4-2-19-15,10-19-83 16,-2 1-326-16,0-1-333 0</inkml:trace>
  <inkml:trace contextRef="#ctx0" brushRef="#br0" timeOffset="95163.64">20323 12501 743 0,'0'0'168'0,"0"0"-95"16,0 0 157-16,0 0-43 15,0 0-81-15,0 0-39 16,0 0-23-16,-6-10-19 16,4 10 5-16,-1 0-6 15,-4 10 11-15,-2 7 19 16,-2 4 3-16,-3 4 4 15,2 4-17-15,-2 0-16 16,5 2-6-16,2 2-6 16,1 2-2-16,4 2 1 15,2-2-15-15,0-1 0 16,5-3-12-16,10-6 1 0,9-5-23 16,2-5-67-16,9-7-31 15,5-8-25-15,24-5 71 16,-7-13-517-16,-6-2-195 15</inkml:trace>
  <inkml:trace contextRef="#ctx0" brushRef="#br0" timeOffset="95642.89">20600 12576 1147 0,'0'0'190'0,"0"0"-125"0,0 0 18 16,0 0-9-16,0 0-11 16,0 0 45-16,0 0-69 15,-22-10-18-15,30 10 3 16,5 0 0-16,0 0-1 16,4 0-5-16,-2 0 2 15,1 0-12-15,-2 2-7 16,0 7 0-16,-3 0 10 15,-2 2-5-15,-2 0-4 16,-4 2-2-16,-1 1 23 16,-2 3 1-16,0 0-7 15,-7 3 5-15,-6 0 19 16,-3 4-6-16,-2 1-14 16,-1 0-9-16,1-1 8 15,0-2-11-15,4-3 2 16,4-2-10-16,6-4-1 0,2-1 0 15,2-2-5-15,0 0-6 16,5 0 11-16,8-2 0 16,-1 0-11-16,6-1-9 15,1-5 20-15,4-2 0 16,2 0-31-16,2 0-23 16,-1-7-65-16,6-11-114 15,-7 2-336-15,-10 2-195 0</inkml:trace>
  <inkml:trace contextRef="#ctx0" brushRef="#br0" timeOffset="95859.82">20602 12712 41 0,'0'0'1124'0,"0"0"-974"0,0 0-47 15,0 0 24-15,0 0-43 16,0 0-27-16,0 0-24 15,-33-7-22-15,45 7 21 16,4 3-18-16,4 4-6 16,5 0-2-16,2-1 1 15,1-3-7-15,2-2 0 16,6-1-81-16,-6 0-219 16,-6 0-487-16</inkml:trace>
  <inkml:trace contextRef="#ctx0" brushRef="#br0" timeOffset="96214.5">20890 12516 1192 0,'0'0'219'0,"0"0"-159"16,0 0-24-16,0 0-29 15,0 0-7-15,0 0 48 16,0 0-3-16,64 3 0 15,-39 6-8-15,4 2-21 16,0 4 35-16,-2 4-19 16,-1 2-13-16,-7 3 7 15,-3 3-17-15,-5 4-8 0,-8 1 18 16,-3 2-13 0,0-1 4-16,-7-3-10 0,-7-4-1 15,-1-2-59-15,-9 0-103 16,6-7-126-16,2-3-715 15</inkml:trace>
  <inkml:trace contextRef="#ctx0" brushRef="#br0" timeOffset="96633.36">21548 12768 871 0,'0'0'370'16,"0"0"-218"-16,0 0-79 15,0 0-5-15,0 0 9 16,0 0 2-16,0 0 7 15,34 5-7-15,-13-2-9 16,3 0-14-16,0 0-34 16,-1-1-10-16,1 3 5 15,-1-1-17-15,1 0 6 16,-1 0-6-16,0 2-7 16,-5-1-25-16,0 0-87 15,-5 2-49-15,-4-2-123 0,-3 0-391 16</inkml:trace>
  <inkml:trace contextRef="#ctx0" brushRef="#br0" timeOffset="96873.23">21546 12869 1433 0,'0'0'230'15,"0"0"-158"-15,0 0-72 16,0 0 7-16,0 0-1 15,0 0 78-15,0 0-6 16,45 25-43-16,-20-16-11 16,4-1-2-16,3 1-8 15,3-1-6-15,2 0-7 16,2 0 0-16,1 1-1 0,15-3-37 16,-8 1-227-1,-10-4-661-15</inkml:trace>
  <inkml:trace contextRef="#ctx0" brushRef="#br0" timeOffset="99177.64">22565 12616 945 0,'0'0'166'0,"0"0"-99"0,0 0 11 15,0 0 3-15,0 0-8 16,0 0-23-16,0 0-29 15,-5 0-8 1,5 3 52-16,7 4 27 0,3 2-21 16,5-4-43-16,2 0-2 15,5-4 7-15,3-1-20 16,2 0 13-16,0-13-7 16,1-2-19-16,-4-3-6 15,-5-1-15-15,-6-1 7 16,-6 0 13-16,-4 2-3 15,-3-1 4-15,0 0 13 16,-1 4 0-16,-8-1 25 16,-1 3 9-16,-1 5 15 15,2 1-4-15,3 3-14 0,0 3-14 16,3 1 2 0,1 0-17-16,-2 0-5 0,-2 7-10 15,-3 9 1-15,-2 11 10 16,0 7-10-16,-2 8-1 15,0 8 27-15,3 5-12 16,-1 4 2-16,1 5-5 16,2 0 2-16,2 1 6 15,0-3-20-15,2-2 0 16,1-5-1-16,-1-4 1 16,1-6-1-16,1-4-9 15,2-8-18-15,-1-4-42 16,1-6-52-16,-2-7-140 15,-1-6-50-15,0-7-598 0</inkml:trace>
  <inkml:trace contextRef="#ctx0" brushRef="#br0" timeOffset="99410.47">22492 13037 1322 0,'0'0'249'0,"0"0"-167"16,0 0-54-16,0 0 1 16,0 0-6-16,0 0-1 15,100-76-6-15,-63 55 4 16,5-2-18-16,4-3-4 0,-1-1-31 16,0-3-49-16,-3 0-31 15,1-12-124-15,-9 9-375 16</inkml:trace>
  <inkml:trace contextRef="#ctx0" brushRef="#br0" timeOffset="99742.86">23154 12447 1088 0,'0'0'183'0,"0"0"-132"16,0 0 16-16,0 0 33 15,0 0-58-15,0 0 47 16,0 0-18-16,-71 23-12 16,53-6 9-16,-1 4 0 15,2 3-10-15,-1 4-9 16,3 3-15-16,1 1 3 15,3 2-10-15,2 0-4 16,3 0 1-16,6 2-15 16,0-3-3-16,0 0 1 15,15-2-7-15,3-5-1 16,9-2-60-16,4-2-70 16,23-4-15-16,-8-5-67 15,-6-6-518-15</inkml:trace>
  <inkml:trace contextRef="#ctx0" brushRef="#br0" timeOffset="100244.67">23435 12773 1234 0,'0'0'211'0,"0"0"-170"16,0 0-29-16,0 0 30 16,0 0 84-16,0 0-35 15,0 0-44-15,3-4-17 16,6-9 36-16,6-4-6 16,0-4-23-16,1-3-13 15,1-3 2-15,-4 0-16 16,-1 2-3-16,-4 6 5 15,-1 3 7-15,-4 7 8 16,-3 5 9-16,0 3-9 16,0 1-27-16,0 0-11 15,0 0-2-15,0 1 10 16,0 9 3-16,0 6 1 16,0 5 16-16,0 7 11 0,-3 6-14 15,-4 2 3-15,2 4-8 16,-1-1 4-16,3-2-1 15,0-3-12-15,0-6-1 16,3-2 1-16,0-8-1 16,0-4-32-16,0-4-44 15,0-6-138-15,3-4-41 16,3 0-87-16,-1-3-569 0</inkml:trace>
  <inkml:trace contextRef="#ctx0" brushRef="#br0" timeOffset="100491.92">23745 12693 681 0,'0'0'333'0,"0"0"-256"0,0 0-13 15,0 0 105-15,0 0 47 16,0 0-69-16,0 0 27 15,3 83-71-15,-3-58-32 16,0 2-24-16,0 0-17 16,0-3-18-16,0-3-4 15,0-4 3-15,0-4-11 16,0-5-30-16,0-2-68 16,13-6-133-16,0 0-100 15,-1-7-466-15</inkml:trace>
  <inkml:trace contextRef="#ctx0" brushRef="#br0" timeOffset="101021.08">24121 12578 1418 0,'0'0'269'0,"0"0"-200"15,0 0-19-15,0 0 37 0,0 0-24 16,0 0 6-1,0 0-10-15,-58 30-22 16,45-12-1-16,-2 5-9 16,6 1-2-16,1 1 16 0,4 2-12 15,2 0-3 1,2-1-7-16,0-4 1 0,3-1-13 16,8-4-1-16,4-3 1 15,3-2-7-15,4-7 0 16,5-5 0-16,1 0 15 15,3-5-15-15,-1-14-7 16,0-7-13-16,-6-2-1 16,-3-5 13-16,-8-3-31 15,-8 0 24-15,-5-4 13 16,-2 2-18-16,-14 3 20 16,-2 2 0-16,-4 8 13 15,-1 7 10-15,3 5-6 16,0 7-15-16,2 5-2 15,5 1-7-15,-1 0-16 0,8 7-26 16,2 6-23-16,4-1-46 16,0 2-91-16,9 3-71 15,7-3-261-15,-1-4-155 0</inkml:trace>
  <inkml:trace contextRef="#ctx0" brushRef="#br0" timeOffset="101311.69">24537 12733 172 0,'0'0'1105'16,"0"0"-961"-16,0 0-101 15,0 0 8-15,0 0 74 16,0 0-12-16,0 0-14 16,-4 46-4-16,0-24-33 15,-1 5-24-15,-2 3-2 16,-4 3-19-16,-4 3-6 0,2-2-11 15,0-2-1 1,2-5-13-16,5-3-93 0,3-7-157 16,1-9-603-16</inkml:trace>
  <inkml:trace contextRef="#ctx0" brushRef="#br0" timeOffset="102121.92">24833 12497 1230 0,'0'0'228'0,"0"0"-148"15,0 0 6-15,0 0 16 16,0 0 0-16,0 0-58 16,0 0-13-16,42 0 1 15,-16 0 2-15,4 0-1 16,-1 0-18-16,-1 0 1 0,-2 0 1 16,-4 0-5-1,-7 0 0-15,-2 0-12 16,-5 4-1-16,-5 4 1 0,-3 4 18 15,0 4 1-15,0 7 10 16,-12 3 8-16,-8 3 24 16,1 3-14-1,-4 0-17-15,1-2 8 0,0 0-19 16,4-3 2-16,2-2-5 16,5-4-2-16,2-1-8 15,3-4-5-15,3-2-1 16,3-1 3-16,0-1-3 15,0-2-7-15,10 0 7 16,4 0 1-16,2-3-1 0,2-3 0 16,3-1-6-16,3-3-13 15,0 0-55-15,1 0-30 16,1-8-27-16,4-11-113 16,-8 2-115-16,-7-1-465 0</inkml:trace>
  <inkml:trace contextRef="#ctx0" brushRef="#br0" timeOffset="102409.71">24778 12646 1175 0,'0'0'241'0,"0"0"-157"15,0 0-53-15,0 0-2 16,0 0-12-16,0 0 63 15,0 0 27-15,64 4-40 16,-33 3-19-16,2 0-11 16,0-1-3-16,1 1-21 15,-1-1-1-15,0-2-4 16,1 0-6-16,-1 1-2 16,0-5-3-16,8 0-125 15,-9 0-179-15,-7-5-788 0</inkml:trace>
  <inkml:trace contextRef="#ctx0" brushRef="#br0" timeOffset="102697.58">25419 12430 1270 0,'0'0'204'0,"0"0"-166"15,0 0-12-15,0 0-2 16,0 0 11-16,0 0 13 16,0 0 33-16,42 11-30 15,-24 1-23-15,4 2 28 16,1 4 8-16,-4 4-23 16,1 1-4-16,-4 7 7 0,-6 3-31 15,-7 4 12-15,-3 7-3 16,-7 3-6-16,-19 3-1 15,-8-3-8-15,-12 1-7 16,-3-4-24-16,-24 1-130 16,13-11-137-16,11-10-942 15</inkml:trace>
  <inkml:trace contextRef="#ctx0" brushRef="#br0" timeOffset="103538.38">26296 12646 150 0,'0'0'820'15,"0"0"-699"-15,0 0-44 16,0 0 56-16,0 0 43 16,0 0-19-16,0 0-46 15,-44 1-40-15,44-1-6 16,0 0-15-16,0 2-17 15,6 1-22-15,4 1 18 0,5 2 9 16,6-1-9-16,3 0 8 16,4-3-14-16,5 1-8 15,1-3 9-15,2 0-17 16,0 0-6-16,-1 0-1 16,-4 0-23-16,-3 0-91 15,-4 0-149-15,-6 0-244 16,-9 0-348-16</inkml:trace>
  <inkml:trace contextRef="#ctx0" brushRef="#br0" timeOffset="103767.32">26273 12868 1255 0,'0'0'181'0,"0"0"-156"15,0 0-18-15,0 0 76 16,0 0 39-16,0 0-14 16,0 0-30-16,67 30-1 15,-42-22-33-15,5-1-4 16,1-2-11-16,2 0-7 16,0-2-9-16,1-1-13 15,-1 0-10-15,12-1-39 16,-9 1-205-16,-8-2-505 0</inkml:trace>
  <inkml:trace contextRef="#ctx0" brushRef="#br0" timeOffset="104077.06">27187 12845 107 0,'0'0'55'15,"0"0"-55"-15,0 0-109 0</inkml:trace>
  <inkml:trace contextRef="#ctx0" brushRef="#br0" timeOffset="104756.67">27187 12845 1134 0,'-19'-41'253'0,"19"41"-190"15,1 0-27-15,2 0 63 16,5 0-7-16,1 0-11 16,4 0 6-16,6-7-14 15,7-6-12-15,2-5-24 16,3-5-11-16,-2-5-1 15,-3-1-13-15,-3-1-2 16,-4 0 12-16,-3 2-21 16,-6 3 14-16,-6 2-13 15,-1 3 31-15,-3 5 8 16,0 4 9-16,0 5 1 16,0 3 12-16,0 3-42 15,0 0-18-15,0 0-2 16,0 0-1-16,0 0 0 0,0 5-2 15,0 9 2-15,0 5 11 16,0 8-10-16,-3 6 15 16,0 3-14-16,0 5 8 15,-1 3-3-15,1-2-7 16,2 0 0-16,1-3 5 16,0-5-5-16,0-5-9 15,0-3-31-15,0-7-54 16,-3-3-37-16,-2-5 25 15,-4-3 12-15,-6-2-23 0,-3 0-1 16,-4-4 13 0,-3 0 57-16,-1-2 38 15,5 0 10-15,2 0 2 0,7 0 43 16,3 0 48-16,5 0 17 16,4 0-6-16,0 0-24 15,0 0-7-15,0 0-33 16,4 0-34-16,12 0 9 15,5 4 22-15,5 0 0 16,7 2-9-16,5-3-8 16,1 0-2-16,4-3-9 15,5 0-9-15,0 0-11 16,17 0-74-16,-14-3-226 16,-9-3-633-16</inkml:trace>
  <inkml:trace contextRef="#ctx0" brushRef="#br0" timeOffset="105791.89">19529 14014 1452 0,'0'0'339'15,"0"0"-232"-15,0 0-73 16,0 0-8-16,0 0 44 15,0 0-43-15,0 0-26 16,28 0 26-16,5 2 4 16,6 0-8-16,9 1-9 15,0-2-4-15,4 0-4 0,-2-1-5 16,-2 2-1-16,-5-2-10 16,-7 1-39-16,-9 2-143 15,-12 2-110-15,-6 0-257 16,-9-1-237-16</inkml:trace>
  <inkml:trace contextRef="#ctx0" brushRef="#br0" timeOffset="106003.8">19578 14129 1245 0,'0'0'203'0,"0"0"-139"15,0 0-55-15,0 0 33 16,0 0-8-16,0 0 30 15,0 0-16-15,87 0 25 16,-52 0-19 0,4 0-16-16,2 0-6 15,2 0-7-15,-3 0-13 0,-1 0-12 16,-1 0 0-16,-7-3-37 16,0-1-80-16,-8 1-129 15,-9-2-624-15</inkml:trace>
  <inkml:trace contextRef="#ctx0" brushRef="#br0" timeOffset="106317.88">20051 13904 1311 0,'0'0'294'0,"0"0"-236"15,0 0-36-15,0 0 17 16,0 0 5-16,0 0 20 15,0 0 2-15,97 17-32 16,-77-4-11-16,-4 6-11 16,-1 2 21-16,-6 6-11 15,-3 2-13-15,-6 4-3 16,0 4 10-16,-9-1-15 16,-12 1 8-16,-2-5-9 15,-3-1-19-15,-3-5-95 16,-7-1-64-16,7-7-66 15,3-5-294-15</inkml:trace>
  <inkml:trace contextRef="#ctx0" brushRef="#br0" timeOffset="107296.05">20709 14073 1385 0,'0'0'193'0,"0"0"-136"0,0 0-22 15,0 0 1-15,0 0-12 16,0 0 9-16,0 0 26 16,60 7-1-16,-35-7-11 15,5 0-7-15,0-7 16 16,3-10-26-16,0-5-11 15,-2-1-17-15,-4-3 7 16,-5 1-9-16,-5-2-20 16,-6 0-7-16,-6 0 20 15,-4 3 7-15,-1 3 1 16,0 3-1-16,0 5 11 16,-1 6 31-16,-2 3-11 0,0 2-9 15,1 2 17 1,1 0-38-16,-5 0-1 0,0 16-5 15,-6 8 5-15,-4 11 6 16,-4 11-5-16,-2 7 6 16,-6 17 18-16,2-4 8 15,1 1-4-15,5 1-11 16,6-14 3-16,2 1-4 16,6-12-17-16,4-9 1 15,2-10-2-15,0-10-7 16,0-7-3-16,0-5 4 15,5-2-8-15,2 0 15 16,5-11 8-16,7-9 4 16,4-9-12-16,2-3-12 15,1-4-26-15,-1 1 22 0,0 5 14 16,-4 6 2 0,-4 8 1-16,-4 6 0 0,-7 4-1 15,-3 6-12-15,-3 0-1 16,0 0-7-16,0 10 20 15,0 7 20-15,0 7 31 16,0 6-12-16,-8 2-5 16,2 0-11-16,-2-2 0 15,3-4-13-15,2-3 3 16,2-8-8-16,1-4-5 16,0-5-6-16,0-5 4 15,0-1-32-15,1 0-43 0,10-6-17 16,8-10 26-16,20-27-134 15,-6 5-123-15,-2-3-720 16</inkml:trace>
  <inkml:trace contextRef="#ctx0" brushRef="#br0" timeOffset="107531.54">21528 13565 1106 0,'0'0'387'0,"0"0"-261"16,0 0-54-16,0 0-28 0,0 0-14 15,0 0 36-15,0 0-9 16,-62 103-20-16,49-67-11 16,2 3-13-16,3 0-4 15,1-1-9-15,2-1 0 16,4 5-75-16,-2-9-204 15,2-10-847-15</inkml:trace>
  <inkml:trace contextRef="#ctx0" brushRef="#br0" timeOffset="108903.81">21770 14060 641 0,'0'0'245'0,"0"0"-116"15,0 0 85-15,0 0-29 16,0 0-67-16,0 0-7 16,0 0-17-16,-16-7-28 15,13 7 1-15,-2 0-9 16,-2 0-36-16,-1 0-2 15,-4 4 7-15,0 6-11 0,-2 6 7 16,0 2 5 0,-1 4-8-16,5 4 5 0,2 2-10 15,2 2 9 1,6 2-2-16,0 2-22 0,0 0 0 16,9-3 0-16,6-1-7 15,6-5-70-15,3-4-31 16,15-7-120-16,-6-5-136 15,-4-8-762-15</inkml:trace>
  <inkml:trace contextRef="#ctx0" brushRef="#br0" timeOffset="109531.04">21973 14176 651 0,'0'0'257'0,"0"0"-56"0,0 0-1 16,0 0-29-16,0 0-37 16,0 0-35-16,0 0-22 15,45-9-30-15,-26 8-8 16,-1 1-30-16,1 0 3 15,-1 0 4-15,0 1-9 16,-3 7-1-16,0-1-5 16,-4 1 7-16,-1 0 0 15,-3 1-7-15,-2 0 6 16,-5 1-7-16,0 5 18 16,0 0 7-16,-11 5 1 0,-7 1 13 15,-4 2-3 1,1-1-10-16,-3 1 5 0,2-1 15 15,5-2-8-15,4-1-7 16,6-4-14-16,2-2-7 16,5-2-10-16,0-1-12 15,0-2 0-15,11-1 12 16,6-2 6-16,3-3 6 16,4-2-12-16,6 0 0 15,3-4-85-15,1-9-36 16,9-9-69-16,-10 2-74 15,-11 2-609-15</inkml:trace>
  <inkml:trace contextRef="#ctx0" brushRef="#br0" timeOffset="109766.79">21944 14308 485 0,'0'0'1028'0,"0"0"-900"15,0 0-103-15,0 0-15 16,0 0 37-16,0 0 7 16,0 0 3-16,45 10 0 15,-19-6-13-15,0-1-18 16,4 0-2-16,2-1-23 16,3-2 8-16,3 0-9 15,14-6 0-15,-9-6-186 16,-5 1-429-16</inkml:trace>
  <inkml:trace contextRef="#ctx0" brushRef="#br0" timeOffset="110082.87">22527 14100 1455 0,'0'0'243'16,"0"0"-211"-16,0 0-22 15,0 0-2-15,0 0 19 0,0 0 41 16,0 0-27 0,78 7-8-16,-57 2-2 0,-1 1 3 15,-1 4-5 1,-4 2-17-16,0 4 5 16,-6 2 8-16,-6 5-16 0,-3 1 4 15,0 5-1-15,-18-1-5 16,-6 2-5-16,-4 0-2 15,-4-2 1-15,3-3-1 16,0-4-38-16,4-4-80 16,7-4-8-16,5-7-51 15,8-3-173-15,5-7-929 0</inkml:trace>
  <inkml:trace contextRef="#ctx0" brushRef="#br0" timeOffset="110464.93">23350 14350 1692 0,'0'0'230'0,"0"0"-163"16,0 0-29-16,0 0-22 0,0 0 12 16,0 0-7-16,0 0 8 15,46-3 2-15,-13 3-18 16,1 0-7-16,4-2 14 15,-2 2-20-15,-2-1-1 16,-1-1 1-16,-3 0 0 16,-5 0-27-16,-6 2-90 15,-13 0-144-15,-4 0-133 16,-2 0-567-16</inkml:trace>
  <inkml:trace contextRef="#ctx0" brushRef="#br0" timeOffset="110696.15">23255 14448 1367 0,'0'0'193'15,"0"0"-171"-15,0 0-6 16,0 0 39-16,0 0 35 16,0 0-5-16,0 0-16 15,103 29-35-15,-70-26-12 16,3 0 5-16,3-1-19 15,2-1-7-15,2-1-1 16,2 0-11-16,13 0-144 16,-11 0-369-16,-6 0-498 0</inkml:trace>
  <inkml:trace contextRef="#ctx0" brushRef="#br0" timeOffset="111718.63">24397 14218 702 0,'0'0'300'0,"0"0"-206"15,0 0 26-15,0 0 22 16,0 0-2-16,0 0-9 16,0 0-25-16,0-9-27 15,-1 9-18-15,-7 0-21 16,-2 7-14-16,-3 5-1 15,-1 2 8-15,-1 3-10 16,2 1 10-16,1 3-16 16,3 3 6-16,4 2 2 15,2-1 3-15,3 0-16 16,0-2-12-16,3-1 1 16,12-6 4-16,6-2 4 15,4-5-10-15,7-6 2 0,2-3 26 16,2-5-27-16,4-13-6 15,-4-4-44-15,-3-7 49 16,-6 0-29-16,-8-3 23 16,-7-3 7-16,-9 0 1 15,-3 1 0-15,-5 0 0 16,-15 5 23-16,-6 2 25 16,-3 7 1-16,-1 7-16 15,-2 8-21-15,3 5-13 16,2 0-1-16,6 9-29 15,4 7-48-15,8 16-37 16,5-7-119-16,2-1-298 0</inkml:trace>
  <inkml:trace contextRef="#ctx0" brushRef="#br0" timeOffset="112526.57">19690 15189 1060 0,'0'0'217'0,"0"0"-136"16,0 0 76-16,0 0 28 15,0 0-20-15,0 0-54 16,0 0-50-16,-22 0-11 15,22 0-4-15,0 0-40 16,7 0 1-16,7 0 6 16,10 1-5-16,8 2 8 15,9 0-6-15,8-2-5 0,5-1-4 16,-1 0-2 0,0 0-20-16,-4 0-70 0,3 2-104 15,-15 1-88-15,-10-1-497 16</inkml:trace>
  <inkml:trace contextRef="#ctx0" brushRef="#br0" timeOffset="112755.63">19781 15293 1363 0,'0'0'177'0,"0"0"-133"16,0 0-37-16,0 0 86 15,0 0-55 1,0 0 2-16,0 0 1 0,52 13 16 16,-25-7-16-1,5-3-10-15,2 0-12 0,3-1-5 16,1-2-5-16,2 0-9 16,5 0-78-16,-11 0-161 15,-6-8-414-15</inkml:trace>
  <inkml:trace contextRef="#ctx0" brushRef="#br0" timeOffset="113048.55">20168 15121 1318 0,'0'0'225'0,"0"0"-193"16,0 0-11-16,0 0 9 15,0 0 18-15,0 0-14 16,0 0 2-16,89-7-12 15,-65 16-5-15,-5 5 35 16,-1 4-16-16,-7 4-15 16,-5 7 1-16,-6 2-14 15,0 1 3-15,-5 2-3 16,-10-1-4-16,-4-4-4 16,-2-2 5-16,2-6 0 15,-2-2-7-15,3-7-10 16,4-2-75-16,5-6-98 15,5-4-51-15,4 0-303 0</inkml:trace>
  <inkml:trace contextRef="#ctx0" brushRef="#br0" timeOffset="113859.07">20751 15133 537 0,'0'0'352'0,"0"0"-56"15,0 0-55 1,0 0-103-16,0 0-80 0,0 0-34 16,0 0 32-1,-30 18 13-15,39-14-15 0,0 2-4 16,3-4-15-16,0 0-20 15,4-2 11-15,1 0-5 16,7-3 11-16,2-11-13 16,3-3-6-16,-2-3-13 15,-5-1-5-15,-4 0-51 16,-6 1 13-16,-3-1 24 16,-6 0 16-16,-3 1 3 15,0 3 25-15,0 3 22 16,-5 4 25-16,0 3-7 15,0 4 22-15,2 2-3 16,1 1-43-16,1 0-27 0,-2 0-8 16,-3 8-5-1,-2 10-1-15,-3 7 0 0,0 6 7 16,-2 6-5-16,1 5 13 16,0 7-3-16,-3 5 13 15,1 4 0-15,0-2-24 16,5-2 0-16,1-8 16 15,1-6-16-15,5-9-1 16,1-10-1-16,1-8 0 16,0-8-1-16,0-5-24 15,0 0-19-15,8 0 17 16,6-14 9-16,7-8-15 16,4-10-36-16,2-4-5 15,2-2 65-15,1 0 10 16,-1 3 0-16,1 6 3 0,-5 9 17 15,-4 6-2-15,-6 7-11 16,-5 6-6-16,-2 1-1 16,-2 0-6-16,-3 10 6 15,0 6 9-15,-1 9 32 16,-2 5-4-16,0 2-10 16,0 2-4-16,-3 1 3 15,-3-3-18-15,1-3-6 16,2-7 11-16,2-4-5 15,1-6-8-15,0-5-1 16,0-4-14-16,0-3-10 0,0 0-45 16,0 0-14-1,3-6-13-15,15-22-170 0,1 0-128 16,0-2-595-16</inkml:trace>
  <inkml:trace contextRef="#ctx0" brushRef="#br0" timeOffset="114109.23">21453 14859 1400 0,'0'0'214'0,"0"0"-146"16,0 0-45-16,0 0 14 15,0 0 52-15,0 0-41 16,0 0-30-16,-17 43-18 15,8-10 1-15,-1 2 2 16,2 0-3-16,2-1-9 16,1-1 9-16,1 3-76 15,1-6-116-15,0-7-364 0</inkml:trace>
  <inkml:trace contextRef="#ctx0" brushRef="#br0" timeOffset="114526.82">21782 15059 1152 0,'0'0'273'16,"0"0"-188"-16,0 0-19 15,0 0 27-15,0 0 43 16,0 0-2-16,-94 57-45 16,76-29-11-16,2 3-1 15,0 4-21-15,3 0-4 16,4 0-30-16,5 0 0 15,2-3-10-15,2-2-12 0,0-3-7 16,12-4-1-16,8-3-55 16,6-3-41-16,6-7-56 15,23-10-17 1,-4 0-210-16,-5-7-725 0</inkml:trace>
  <inkml:trace contextRef="#ctx0" brushRef="#br0" timeOffset="114923.61">22158 15408 970 0,'0'0'382'0,"0"0"-293"0,0 0-60 16,0 0 0-16,0 0 128 15,0 0 28-15,0 0-107 16,-7-4-52-16,20-12-25 15,3-4-2-15,5-5-10 16,0-2-21-16,-1-1-23 16,-1-2 28-16,-3-1 27 15,1 1 30-15,-5 3 4 16,-4 5 41-16,-2 7 21 16,-4 5-3-16,-2 5 31 15,0 4-59-15,0 1-31 16,0 0-13-16,0 0-19 15,0 3-2-15,0 10 6 16,0 8-6-16,-5 5 19 0,-3 7-13 16,-1 5 8-16,-2 1 5 15,-1 4-14-15,3-1-4 16,3-2 4-16,2-4-3 16,2-6-2-16,2-6-5 15,0-6-23-15,2-5-63 16,7-6-74-16,12-7-3 15,-3 0-107-15,-1-10-574 0</inkml:trace>
  <inkml:trace contextRef="#ctx0" brushRef="#br0" timeOffset="115625.81">22684 15027 887 0,'0'0'295'0,"0"0"-83"0,0 0-53 15,0 0-35-15,0 0-16 16,0 0-46-16,0 0-23 15,6 11 37-15,7 3-20 16,3 3-12-16,0 1-28 16,4 2 6-16,-4 1 9 15,0 3-3-15,-6 4-6 16,-6 4 3-16,-4 1 2 16,0 5 7-16,-15 2-22 15,-6-2-4-15,1-1 3 16,-2-6-11-16,3-3 6 15,2-5-6-15,4-5-9 16,6-5-78-16,4-2-75 16,3-8-95-16,7-3-419 0,8 0-265 0</inkml:trace>
  <inkml:trace contextRef="#ctx0" brushRef="#br0" timeOffset="116034.33">23368 15240 1309 0,'0'0'252'16,"0"0"-163"-16,0 0-12 16,0 0 61-16,0 0 37 15,0 0-66-15,0 0-42 16,10 0-45-16,11 0 31 15,6 0 5-15,4 0-18 16,4 0-15-16,0 0-12 16,1 0-5-16,0 0-7 0,0-2-1 15,-2 0-1-15,-7-1-9 16,-4 3-81-16,-6 0-71 16,-14 0-107-16,-3 5-247 15,0 4-504-15</inkml:trace>
  <inkml:trace contextRef="#ctx0" brushRef="#br0" timeOffset="116224.27">23383 15367 1513 0,'0'0'239'16,"0"0"-178"-16,0 0-28 0,0 0 71 15,0 0-47-15,0 0-22 16,0 0 9-16,57 14-15 15,-29-8-20-15,6-1 10 16,2 0-18-16,4-1 0 16,2-3-1-16,1-1-25 15,2 0-58-15,15 0-138 16,-11-4-162-16,-4-6-576 16</inkml:trace>
  <inkml:trace contextRef="#ctx0" brushRef="#br0" timeOffset="116726.29">24283 15155 1288 0,'0'0'246'0,"0"0"-185"0,0 0 4 16,0 0-27-16,0 0 39 16,0 0 18-16,-80-20-46 15,64 20-20-15,2 5-5 16,0 5-13-16,2-1 8 15,1 1 6-15,1 1-7 16,2-2 1-16,4-2-12 16,1-3 0-16,0-1 8 15,3 1-14-15,-2 3 0 16,1 5 12-16,-2 3 30 16,1 6-18-16,2 2-19 15,0 2 4-15,0-1 8 16,0 0-17-16,8-3-2 15,5-2-4-15,5-4 5 16,2-3-6-16,7-5-1 0,4-7-6 16,3 0 7-16,5-6 6 15,-2-11-30-15,1-4 24 16,-4-2 5-16,-6-1 0 16,-6-1 1-16,-9-2 0 15,-10-1 13-15,-3 0-12 16,-2-2 5-16,-15 2 6 15,-5 3 0-15,-6 3 7 16,-2 7-19-16,-1 3 0 16,-1 7-8-16,4 3-15 15,4 2-36-15,5 0-66 16,2 10-83-16,7 2-190 16,4-4-825-16</inkml:trace>
  <inkml:trace contextRef="#ctx0" brushRef="#br0" timeOffset="117956.85">19540 16465 1270 0,'0'0'286'0,"0"0"-192"16,0 0-66-16,0 0 14 15,0 0 20-15,0 0-5 0,0 0 32 16,73 0-38 0,-41 0 17-16,4 0-13 15,2 0-24-15,0 0-19 16,0 0 7-16,-1 0-18 0,-4 0-1 15,-3 0 0-15,-4 0-13 16,-2 0-68-16,-6 0-67 16,-1 1-69-16,-7 2-168 15,-5-2-418-15</inkml:trace>
  <inkml:trace contextRef="#ctx0" brushRef="#br0" timeOffset="118258.87">19735 16565 1124 0,'0'0'194'0,"0"0"-134"0,0 0 95 16,0 0-12-16,0 0-50 15,0 0-26-15,0 0-4 16,-2 12-4-16,18-8-11 16,3 1-1-16,3-3-16 15,2 1 10-15,3 2-23 16,-2-3-12-16,4 1 0 15,-3 2-3-15,1-1-3 16,-2 0-88-16,10-2-150 16,-7-1-53-16,-7-1-62 15</inkml:trace>
  <inkml:trace contextRef="#ctx0" brushRef="#br0" timeOffset="118603.37">20144 16345 1079 0,'0'0'251'15,"0"0"-186"-15,0 0-49 16,0 0 20-16,0 0 34 15,0 0 25-15,0 0-31 0,53 17-7 16,-39-7 23 0,-1 1-27-16,-1 1 4 15,-1 2-19-15,-1 2-1 16,-1 2-6-16,-3 1 16 0,-1 0-23 16,-1 1 1-16,-4 0-9 15,0 0-2-15,0 1-7 16,-13 0 3-1,-3 2 0-15,-6-1-10 0,-2 1-12 16,-10 6-48-16,6-6-179 16,4-4-342-16</inkml:trace>
  <inkml:trace contextRef="#ctx0" brushRef="#br0" timeOffset="119703.24">20878 16273 1277 0,'0'0'262'16,"0"0"-177"-16,0 0-52 15,0 0-12-15,0 0 1 16,0 0 49-16,0 0-2 16,40 18-18-16,-15-18-10 15,2 0 0-15,5-3-1 16,0-12 0-16,1-5-4 15,-1-3-35-15,-6-2 5 16,-5 1-6-16,-9 1 2 16,-7 1 9-16,-5 1-11 15,0 1 1-15,-2 3 15 16,-8 3 22-16,-2 4 11 16,3 4 16-16,3 3-12 0,3 3-3 15,0 0-38-15,1 0-12 16,-2 9-1-16,-3 9 0 15,-1 8 0-15,-1 6-5 16,-3 3 6-16,0 6 14 16,0 4-14-16,-3 5 1 15,3 4 15-15,1-1-8 16,3-2-7-16,4-3-1 16,1-7 0-16,3-10 0 15,0-9-6-15,0-7-10 16,0-8-1-16,3-6-38 15,4-1-22-15,5-3 47 16,4-12 30-16,5-10 0 0,4-7-43 16,4-5-32-16,2-3 59 15,-2-1-6-15,2 3 22 16,-1 5 23-16,-5 8 10 16,-4 6-20-16,-9 11-3 15,-3 4-10-15,-6 4 0 16,-2 0-25-16,-1 2 20 15,0 12 5-15,0 8 34 16,0 6 18-16,-3 6-9 16,-5 3-2-16,0 1 8 15,1 0-33-15,1-3-6 16,1-3-9-16,1-6 0 16,4-8-1-16,0-6-1 15,0-8-35-15,0-4-54 0,4 0-7 16,8-6 57-16,3-15-36 15,6-8-144-15,1-8-312 16,8-28-374-16,-6 10 786 16,-4 1-112-16</inkml:trace>
  <inkml:trace contextRef="#ctx0" brushRef="#br0" timeOffset="119939.32">21567 15887 632 0,'0'0'287'0,"0"0"-25"0,0 0-56 15,0 0-14-15,0 0-73 16,0 0-33 0,0 0-13-16,9 2-1 0,-9 19 18 15,0 7-23-15,0 7-16 16,-7 4-21-16,1 0-20 16,0 2-10-16,1-3-1 15,4 4-92-15,1-9-265 16,0-9-727-16</inkml:trace>
  <inkml:trace contextRef="#ctx0" brushRef="#br0" timeOffset="121681.74">20814 16096 1053 0,'0'0'279'16,"0"0"-215"-16,0 0-10 16,0 0 23-16,0 0 46 0,0 0 0 15,0 0 6-15,64 33-32 16,-49-24-38-1,4 5-9-15,2 2-14 0,0 6-4 16,3 1-4-16,3 5-4 16,-1 4-5-16,1-1-19 15,0-2 3-15,-3 0-3 16,2-7-4-16,-4-2-16 16,-2-6-43-16,-3-4-101 15,1-6-65-15,-6-3-119 16,-6-1-742-16</inkml:trace>
  <inkml:trace contextRef="#ctx0" brushRef="#br0" timeOffset="121907.79">21163 16188 409 0,'0'0'946'0,"0"0"-830"0,0 0-107 15,0 0-9-15,0 0 0 16,0 0 45-16,0 0 19 16,28 53-14-16,-13-27-12 15,-3 2 8-15,0 3-25 16,-2 2-4-16,-2 2-11 16,-2-1 3-16,0-3-8 15,1-4-1-15,-2-5-6 16,2-5 5-16,2-7-103 15,1-4-253-15,-2-6-585 0</inkml:trace>
  <inkml:trace contextRef="#ctx0" brushRef="#br0" timeOffset="122612.18">22194 16308 1438 0,'0'0'195'15,"0"0"-154"-15,0 0-34 0,0 0-3 16,0 0 52-1,0 0-17-15,0 0 14 0,62 34-28 16,-34-34-12 0,2 0 16-16,2-7-28 0,1-10 8 15,-2-4-9-15,-4-3-34 16,-6 0 2-16,-6 0 23 16,-8 0 6-16,-7 3 3 15,0 2 32-15,-6 1-8 16,-9 2 39-16,-1 4-3 15,0 2 22-15,3 4-13 16,3 3-28-16,3 3 14 16,-1 0-39-16,2 10-16 15,-4 9 6-15,1 3-4 16,0 8-2-16,0 4-2 16,-1 4 2-16,0 7 37 15,1 4-20-15,-2 8 7 0,-1 1-6 16,1 2-6-1,-1 1-3-15,3-3-9 0,2-5 1 16,1-3 6-16,5-7-7 16,1-6-7-16,0-6-21 15,0-11-77-15,0-4-10 16,0-8-73-16,0-6-108 16,0-2-28-16,0 0-433 0</inkml:trace>
  <inkml:trace contextRef="#ctx0" brushRef="#br0" timeOffset="122828.9">22167 16699 1313 0,'0'0'294'0,"0"0"-122"0,0 0-32 16,0 0-41-16,0 0-26 15,0 0-4-15,0 0-7 16,75-66-7-16,-40 40-44 15,7-5-3-15,0-3-8 16,4-4-22-16,0-3-59 16,3-3 13-16,19-16-89 15,-15 9-201-15,-8 9-816 0</inkml:trace>
  <inkml:trace contextRef="#ctx0" brushRef="#br0" timeOffset="123153.62">22840 15859 1410 0,'0'0'236'0,"0"0"-191"16,0 0-28-16,0 0 8 15,0 0 36-15,0 0 21 16,-11 86-13-16,5-53-16 16,-3 5-12-16,-1 2-18 15,0 5-15-15,-1-2-8 16,-1 11-49-16,5-12-170 15,1-9-369-15</inkml:trace>
  <inkml:trace contextRef="#ctx0" brushRef="#br0" timeOffset="124123.4">22819 16631 1129 0,'0'0'243'15,"0"0"-95"-15,0 0-5 16,0 0-20-16,0 0 8 16,0 0-29-16,0 0-32 15,45-24-14-15,-18 15-25 16,2 1-11-16,1 2-12 16,-1 2-8-16,-6 3-1 15,-5 1-5-15,-4 0-9 0,-7 7 11 16,-5 10 4-16,-2 6 13 15,-6 5 34-15,-14 5 5 16,-2 4-14-16,-4 0 4 16,1-2-11-16,3 0-3 15,4-5-14-15,3 0 0 16,4-5-3-16,5-1-11 16,3-6-1-16,3-2 0 15,0-3-5-15,5-3-3 16,7-3-7-16,6-2 16 15,3-5 0-15,6 0-3 0,3 0-24 16,2-10-43 0,1-2-69-16,7-14-85 0,-8 5-369 15,-11 3-356-15</inkml:trace>
  <inkml:trace contextRef="#ctx0" brushRef="#br0" timeOffset="124330.32">22814 16803 1490 0,'0'0'208'15,"0"0"-145"-15,0 0 4 0,0 0 47 16,0 0-64-16,0 0-42 16,0 0 3-16,27 3 15 15,-7 3-17-15,5-2 4 16,2 2-5-16,1-4-8 15,5 0 0-15,3-2 7 16,1 0-7-16,6 0-51 16,15-21-162-16,-10 2-307 15,-6-2-442-15</inkml:trace>
  <inkml:trace contextRef="#ctx0" brushRef="#br0" timeOffset="124721.64">23672 16211 555 0,'0'0'172'16,"0"0"37"-16,0 0 127 15,0 0-127-15,0 0-132 16,0 0-18-16,0 0 33 15,-67 33-1-15,51-11 14 16,-2 2-7-16,1-1-29 16,3 4 5-16,1 2-20 15,4 2-29-15,2 1-2 16,6 2 3-16,1 0-14 16,0-2-2-16,11-3-10 15,8-4 1-15,3-4-8 16,5-4-26-16,2-5-52 0,4-5-11 15,21-7-56-15,-9-2-183 16,-5-9-756-16</inkml:trace>
  <inkml:trace contextRef="#ctx0" brushRef="#br0" timeOffset="125103.25">23941 16498 1654 0,'0'0'272'16,"0"0"-272"-16,0 0-72 0,0 0 72 16,0 0 29-16,0 0 25 15,0 0-26-15,34-42-19 16,-16 22-8-16,1-2-1 16,-2-2-29-16,-1-1 28 15,-2-1 1-15,-1 2 19 16,-4 3 1-16,-3 7 14 15,-3 5 44-15,-3 7-25 16,0 0-21-16,0 2 1 16,0 0-33-16,0 0 22 15,0 0-22-15,0 12 1 16,0 6 8-16,0 7 23 16,0 6-5-16,-4 3 7 15,-1 4-19-15,2-1 8 16,0 1-12-16,1-3-5 0,2-4 0 15,0-6-6-15,0-5-6 16,3-7-15-16,5-4-89 16,1-8-27-16,10-1-65 15,-2-11-195-15,-1-4-679 0</inkml:trace>
  <inkml:trace contextRef="#ctx0" brushRef="#br0" timeOffset="125315.26">24355 16438 1187 0,'0'0'383'0,"0"0"-242"16,0 0-52 0,0 0-19-16,0 0 39 0,0 0-24 15,0 0-13-15,-13 41 10 16,3-15-22-16,-4 6-16 16,1 1-19-16,2-2-3 15,5-1-16-15,1-5-5 16,5-6-1-16,0-8-30 15,5-5-85-15,9-6-14 16,17-10-45-16,-1-9-150 16,-2-3-528-16</inkml:trace>
  <inkml:trace contextRef="#ctx0" brushRef="#br0" timeOffset="125757.27">24624 16349 1224 0,'0'0'571'0,"0"0"-435"0,0 0-51 15,0 0 3-15,0 0 39 16,0 0-21-16,0 0-55 16,-3 0-23-16,-3 11-19 15,-3 8-8-15,2 2-1 16,2 4 15-16,1-1-13 16,4 1 7-16,0-2-9 15,4-3 0-15,7-2-1 16,1-4-10-16,4-2 11 15,1-8-1-15,2-3 2 16,2-1-2-16,0-5-2 16,1-11-36-16,-1-4 15 15,-5-3-22-15,-2-2 39 0,-8 0 7 16,-5-2 0 0,-1-3 0-16,-1 0 2 15,-11 1-2-15,-3 4 13 0,0 4 1 16,-1 5 9-16,2 5 14 15,2 5-37-15,2 3-8 16,-1 3-12-16,1 0-35 16,2 5-35-16,2 6-16 15,3 7-93-15,3-1-98 16,0-3-605-16</inkml:trace>
  <inkml:trace contextRef="#ctx0" brushRef="#br0" timeOffset="129338.49">25215 16504 182 0,'0'0'1178'16,"0"0"-999"-16,0 0-121 16,0 0-14-16,0 0 90 15,0 0-1-15,0 0-33 16,-6 1-26-16,6-1-41 16,1 0-2-16,5 0 7 15,5-3-10-15,4-5 5 16,1-3-10-16,5-3-11 15,-1-3 2-15,0-2-14 16,1 1-6-16,-4-2 5 16,0 2 0-16,-1 0-9 15,-3 1 10-15,-4 4 10 0,-3 4 5 16,-3 5-14-16,0 1 13 16,-3 3 15-16,0 0-18 15,0 0-10-15,0 0 6 16,0 0-6-16,0 0-2 15,0 9-2-15,0 6 3 16,-6 8 13-16,-2 7-4 16,-1 2 2-16,-2 5-10 15,0-1 5-15,0 0-2 16,0-2-4-16,5-5-1 16,1-3-1-16,2-6-14 15,3-5-75-15,0-5-53 0,0-2-52 16,0-5-87-1,0-3-350-15,0 0-357 0</inkml:trace>
  <inkml:trace contextRef="#ctx0" brushRef="#br0" timeOffset="129836.86">25666 16269 1290 0,'0'0'275'0,"0"0"-227"0,0 0-41 16,0 0 67-16,0 0 46 15,0 0-25-15,0 0-47 16,8-10-24-16,3 10-11 16,1 0-3-16,3 10-8 15,1 1 8-15,0 4 1 16,0 3-10-16,0 4 14 16,-3 2-14-16,-2 3 6 15,-7 3 2-15,-4 6-3 16,0 0-4-16,-15 4 11 15,-7-2-12-15,-5-1 5 16,-1-4-6-16,1-6-1 16,5-4-54-16,2-2-106 15,7-5-59-15,5-8-291 0</inkml:trace>
  <inkml:trace contextRef="#ctx0" brushRef="#br0" timeOffset="130163.72">26161 16365 1532 0,'0'0'255'0,"0"0"-175"15,0 0 43-15,0 0 14 16,0 0 0-16,0 0-87 16,0 0-48-1,24-6 11-15,1 6 2 0,5 3-3 16,4 1-12-16,1 2 0 16,-1-2 9-16,-1-1-9 15,-2-1-13-15,-3 1-53 16,-4-1-72-16,-5-1-59 15,-8 0-113-15,-8 1-463 0</inkml:trace>
  <inkml:trace contextRef="#ctx0" brushRef="#br0" timeOffset="130451.58">26077 16508 1066 0,'0'0'289'0,"0"0"-224"15,0 0-64-15,0 0 63 16,0 0 39-16,0 0 8 16,0 0-45-16,79 22-33 15,-46-17-9-15,6 2-5 16,0-1-18-16,1-2 14 16,2 0-15-16,1-2-19 15,-1-2-13-15,21 0-119 16,-11 0-212-16,-6-6-511 0</inkml:trace>
  <inkml:trace contextRef="#ctx0" brushRef="#br0" timeOffset="130891.78">26917 16409 742 0,'0'0'678'16,"0"0"-582"-16,0 0 55 15,0 0 19-15,0 0-91 16,0 0-34-16,0 0-12 15,-76-1 4-15,60 15-25 16,2 5 0-16,2 2-11 16,5 3 16-16,4 2 0 15,3 2-9-15,0 0-7 16,13-3 22-16,10-2-22 0,7-3 26 16,8-7-13-1,8-6-3-15,2-5-6 0,3-2-5 16,-4-6 0-16,-5-8 1 15,-9-3-1-15,-7 0-13 16,-10-1 7-16,-4-3 6 16,-11 0 0-16,-1-3 0 15,-3-1 0-15,-16 2 4 16,-3 2-2-16,-2 1 10 16,0 4 8-16,-1 3-9 15,-1 4-11-15,4 3-9 16,2 2-52-16,1 4-17 15,0 0-93-15,5 0-140 0,4 0-759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21:37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11668 6597 1317 0,'0'0'225'16,"0"0"-171"-16,0 0 26 15,0 0-34-15,0 0 13 16,0 0 1-16,-43-13-9 15,43 13-9-15,0 0-9 16,0 0-29-16,0 0-4 16,0 4-9-16,10 13 5 15,8 9 3-15,8 6 2 16,5 10-1-16,6 6 15 16,6 5-2-16,4 4-7 15,14 15-6-15,13 16 0 0,17 16 1 16,5 2-1-1,-4-10 1-15,-15-18-1 0,1-9 6 16,-9-12-6-16,-12-8-7 16,-4-4 7-16,-15-11-54 15,1 2-19-15,1 2-84 16,5 2 39-16,3-6-63 16,-11-10-137-16,-12-11-368 0</inkml:trace>
  <inkml:trace contextRef="#ctx0" brushRef="#br0" timeOffset="370.41">13120 6759 889 0,'0'0'503'0,"0"0"-442"16,0 0-54-16,0 0 23 16,0 0 11-16,0 0 4 15,-87-71 41-15,60 71-6 16,-4 0-37-16,-3 7-1 16,-7 12-17-16,-5 9 14 15,-6 7-5-15,-21 16-18 16,-23 18-7-16,-26 22 15 15,-12 6-5-15,2 2 0 0,8-8-19 16,17-10 16-16,7-2-10 16,17-13-6-16,20-14-14 15,20-12 13-15,8-8-28 16,0 1-38-16,0 1-61 16,0 4-34-16,9-13-337 15,10-9-306-15</inkml:trace>
  <inkml:trace contextRef="#ctx0" brushRef="#br0" timeOffset="10594.98">15013 6978 82 0,'0'0'516'16,"0"0"-385"-16,0 0-35 15,0 0 57-15,0 0-38 16,0 0-48-16,9-13-16 16,-8 7-2-16,2 1-17 15,-3 0-21-15,0 3 12 16,0-3 1-16,0 2 19 0,0-1-23 15,-4 1 4 1,-6 0 6-16,-4 1-15 0,-2 0 5 16,-1 2 35-16,-4 0-33 15,-1 0 9-15,-4 7-18 16,-2 5-2-16,0 2 8 16,1 2-8-16,0 2 15 15,2 0 0-15,4 3 21 16,0 2-11-16,5 0-18 15,4-1-2-15,4 1 4 16,5-2-14-16,3 1 5 16,0-1-10-16,0-1 9 15,9 0-4-15,5-4-6 16,2-4 0-16,5-5 0 16,0-4 1-16,4-3 0 0,5-3-1 15,3-18-53-15,1-9-1 16,2-5-108-16,0-6-61 15,-5 0-1-15,-5-1 91 16,-6 0-56-16,-3-2 131 16,-7 1 57-16,-5 0-8 15,-2-2 9-15,-3 0 0 16,0 1 23-16,0 2-13 16,0 2 53-16,0 6-42 15,-3 7 107-15,-2 6 34 16,1 7-33-16,-1 7-14 0,2 3-2 15,-1 2 1-15,3 2-20 16,-1 0-54-16,0 0 8 16,1 2-48-16,-1 9 1 15,-1 7 10-15,0 8 39 16,0 6-18-16,-1 3 1 16,-1 5-17-16,1 1 13 15,1 3-4-15,3 2-14 16,0 2-9-16,0 0 13 15,0 0-14-15,0-3-1 16,6-2 1-16,4-8 0 16,1-4-1-16,4-8 0 15,0-8-37-15,2-5-27 16,0-9-36-16,2-1-27 0,1-8-22 16,-1-13 46-16,2-5 0 15,-2-5 68-15,-2-2 22 16,-1-1 11-16,-4 1-65 15,-3 5 67-15,-3 4 9 16,0 7 6-16,-3 8 21 16,-3 5-10-16,0 4-12 15,0 0 23-15,0 0-21 16,0 6 32-16,0 8 23 16,0 5 15-16,-5 2 0 15,1 4-40-15,1 2 1 16,0 3-2-16,2-1-15 15,1 2 14-15,0-2-31 0,0-4 0 16,0-6-7 0,4-3-6-16,6-7-13 0,1-7 7 15,4-2-6-15,0-2-16 16,4-16-8-16,2-6 6 16,0-5-9-16,1-5-15 15,-4 0-2-15,0 0 56 16,-6 3 0-16,0 7 14 15,-6 6-3-15,-1 8 4 16,-4 6 7-16,-1 4-5 16,0 0 5-16,0 0-3 15,0 6-1-15,0 9 26 16,0 6-11-16,0 4 5 16,0 7-2-16,0-2-20 15,0 3-2-15,5 0 4 0,2-6-10 16,5-2-6-16,0-7-2 15,4-4-3-15,1-7-7 16,4-7 6-16,2 0-24 16,0-8 10-16,2-13 11 15,2-5 7-15,-2-5-18 16,-1 0 18-16,-3 0 5 16,-3 4-5-16,-6 6 1 15,-3 7 1-15,-5 5 6 16,-2 7-8-16,-2 2-4 15,0 0-14-15,0 0 18 16,0 8 0-16,0 6 31 0,0 6-9 16,1 1 3-16,-1 5-3 15,0-1-21-15,2-1 0 16,1-2 18-16,1-3-18 16,3-6-1-16,1-5-14 15,1-5 5-15,2-3-9 16,0 0-26-16,3-10 44 15,2-8 1-15,1-5-1 16,2-3-1-16,-1-2-16 16,0 3 17-16,-2 4 6 15,-4 4-6-15,-3 7 6 16,0 5-15-16,-3 5 9 16,-1 0-19-16,-1 4-4 0,-1 11 23 15,2 5 31 1,-2 4-16-16,0 1-15 0,2-1 22 15,3-3-22-15,4-2 0 16,7-5-8-16,7-4 0 16,8-7 2-16,9-3-10 15,6-7-42-15,5-15-4 16,-1-3-45-16,-4-4 41 16,-4-3 23-16,-5 3 23 15,-9 1 20-15,-8 2 0 16,-9 5 0-16,-6 4 21 15,-8 3 8-15,0 4 44 16,-8 2 8-16,-8 3 13 0,-4 4-22 16,-3 1-35-1,-4 0-10-15,-1 13 2 0,-2 5-11 16,1 4 1-16,1 4-18 16,1 4 14-16,5 0 7 15,2 3-22-15,8-3 0 16,4-2 1-16,8-6 0 15,0-4-2-15,5-6-10 16,10-5-1-16,2-5-2 16,1-2-8-16,3-6 22 15,1-12-8-15,-1-7 8 16,0-1-9-16,-1-2-4 16,-3-2 13-16,-1 3-1 15,-4 2 0-15,-1 5 1 0,-2 6 5 16,-5 5-5-16,-1 5 0 15,-1 4-10-15,1 0-7 16,1 1 15-16,2 12-15 16,1 7 17-16,0 7 13 15,-3 8 7-15,1 8-6 16,-2 6-12-16,0 7 16 16,-3 15-1-16,0 15-16 15,0 13 10-15,0-8 2 16,-3-18-12-16,0-23 10 15,-2-13-10-15,1 1 6 16,-4 2 5-16,-1-3-12 16,2-5 1-16,-2-11 0 0,0-5 5 15,-3-8 3 1,3-5-8-16,-2-3 0 0,0-2 14 16,2-14-15-16,1-9 19 15,4-9-19-15,4-5-1 16,0-8 0-16,10-1-16 15,8-2-11-15,9 0 7 16,4 1-29-16,4 1-11 16,2 0-33-16,3 0-22 15,0-1 2-15,5-3-37 16,15-22-84-16,-12 10-157 16,-9 9-279-16</inkml:trace>
  <inkml:trace contextRef="#ctx0" brushRef="#br0" timeOffset="10888.34">15719 6601 1713 0,'0'0'238'16,"0"0"-158"-16,0 0-56 0,0 0-24 15,0 0-11-15,0 0 9 16,0 0-13-16,10-3 15 16,18 14 2-16,11 2 7 15,13 1-9-15,22 0-8 16,24-4-69-16,24-3-141 15,-16-3-117-15,-20-4-314 0</inkml:trace>
  <inkml:trace contextRef="#ctx0" brushRef="#br0" timeOffset="11736.77">17337 6883 864 0,'0'0'124'0,"0"0"-124"16,0 0 0-16,0 0 10 0,0 0 53 16,0 0 49-1,0 0 33-15,-10-47-7 16,0 40-6-16,-4 2-17 16,-2 2 8-16,-4 3-6 0,-2 0-70 15,-2 7-12-15,-1 10-10 16,1 3-7-16,0 1 1 15,3 3-18-15,3 0 14 16,3-1 6-16,6 1-21 16,3-1 9-16,6 1-8 15,0-1-1-15,0-3 1 16,12-2-1-16,6-4-12 16,2-4 11-16,3-6-9 15,3-4 3-15,2 0-9 16,2-17-8-16,0-5-49 0,-2-8 20 15,-4-4-29 1,0-3 27-16,-3-5-49 0,-5-4 69 16,1-3 15-16,-5-4 2 15,-1-2 17-15,-3 0-21 16,-2 2 22-16,-2 4 12 16,-2 6 2-16,-2 9 21 15,0 7 7-15,0 10 30 16,0 7 8-16,0 6 7 15,0 3-26-15,0 1-1 16,0 0-33-16,-2 0-5 16,-1 10-16-16,0 9 25 15,-3 11 1-15,-1 10 12 16,-2 9-8-16,2 4 14 0,1 7-20 16,1-1-5-16,0 2-16 15,3-5 13-15,2-3-11 16,0-3-11-16,0-8 0 15,2-5-3-15,6-7 3 16,0-8-11-16,-1-5-31 16,2-7-44-16,-3-7-51 15,3-3-48-15,7-14-62 16,-2-9-6-16,-1-3-553 0</inkml:trace>
  <inkml:trace contextRef="#ctx0" brushRef="#br0" timeOffset="12282.89">17698 6815 1092 0,'0'0'171'0,"0"0"-110"15,0 0-20-15,0 0 1 16,0 0 56-16,0 0 10 15,0 0-25-15,0 5-30 16,0 2-37-16,0 5 6 16,0 7 14-16,0 3 5 15,0 5 5-15,0 3 11 16,0 1-18-16,-1 1 5 16,-2-1-16-16,0 1-9 15,3-6 9-15,0-5-19 0,0-4-3 16,0-7 1-16,0-6-7 15,0-4 0-15,0 0-27 16,7-5 27-16,4-12 31 16,0-9-31-16,3-3-7 15,0-5-2-15,0-1 3 16,0-1 6-16,-1 6-6 16,-1 5 6-16,1 9 2 15,0 4-2-15,-3 6-6 16,2 5 5-16,-1 1-5 15,-2 0 0-15,1 1-6 16,-3 11 12-16,1 2 15 16,-4 5-7-16,1 5 18 0,-3 5 8 15,-2 2 7-15,0 0-7 16,0 0-17-16,0-2 6 16,0-5 0-16,0-5-23 15,0-6 0-15,0-5-6 16,0-3 0-16,0-5-25 15,5 0-74-15,4 0-17 16,8-26 18-16,-1 2-121 16,-2-3-505-16</inkml:trace>
  <inkml:trace contextRef="#ctx0" brushRef="#br0" timeOffset="12825.37">17767 6542 1152 0,'0'0'215'0,"0"0"-166"16,0 0 0-16,0 0 1 15,0 0-5-15,0 0 23 16,0 0-7-16,-11-78-13 16,14 71-17-16,4 0-22 15,0 3 3-15,2 1 8 16,1 3-17-16,2 0 3 15,3 3 3-15,0 10 11 16,6 2 15-16,-1 3-22 16,3 1 8-16,3-1-6 15,-1-4-14-15,0-1-1 16,0-6 9-16,0-5-8 16,0-2 0-16,0 0 8 15,-1-5-9-15,-3-9 4 16,-3-3-4-16,-6-1-29 0,-3-1 0 15,-8-1-34 1,-1 2-9-16,0-2-56 0,-16 3-39 16,-18 3-93-16,4 6-258 15,-3 4 166-15</inkml:trace>
  <inkml:trace contextRef="#ctx0" brushRef="#br0" timeOffset="13200.2">17041 6691 880 0,'0'0'387'0,"0"0"-251"16,0 0-103-16,0 0-21 15,0 0 8-15,0 0 63 16,0 0 3-16,10 0-28 16,6-1 2-16,10-1-12 15,5 2-24-15,3-1-18 0,4 1-6 16,3 0-8-1,0 0-8-15,18 0-98 0,-12 4-158 16,-6-1-754-16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27:29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5432 8276 684 0,'0'0'192'0,"0"0"-101"16,0 0 33-16,0 0 7 15,0 0-15-15,-28 9-19 16,26-9 2-16,1 0-49 15,1 1-13-15,0-1-14 16,0 0-14-16,0 0 5 16,0 0-8-16,0 0-5 15,0 0-1-15,0 0-19 16,0 0-3-16,0 1-7 16,3 4 29-16,5 0 1 15,3 2-1-15,1 0-2 16,4-1-6-16,2-1-53 15,0 1-3-15,15-5-19 0,-6-1-182 16,-2 0-329-16</inkml:trace>
  <inkml:trace contextRef="#ctx0" brushRef="#br0" timeOffset="2797.23">5566 8376 717 0,'0'0'277'0,"0"0"-161"16,0 0 4-16,0 0 29 16,0 0-11-16,0 0-36 15,0 0-50-15,0 0-8 16,0-3-10-16,0-4 17 0,0-1-22 15,-2-4-17 1,-5 2-5-16,-2-1 8 0,-3 3-4 16,-1-1-10-16,-4 4 16 15,-2 1-5-15,4 4 9 16,-4 0 5-16,-2 0-17 16,3 11 6-16,-3 5-14 15,4 6-1-15,0 3 0 16,3 1 0-16,1-1-1 15,4-1 1-15,3-1-9 16,3-5 9-16,0-1-9 16,3-3-1-16,0-1 0 15,0-5-2-15,7-1 2 0,4-2-31 16,1-5 41 0,3 0 0-16,1 0 0 0,2-7-24 15,3-8 24-15,-3 0 20 16,-2-5 10-16,-1 2-21 15,-3-1-8-15,-3 2 19 16,-3 3-19-16,-1 1 7 16,-2 5-7-16,-2 2-1 15,-1 4 12-15,3 0-12 16,-3 2-11-16,0 0 11 16,0 0-1-16,0 0-1 15,0 0-23-15,0 3-5 16,0 5 3-16,4 9 27 15,1 7 18-15,-1 10 8 0,-1 10 1 16,-1 8-2-16,-2 6-8 16,0 3 2-16,0-3-4 15,0-5-15-15,0-2 0 16,0-3 12-16,-6-2-11 16,-3 1 5-16,-3-5 2 15,-3 0-8-15,2-8 3 16,-1-2-3-16,-2-8 0 15,5-6-1-15,1-8-12 16,1-7 7-16,0-3-13 16,3-9-59-16,3-16 9 15,0-9 5-15,3-10 11 16,0-5 36-16,1-2 1 0,13-1 0 16,5 1 16-16,1 2 0 15,10-1 4-15,1 3-4 16,6-3 0-16,2 2 0 15,3 1-16-15,16-9-126 16,-9 11-135-16,-10 8-252 16</inkml:trace>
  <inkml:trace contextRef="#ctx0" brushRef="#br0" timeOffset="3285.12">5914 8287 466 0,'0'0'148'0,"0"0"-61"15,0 0 41-15,0 0 134 16,0 0-1-16,0 0-67 15,0 0-91-15,-18-24 17 16,7 30-56-16,-2 8-45 16,-2 7-8-16,0 6 12 15,-1 7-4-15,2 1 8 16,4 2-4-16,2-2-2 16,5-3-1-16,3 1-18 15,0-2-1-15,2-2-1 16,7-3-2-16,9-5-5 15,1-4-15-15,2-7 1 16,4-5 9-16,5-5-67 16,0 0-48-16,4-9-56 0,9-22-193 15,-11 1-217-15</inkml:trace>
  <inkml:trace contextRef="#ctx0" brushRef="#br0" timeOffset="3872.34">6030 8369 1041 0,'0'0'187'0,"0"0"-129"16,0 0 94-16,0 0-12 15,0 0-6-15,0 0-112 16,0 0-22-16,-16-27 0 16,24 23 0-16,3 1 1 15,3 3-1-15,0 0-5 16,0 0 4-16,-1 6-7 0,-2 8 8 15,-4 6 16-15,-1 4-1 16,-3 2-1-16,-3 4 29 16,0 0 6-16,0-2-5 15,-9-1-12-15,0-3 2 16,0-5-3-16,2 0-16 16,1-7-14-16,4-3 3 15,2-5-4-15,0-4-13 16,0 0-69-16,8-1 20 15,8-13 18-15,5-6-29 16,0-7-8-16,1-2-58 16,-1-4 33-16,-6 5 106 15,0 2 51-15,-6 5 13 0,0 8-20 16,-4 5-12 0,-3 5-2-16,0 3 8 0,-2 0 12 15,0 0-11-15,0 0-17 16,0 0 42-16,0 7 14 15,-7 4-43-15,-1 5-23 16,2 4 0-16,1 0-11 16,4 2 7-16,1 1-8 15,0 0 0-15,0 1 0 16,3-4 0-16,9 2-8 16,3-5 1-16,3-3-3 15,4-4 4-15,3-3-21 0,5-7-66 16,15-6-24-16,-3-11-87 15,-8-3-464-15</inkml:trace>
  <inkml:trace contextRef="#ctx0" brushRef="#br0" timeOffset="4233.96">6554 8215 1154 0,'0'0'199'16,"0"0"-188"-16,0 0-8 0,0 0 23 15,0 0 12 1,0 0-2-16,0 0 18 0,64 44-16 16,-46-21 49-16,0 2-10 15,-1 7 4-15,-6 4-4 16,0 2-47-16,-4 0-3 15,-6 0 0-15,-1-1-5 16,0-3-5-16,-1-4-9 16,-8 0-7-16,0-4 19 15,0-4-20-15,2-5 0 16,4-7-119-16,3-4-257 16,0-6-761-16</inkml:trace>
  <inkml:trace contextRef="#ctx0" brushRef="#br0" timeOffset="4577.92">7183 8369 1400 0,'0'0'179'0,"0"0"-69"16,0 0 3-16,0 0-36 15,0 0-31 1,0 0-46-16,0 0 1 0,-1 9 7 16,20-4 9-1,3 1 5-15,3 0-21 0,1-2 6 16,3-2-6-16,-1 0 1 15,2-1 3-15,-2-1-5 16,-1 0-64-16,1 2-80 16,-1-1-99-16,-7 2-329 15,-7-2-119-15</inkml:trace>
  <inkml:trace contextRef="#ctx0" brushRef="#br0" timeOffset="4892.46">7149 8629 1235 0,'0'0'241'15,"0"0"-187"-15,0 0-35 16,0 0 37-16,0 0 5 16,0 0 11-16,0 0-44 15,34 7-15-15,-13-3-13 16,1 0 9-16,4 2 1 15,4-2-10-15,7 0 0 16,2-1 1-16,22 1-1 16,-4-1-138-16,-8-1-535 0</inkml:trace>
  <inkml:trace contextRef="#ctx0" brushRef="#br0" timeOffset="25426.1">8383 8308 504 0,'0'0'157'0,"0"0"-16"0,0 0 98 16,0 0-48-16,0 0-49 16,0 0-13-16,-11-14-36 15,10 13-49 1,1 0-8-16,0 1-4 0,0 0-8 15,0 0 2-15,-2 0-13 16,2 0-10-16,0 0-3 16,0 0-4-16,0 8-2 15,6 2-3-15,3 1 9 16,3 0 0-16,-1-4-5 16,1-3-6-16,1-2 11 15,1-2-13-15,0 0 0 16,0-6 13-16,-1-7 0 15,-2-3-7-15,-4-4-27 16,-2-1-36-16,-2-1 42 16,-3 1 28-16,0 1 12 15,-2 2 20-15,-7 3-4 0,0 2 18 16,-1 4-8 0,2 5-7-16,1 3 33 0,1 1-11 15,1 0-28-15,0 7-24 16,-1 10 8-16,-2 6 1 15,5 5-9-15,-3 3 0 16,1 4 17-16,1 4-4 16,0 3 20-16,1 1-16 15,1 4 8-15,-1 1-14 16,0 3-1-16,2 2-9 16,-1 4 11-16,1 1-12 15,-1-2 5-15,2-2-6 16,0-5 0-16,0-7-1 0,0-6-2 15,0-9-35-15,0-9-20 16,0-7-68-16,2-5-67 16,-2-6-6-16,0 0 58 15,0-6-15-15,-5-13-229 16,-14-20-3-16,1 4 221 16</inkml:trace>
  <inkml:trace contextRef="#ctx0" brushRef="#br0" timeOffset="25673.98">8277 8771 228 0,'0'0'325'0,"0"0"-96"16,0 0-79 0,0 0-1-16,0 0-24 0,0 0 28 15,0 0-35 1,39-35-31-16,-20 18-14 0,1-1-25 16,0-4-20-16,3-3 26 15,1-3-41-15,3-3-7 16,1-4-6-16,3-1-57 15,11-6-112-15,-9 9-195 16,-7 9-386-16</inkml:trace>
  <inkml:trace contextRef="#ctx0" brushRef="#br0" timeOffset="26026.51">8838 8269 1189 0,'0'0'188'0,"0"0"-125"16,0 0 60-16,0 0-25 15,0 0 43-15,0 0-30 16,0 0-49-16,-44-2-37 15,33 14-10-15,-1 5-1 16,0 4-7-16,1 4 6 16,1 2 2-16,1 3-3 15,2-1 0-15,2 0 2 16,5 0-6-16,0-2-2 0,0 0-6 16,6-2-8-1,9-1 8-15,3-4-29 0,4-3-20 16,5-6-34-16,3-2-38 15,19-9-78-15,-7 0-65 16,-5-12-591-16</inkml:trace>
  <inkml:trace contextRef="#ctx0" brushRef="#br0" timeOffset="26551.24">9090 8332 869 0,'0'0'211'0,"0"0"-33"16,0 0-33-16,0 0-38 16,0 0-3-16,0 0-29 15,0 0-9-15,-14 0-27 16,14 0-24-16,0 0-15 15,0 0-10-15,0-1 0 16,3-1 10-16,5-1 11 16,0 1-2-16,0 0-6 15,1 1-3-15,-1 1 0 16,-2 0-6-16,4 0-1 16,-1 0 6-16,-1 8 1 0,-2 4-1 15,1 2 1 1,-4 7 0-16,-2 4 25 0,-1 5 4 15,0 4-1-15,-4 1 13 16,-6 2-14-16,1-3 1 16,1-3-15-16,-2-4-1 15,7-7-3-15,1-8-9 16,1-3-1-16,1-7-7 16,0-2-45-16,3 0-94 15,15-14 77-15,7-24-97 16,-2 3-362-16,-4 1-141 0</inkml:trace>
  <inkml:trace contextRef="#ctx0" brushRef="#br0" timeOffset="26888.76">9269 8257 616 0,'0'0'215'16,"0"0"-145"-16,0 0-11 15,0 0 136-15,0 0-8 16,0 0-54-16,0 0-28 15,0-4-18-15,0 4-33 16,0 0 0-16,0 0-5 16,0 0 0-16,-3 0-15 15,1 0-15-15,-1 0-10 16,0 4 13-16,-1 1-3 16,1-1 0-16,2 2-9 0,-2 2 2 15,1 2-1 1,-1 4-9-16,2 2-2 0,-1 2 9 15,2 0-8-15,-1 2 8 16,1 1-9-16,0 2 6 16,0-1 11-16,0 3-4 15,7-2-12-15,6-2 6 16,3 1-7-16,6-5-7 16,3-3 0-16,6-6-12 15,4-4-57-15,1-4-21 16,16-4-75-16,-10-10-157 15,-6 0-544-15</inkml:trace>
  <inkml:trace contextRef="#ctx0" brushRef="#br0" timeOffset="27242.43">9721 8352 1126 0,'0'0'244'0,"0"0"-175"16,0 0-33-16,0 0 10 0,0 0 17 16,0 0-22-16,0 0-21 15,-6 16 3-15,6-3 23 16,0 5 3-1,0 3-8-15,-3 4-17 0,-1 4 11 16,-2 0-16-16,-2 1-13 16,-2-2-6-16,4-3 8 15,-2-1-8-15,1-5-15 16,-2-2-86-16,5-5-135 16,-1-6-501-16</inkml:trace>
  <inkml:trace contextRef="#ctx0" brushRef="#br0" timeOffset="29166.06">9936 8293 339 0,'0'0'220'15,"0"0"-106"-15,0 0 89 16,0 0 25-16,0 0-67 16,0 0-37-16,0 0-32 15,0-11 12-15,-2 11-28 16,1 0-20-16,-3 0 15 16,-1 0-2-16,-4 0-40 0,1 10-11 15,-2 2-17-15,0 4 11 16,1 3 3-16,0 3-13 15,4 2 4-15,2-2 6 16,3 1-5-16,0-1-1 16,0-2-5-16,5 0 0 15,8-2-1-15,2-2-5 16,1-5 1-16,3-1 4 16,0-4 1-16,2-5 6 15,-2-1-6-15,2 0 7 16,3-14-8-16,-3-6-9 15,1-4-32-15,-3-3 3 16,-6 0-6-16,-6-1 43 0,-4 0 1 16,-3 3 13-16,0-1 4 15,-12 4 4-15,-3 3-1 16,-3 5 19-16,3 3-4 16,-1 5 3-16,1 3-19 15,2 3-5-15,0 0-4 16,2 0-10-16,2 9-1 15,1 1 0-15,2 3-7 16,-1 1-3-16,7 0-45 16,0 1-68-16,0 3-65 15,9-3-94-15,1-2-589 0</inkml:trace>
  <inkml:trace contextRef="#ctx0" brushRef="#br0" timeOffset="29622.46">10368 8101 1430 0,'0'0'160'15,"0"0"-130"-15,0 0-15 16,0 0-9-16,0 0 8 15,0 0-1-15,0 0 6 16,17 16 22-16,-2-2-1 16,0 6-2-16,1 6-11 15,-2 7 0-15,-1 4 8 16,-6 8-3-16,-2 1 2 16,-5 4-22-16,0 0 5 15,-6-2-5-15,-13 0-12 16,-8 1 0-16,-27 21-37 0,5-11-126 15,-3-7-199-15</inkml:trace>
  <inkml:trace contextRef="#ctx0" brushRef="#br0" timeOffset="32879.05">7137 10171 1735 0,'0'0'212'0,"0"0"-146"16,0 0-49-16,0 0 2 15,0 0 37-15,0 0 10 16,-19 0-4-16,19 0-47 15,0 0-15-15,7 0-21 16,11 0 21-16,7 3 1 16,7 2 4-16,2 2 1 15,5-1-7-15,1 1 1 16,3-3 0-16,-2 1-1 16,-2-2-94-16,-1-2-18 15,-7 0-63-15,1-1-31 16,-11 2-131-16,-9-1-547 0</inkml:trace>
  <inkml:trace contextRef="#ctx0" brushRef="#br0" timeOffset="33107.8">7106 10367 1422 0,'0'0'212'0,"0"0"-170"16,0 0-16-16,0 0 20 0,0 0-30 15,0 0 54-15,0 0-6 16,71 3-42 0,-39-2-14-16,2 1-1 0,2 1-6 15,7-2 4-15,2 0-5 16,24-1-85-16,-11 0-137 15,-6 0-402-15</inkml:trace>
  <inkml:trace contextRef="#ctx0" brushRef="#br0" timeOffset="42036.92">23774 2490 948 0,'0'0'159'15,"0"0"-118"-15,0 0-11 16,0 0 48-16,0 0-15 16,0 0-15-16,-26-15 2 15,26 13 10-15,-1 0 4 16,1 2-21-16,0 0-24 15,0 0-4-15,0 0-14 16,0 0 11-16,0 0 1 16,0 0-13-16,0 0-9 0,0 0-1 15,0 9 10-15,0 6 8 16,0 4 5-16,0 6-12 16,0 7 18-16,0 4-18 15,0 8 13-15,0 7-3 16,0 4-3-16,-3 4 2 15,1 3-10-15,2 2 1 16,0 12 11-16,0 15-12 16,0 16 5-16,0 7-5 15,0-4 0-15,0-7 1 16,-6-8-1-16,2 2 1 16,-3 6 4-16,2-2-5 15,-1 1-1-15,-3 1-6 16,0-1 7-16,-3 1 1 0,0 1-1 15,-1-2 0-15,1 2 5 16,-4-2-5-16,2-3-1 16,1-5 0-16,4-18 1 15,3-17-1-15,1-13-26 16,-1-8-45-16,-1 4-48 16,1 3 46-16,-2 2-46 15,1-8-31-15,-3 0-53 16,2-13-59-16,0-9-96 0</inkml:trace>
  <inkml:trace contextRef="#ctx0" brushRef="#br0" timeOffset="42767.73">22377 3903 1373 0,'0'0'98'0,"0"0"-61"16,0 0-31-16,0 0-4 15,0 0 5-15,0 0-7 16,0 0 9 0,-74 0 16-16,74 0-25 0,1 0-23 15,14 0 23-15,6 0 8 16,9 3 14-16,11 3-4 15,10 0 5-15,22 0-9 16,29-3 4-16,36-3 17 16,19 0-13-16,7-6-9 15,4-8-12-15,-2-3 11 16,8-1 1-16,9-5-13 16,5 2 0-16,1-1 12 15,1 2-12-15,3 4 1 16,-5 2 0-16,-5 3 1 0,-4 1 8 15,-3 3-10 1,-7 1 0-16,-8 4 4 0,-9-1-3 16,-13 1-2-16,-19 1-4 15,-15-2 5-15,-23 2 8 16,-24-2-8-16,-16 1-6 16,-8 1 5-16,2-1-96 15,-4-2-69-15,-7 0-407 16,-16-2-189-16</inkml:trace>
  <inkml:trace contextRef="#ctx0" brushRef="#br0" timeOffset="43599.82">23805 2552 68 0,'0'0'196'0,"0"0"-92"16,0 0-81-16,0 0-23 16,0 0-23-16,0 0 17 15,0 0 6-15,-46 19-12 16,38-11-51-16,1-2-17 15</inkml:trace>
  <inkml:trace contextRef="#ctx0" brushRef="#br0" timeOffset="43892.98">23805 2552 33 0,'-106'98'87'0,"100"-94"-57"16,2 2-20-16,1-1 18 16,1 0-7-16,2 2-21 15,0-2-6-15,0 1-120 0</inkml:trace>
  <inkml:trace contextRef="#ctx0" brushRef="#br0" timeOffset="44293.58">23778 3089 884 0,'0'0'56'0,"0"0"-56"16,0 0-32-16,0 0 9 15,0 0 10-15,0 0-82 16,0 0-215-16</inkml:trace>
  <inkml:trace contextRef="#ctx0" brushRef="#br0" timeOffset="44621.21">23835 3827 52 0,'0'0'0'15</inkml:trace>
  <inkml:trace contextRef="#ctx0" brushRef="#br0" timeOffset="58828.44">8797 9444 916 0,'0'0'232'0,"0"0"-127"16,0 0 111-16,0 0-110 16,0 0-25-16,0 0 18 15,-64-26 4-15,56 24-39 16,0 1-20-16,2 1-10 15,-2 0-9-15,0 0 4 16,-4 0-17-16,-3 4-4 16,3 9-6-16,-3 5-2 15,-3 1 1-15,4 4-1 0,1 1 0 16,3 0 5-16,-2 1-5 16,9 0-1-16,0 0-9 15,3 0 9 1,0 2 0-16,0-1-8 0,10-1 0 15,4 0 8-15,3-2-5 16,2-2 6-16,0-1-6 16,-1-3 6-16,1-3-1 15,-1 0-5-15,-6-1 6 16,2-2 6-16,-4 0-6 16,-3 2 4-16,-4 1-2 15,-3 3 2-15,0 3 5 16,0 4-9-16,-7 2 1 15,-6 3 15-15,-4 2-16 16,1 0 1-16,-2 0-1 16,-3 2 3-16,2-1-3 15,2-2 0-15,6-5 0 0,3-4 0 16,5-5-6-16,3-4 0 16,0-3-31-16,4-2-11 15,8-1-21-15,0-2 5 16,4 0 55-16,-2 2 9 15,2-1 10-15,-1 4 0 16,1 2-9-16,-2 4 12 16,-2 8 10-16,0 7-14 15,-3 8 1-15,-3 10 8 16,-3 7-8-16,-3 5 3 16,0 4-12-16,0-2 11 15,0-3 7-15,-3-4-11 16,-3-2 8-16,-2-6 19 0,-1-1-16 15,-1-4 6-15,1-4-16 16,1-3 2-16,0-4-2 16,3-2-9-16,1-5-1 15,1-3 0-15,1-4-27 16,1-6-38-16,1-2-85 16,0-9-131-16,1 0-316 15,4-2-308-15</inkml:trace>
  <inkml:trace contextRef="#ctx0" brushRef="#br0" timeOffset="61239.58">9885 9316 667 0,'0'0'298'0,"0"0"-186"16,0 0-81-16,0 0 9 16,0 0 59-16,0 0 20 15,0 0-37-15,-1 0-9 16,1 0-6-16,1-3-15 16,7-6 2-16,3-3 0 15,5-5-7-15,3-5-21 0,-1-4-26 16,6-2 1-1,-4 0-1-15,-3-1-7 0,-2 4-37 16,-6 4 15 0,-5 3 6-16,-4 3 21 0,0 5 4 15,0 5-1-15,-3 2 19 16,-4 1-2-16,-2 2 8 16,0 0 2-16,0 0 11 15,3 2-25-15,1 5-13 16,0 1-1-16,3 1 7 15,2 2-7-15,0 1-7 16,0 2 7-16,4 1 2 16,4 2 0-16,6 0-2 15,2 3 2-15,-1-1 14 0,3 1-6 16,-3 0 9-16,1 0 3 16,-4-3-10-16,0 1 17 15,-3-3-18-15,-5 1 0 16,-1-3 15-16,-3-3-17 15,0 0 7-15,0-3 11 16,-6 1-1-16,-4-1 7 16,-5-1 1-16,1-2 4 15,1-1 8-15,1-3-28 16,-1 0-4-16,4 0-14 16,1 0 5-16,4 0-5 0,2-6-35 15,2-1-61 1,0-1-71-16,5-6-28 0,22-9-11 15,-2 4-148 1,-2 1-586-16</inkml:trace>
  <inkml:trace contextRef="#ctx0" brushRef="#br0" timeOffset="62081.78">10310 9152 152 0,'0'0'530'15,"0"0"-446"-15,0 0 50 16,0 0 9-16,0 0 8 15,0 0-38-15,0 0-29 16,-7 22-9-16,7-22 7 16,0 0-1-16,0 0-30 15,0 0-20-15,0 0-15 16,0-8 7-16,7 0 14 16,2-2-27-16,-1 0-2 15,2 0-7-15,-2 4 8 0,-4 3-9 16,-1 3-18-16,0 0 4 15,0 0 13-15,-1 12 2 16,2 4 17-16,-4 3 7 16,0 7 1-16,0 2 15 15,0 3-11-15,0 1-4 16,0-2-1-16,-3-3-6 16,2-4 0-16,1-8 0 15,0-4-13-15,0-5-6 16,0-5-12-16,0-1-1 15,1 0 3-15,6 0 10 16,1-13 26-16,3-3-4 16,3-10-21-16,3-4 7 0,1-2-8 15,0-2-2-15,-2 2 2 16,5 5 0-16,-6 6 0 16,-2 7 2-16,-2 4-2 15,-4 6 0-15,-1 4-10 16,1 0-4-16,-2 0 13 15,1 0 1-15,-1 4-14 16,1 4 14-16,-2 4 12 16,2 2 7-16,-3 4-11 15,0 3 5-15,0 5 9 16,-2 1-12-16,1-2 1 16,-1-3-10-16,2-3 10 15,-1-3-11-15,-1-4 0 0,1-4 0 16,1-2 0-1,0-2-4-15,-3-2-2 0,6-2-33 16,-2 0-82-16,1-3-59 16,2-21 65-16,1 0-183 15,-3 0-567-15</inkml:trace>
  <inkml:trace contextRef="#ctx0" brushRef="#br0" timeOffset="62740.66">10664 9234 87 0,'0'0'934'0,"0"0"-804"15,0 0-3-15,0 0-69 16,0 0-14-16,0 0 22 15,0 0-22-15,45-59-21 16,-32 48-23-16,2 1 9 16,-1 3-2-16,-4 1 12 15,2 3 7-15,-5 3-11 16,1 0 5-16,-1 0 21 16,-1 6-31-16,0 7 41 0,-1 2-7 15,1 2-6-15,-3 2 3 16,2 3-2-16,-3-1 19 15,1 0-16-15,-2-1-18 16,1-1-10-16,-1 0 8 16,1-3-15-16,1-4 4 15,-3-1-11-15,3-4 0 16,-3-2 0-16,2-4-7 16,-1 0-28-16,2-1-63 15,-1 0-45-15,2 0-35 16,2-2-142-16,-3-7-507 0</inkml:trace>
  <inkml:trace contextRef="#ctx0" brushRef="#br0" timeOffset="63003.75">10398 8904 1557 0,'0'0'211'0,"0"0"-211"16,0 0-28-16,0 0 15 0,0 0 13 16,0 0-1-16,0 0-18 15,11 14 9 1,4-6-125-16,1-1-520 0</inkml:trace>
  <inkml:trace contextRef="#ctx0" brushRef="#br0" timeOffset="63411.12">11204 8931 534 0,'0'0'84'0,"0"0"73"16,0 0 68-16,0 0-25 15,0 0-39-15,0 0-41 16,0 0-44-16,-31 15-15 16,19-1 9-16,-2 5 31 15,-2 2-24-15,-2 4-4 16,5 2-26-16,-1 3 6 16,4-2-14-16,-1 1-21 15,5 0-9-15,5 0 9 16,1 1-17-16,0 0 0 0,4-2-1 15,11-2-7-15,3 0 7 16,3-6-44-16,7-3-65 16,1-8-55-16,11-7-92 15,-6-2-85-15,-4 0-523 0</inkml:trace>
  <inkml:trace contextRef="#ctx0" brushRef="#br0" timeOffset="64315.94">11370 9129 1081 0,'0'0'163'16,"0"0"-86"-16,0 0 93 15,0 0-64-15,0 0 8 16,0 0 11-16,0 0-47 16,-39-12-37-16,39 5-41 15,0-4 0-15,0 0-2 16,12-4-30-16,6 2 30 15,2 2 2-15,3 1 1 16,-1 4 0-16,1 4 0 16,-5 2 4-16,-2 0-5 15,-1 0 0-15,-3 2 2 0,-5 10 5 16,-1 3 8 0,-6 7 5-16,0 3 27 0,0 7 0 15,-6 3-18-15,-6 1-7 16,-1-2 19-16,2-3-23 15,4-4 6-15,0-6-18 16,5-4 1-16,2-7-7 16,0-3-15-16,0-6-13 15,9-1 3-15,3 0-3 16,9-9-47-16,0-10 15 16,1-8-10-16,0-4 18 15,-2-6-25-15,-4-1 46 16,-4 0 25-16,-3 0-8 15,-7 5 14-15,-2 3 10 0,0 8 30 16,-2 8 36-16,-5 6 26 16,1 4-17-16,1 2-4 15,1 2-35-15,1 0-17 16,0 0-21-16,0 3-8 16,-3 8 1-16,0 3-1 15,3 3 0-15,0 3 3 16,0 3-3-16,3 0 8 15,0 2-8-15,0 0 0 16,8-1 0-16,6-2-11 16,3 0-10-16,5-5 8 15,6-3-69-15,22-6-41 16,-7-5-62-16,-4-3-193 0</inkml:trace>
  <inkml:trace contextRef="#ctx0" brushRef="#br0" timeOffset="65601.87">12047 9234 258 0,'0'0'129'0,"0"0"-77"15,0 0 7-15,0 0 71 16,0 0-18-16,0 0-32 15,0 0-1-15,8 0 32 16,-7 0-40-16,2 0 3 16,-2 0 49-16,-1 0-36 15,3 0-14-15,-1-6-36 16,2 1 3-16,-1-4-1 16,0-1-30-16,-1 0 4 15,-1 1 1-15,-1 0-1 16,0 1 8-16,0 2-11 0,0 3 22 15,0 2 66-15,0 1-37 16,0 0-27-16,0 0 7 16,-1 0-21-16,-4 3-4 15,-1 8-15-15,0 2 0 16,-1 1 5-16,3 1-6 16,2-1-5-16,1 1 4 15,1-4-5-15,0-1-6 16,7-3-76-16,6-3-97 15,-1-4-366-15</inkml:trace>
  <inkml:trace contextRef="#ctx0" brushRef="#br0" timeOffset="66420.57">12344 8976 211 0,'0'0'166'0,"0"0"37"0,0 0-64 16,0 0 41-16,0 0 83 15,0 0-103-15,0 0-34 16,-15-17 5-16,12 17-12 16,-3 0-46-16,-3 3-51 15,-1 5-13-15,1 4 10 16,0 0-9-16,0 4 5 15,0-1-1-15,1 3 7 16,4 2 4-16,2 2-8 16,2-1-16-16,0 0 24 15,0 1-24-15,3-2 6 16,8-3-7-16,2-3-1 16,2-3 0-16,4-4-23 15,1-4 24-15,4-3 22 16,-2-1-20-16,2-13-2 15,-3-4-24-15,-3-5-2 0,-6-1-4 16,0 0 30-16,-8-1 12 16,-4-2 14-16,0 1-9 15,-6 0-3-15,-10-1-6 16,-1 3-1-16,-5 2-1 16,3 6-5-16,1 5-1 15,0 2 13-15,4 6-13 16,3 3-14-16,5 0-55 15,1 0-33-15,5 0-19 16,0 7-45-16,9 0-88 16,1-1-354-16</inkml:trace>
  <inkml:trace contextRef="#ctx0" brushRef="#br0" timeOffset="66683.64">12650 8802 1092 0,'0'0'128'0,"0"0"-37"16,0 0-7-16,0 0-49 16,0 0 27-16,0 0 63 15,0 0-53-15,91 40-24 16,-75-18-20-16,2 5-8 15,-6 6 5-15,-2 0-7 16,-5 6 18-16,-5 3 18 0,-3 3-23 16,-18 3-13-16,-4 2-18 15,-11-1-11-15,-5 0-30 16,-39 16-75-16,11-11-220 16,1-9-718-16</inkml:trace>
  <inkml:trace contextRef="#ctx0" brushRef="#br0" timeOffset="67537.42">10088 9753 801 0,'0'0'182'0,"0"0"-111"16,0 0 108-16,0 0-31 16,0 0 28-16,0 0-35 15,0 0-30-15,-6-10-48 16,6 10-28-16,0 0-13 16,2 0-21-16,11 0-1 15,5 0 20-15,9 0 2 16,13 0 6-16,8 2-6 15,21 0 1-15,27-2-1 16,30 0 6-16,11 0-6 16,5-1 5-16,-8-5-26 0,-10 1 5 15,6-1-6-15,-2 2 0 16,2 0-1-16,-5 1-4 16,-4 2-4-16,-6-2-10 15,4 0-25-15,-7 0-16 16,-9 1-5-16,-21 0-51 15,-16 2-11-15,-17 0-24 16,8 0-31-16,-8 0-156 16,-7 0-385-16</inkml:trace>
  <inkml:trace contextRef="#ctx0" brushRef="#br0" timeOffset="68664.75">11167 10119 975 0,'0'0'189'0,"0"0"-111"16,0 0-12-16,0 0 19 15,0 0-18-15,-97 41 54 16,86-37-15-16,2-1-48 16,2-2-14-16,3-1 17 15,1 0 5-15,3 0-20 0,0 0-4 16,0 0 15-16,0-8-57 16,0-3-8-16,10-2 8 15,5-3 21-15,3 2-21 16,1 1 0-16,2 3 0 15,0 2 0-15,-5 4 0 16,1 4-1-16,-4 0-13 16,-1 0 13-16,-6 14 1 15,-3 10 8-15,-3 9 5 16,0 8 13-16,-8 7 1 16,-8-1-17-16,1-4-9 15,-1-7 21-15,5-9-16 16,4-7 2-16,3-10-8 0,2-6 0 15,2-4 0 1,0 0-34-16,13-11-14 0,7-12 40 16,4-8-5-16,3-7-59 15,-1-3 28-15,0-2-7 16,-5 3 23-16,-5 5 18 16,-2 8 10-16,-6 10 67 15,-5 8-21-15,-3 6 30 16,0 3-20-16,0 0-9 15,0 0 6-15,0 0-23 16,0 0-10-16,0 0 4 16,-3 5-24-16,-1 5 7 0,-2 2-6 15,3 5-1 1,2 3 6-16,1 2-6 0,0 3 0 16,3 0-2-16,10-1-1 15,5-2-6-15,9-3-13 16,6-5 12-16,8-7 2 15,7-7-54-15,37-7-66 16,-13-13-153-16,-8-5-856 0</inkml:trace>
  <inkml:trace contextRef="#ctx0" brushRef="#br0" timeOffset="69222.37">13018 9595 874 0,'0'0'220'0,"0"0"-122"16,0 0-67-16,0 0-17 0,0 0 43 15,0 0 35-15,0 0 9 16,28 29-26-16,-20-14-4 16,0 3-2-16,-4 2-18 15,-2 2 13-15,-2 0-15 16,0 0-16-16,0-2-12 16,-8 0-15-16,0-4-5 15,1-5-1-15,0-6-65 16,2-3-151-16,4-2-311 0</inkml:trace>
  <inkml:trace contextRef="#ctx0" brushRef="#br0" timeOffset="69895.88">13327 9474 1215 0,'0'0'157'0,"0"0"-115"16,0 0-3-16,0 0 25 16,0 0-9-16,0 0 53 15,0 0-32-15,-24-16-76 16,24 14-18-16,8-1 18 16,8 0 2-16,1 2 20 15,0 1-22-15,-3 0 0 16,4 0 0-16,-6 5 0 15,-1 8 15-15,-5 4-6 16,-4 4 24-16,-2 6 30 16,0 4-4-16,-6 3-14 15,-10 0 3-15,-1-1-2 0,-1-1-5 16,3-6-7-16,4-8-19 16,3-3 0-16,5-10-14 15,3-3-1-15,0-2-26 16,5-2-11-16,10-15 30 15,8-9-20-15,4-7-137 16,2-7 49-16,-1-3 44 16,-3-1 26-16,-5 2 9 15,-4 5 18-15,-5 8 18 16,-4 10 67-16,-6 9 30 16,-1 8 42-16,0 2-61 15,0 0-11-15,0 0-36 16,0 2-8-16,-4 11-6 0,0 3-17 15,1 4 0-15,1 2 11 16,2 1-2-16,0 0 7 16,0 0-9-16,0 0 7 15,9-2 3-15,3 0-17 16,3-3 0-16,3-2 0 16,2-4-1-16,3-2-6 15,4-4-49-15,3-6-31 16,3 0-51-16,17-6-91 15,-8-9-141-15,-6-1-596 0</inkml:trace>
  <inkml:trace contextRef="#ctx0" brushRef="#br0" timeOffset="70134.39">14043 9442 1207 0,'0'0'173'15,"0"0"-73"-15,0 0-1 16,0 0 10-16,0 0 2 16,0 0-23-16,0 0-31 15,22-2-25-15,-3 2-4 16,4 0-12-16,6 0-2 16,1 0-4-16,1 0-9 15,-1 0-1-15,-2 0 0 16,2 0-2-16,-5 0-78 0,-4 6-68 15,-6-1-123-15,-6 1-402 0</inkml:trace>
  <inkml:trace contextRef="#ctx0" brushRef="#br0" timeOffset="70456.67">13970 9614 1551 0,'0'0'181'0,"0"0"-181"0,0 0-23 16,0 0 23 0,0 0 111-16,0 0-7 0,81 0-31 15,-50 0-26 1,2 0-18-16,4 0-14 0,-1 0-10 16,0 0-4-16,-2 0 12 15,0 0-13-15,-4 0-9 16,-3-2-37-16,-5 0-75 15,-4-3-65-15,-4 1-163 16,-7 0-409-16</inkml:trace>
  <inkml:trace contextRef="#ctx0" brushRef="#br0" timeOffset="70740.52">14203 9231 1189 0,'0'0'220'0,"0"0"-143"16,0 0 10-16,0 0 31 15,0 0 20-15,-33 76-45 16,24-46-5-16,4 2-18 15,-2 5-27-15,1 1-6 16,2 0 4-16,1 1-13 0,3-4-7 16,0-4-21-1,0-4 0-15,4-6-9 0,9-5-23 16,4-6-67-16,5-5-70 16,16-5-142-16,-5-9-174 15,-4-5-352-15</inkml:trace>
  <inkml:trace contextRef="#ctx0" brushRef="#br0" timeOffset="71083">14680 9351 1129 0,'0'0'483'16,"0"0"-390"-16,0 0-34 16,0 0-48-16,0 0 61 15,0 0 20-15,0 0-31 16,-19 21-15-16,5 2-31 15,-2 4 10-15,4 4-2 16,2 1-8-16,7 1 6 0,3 0-5 16,0 1 3-16,11-1 2 15,9-4-20-15,7-3 7 16,6-6 8 0,3-7-9-16,4-8-1 0,-1-5-6 15,-2-1 28-15,-3-16-22 16,-4-5-6-16,-9-3-1 15,-9-3 1-15,-9-2 6 16,-3-1 7-16,-12-1-13 16,-15-1 9-16,-3 2 6 15,-3 6 4-15,1 5-7 16,2 9-12-16,1 8-15 16,4 3-72-16,-8 14-87 0,5 8-151 15,8-4-921-15</inkml:trace>
  <inkml:trace contextRef="#ctx0" brushRef="#br0" timeOffset="77007.34">9894 8696 560 0,'0'0'143'0,"0"0"-83"0,0 0 27 15,0 0-18-15,0 0-11 16,0 0 16-16,-19 0 4 15,19-1-11-15,0-1-15 16,0 2 4-16,0 0-5 16,0 0-22-16,0 0-28 15,0 0-1-15,0 0 0 16,0 0-9-16,0 0-12 16,0 0 0-16,0 0 5 15,0 0 14-15,0 0-14 16,0 0-4-16,0 2-22 15,1-1-29-15,2-1-19 16,5 3-116-16,-4 0-154 16,1-2 3-16</inkml:trace>
  <inkml:trace contextRef="#ctx0" brushRef="#br0" timeOffset="78498.97">10543 10912 421 0,'0'0'216'0,"0"0"-48"16,0 0-40-16,0 0 37 15,0 0 15-15,0 0-41 16,0 0 16-16,2-37-51 15,-2 36-53-15,0-1 9 16,-3 1-22-16,0 1 13 16,-2 0-1-16,-1 0-8 15,-3 0-11-15,-6 5-30 16,2 5 1-16,-3 5 9 0,2-1-11 16,2 0 4-16,3-1-4 15,2-4 0-15,2 0 1 16,-2-2 0-16,4-3-1 15,3 2 8-15,0-1-7 16,0 4-1-16,0 4-11 16,0 5 11-16,0 3 0 15,13 3 0-15,1-1-1 16,5-3-18-16,5-4 19 16,0-3-8-16,4-8 7 15,1-3 2-15,-1-2 15 16,0-7 2-16,-1-10-18 15,-5-4-2-15,-4-3-7 16,-3-2 9-16,-6 0 0 16,-6 0 0-16,-3-1 19 0,0 1-4 15,-15 0 2-15,-6 1-16 16,-2 4 25-16,-3 4 4 16,-2 3-29-16,0 5 16 15,0 5 10-15,2 4-27 16,2 0 0-16,5 2-12 15,5 9-25-15,14 8-130 16,0 0-140-16,0-5-692 0</inkml:trace>
  <inkml:trace contextRef="#ctx0" brushRef="#br0" timeOffset="79356.72">12484 10913 1045 0,'0'0'240'0,"0"0"-143"16,0 0 13-16,0 0-25 16,0 0-5-16,0 0-16 15,0 0-1-15,0-10-18 16,0 10-35-16,0 0-9 15,2 2 0-15,2 9 22 16,0 5 21-16,-1 6-6 16,-3 3-3-16,0 5-7 15,0 1-20-15,0-3-7 16,-4-2 17-16,1-5-18 16,0-4-14-16,3-7-83 15,10-5-171-15,4-5-280 0</inkml:trace>
  <inkml:trace contextRef="#ctx0" brushRef="#br0" timeOffset="80420.78">13049 10724 232 0,'0'0'57'0,"0"0"-49"16,0 0 17-16,0 0-1 0,0 0 57 16,0 0 94-1,0 0 2-15,-1-23-45 16,1 19-1-16,0 3-27 15,0-1 41-15,0 2-40 0,0 0-20 16,0 0 20-16,0 0-47 16,0 0-14-16,-2 0 14 15,1 0-5-15,-3 5-17 16,1 3-18-16,-2 1-11 16,2-1 14-16,0-2-20 15,0-2 9-15,3-1-10 16,0-3 6-16,0 1 4 15,0 1-10-15,0 1 0 16,0 4 11-16,0 1-10 16,-1 3 15-16,1-2-7 15,-2-2 1-15,2-3 0 0,0-1-9 16,0-3-1-16,0 0 15 16,0 0-14-16,0 0 8 15,0 0-7-15,0 0 15 16,0 0 3-16,0 0-14 15,0 0-5-15,0 0 18 16,0 0-18-16,0 0 9 16,0 0 0-16,0 0 13 15,0 0 9-15,0 0-11 16,0 0 8-16,0 0 14 16,-3 0-22-16,2 0-7 0,-1 0-13 15,1 0 11 1,1 0-12-16,0-5-8 0,0-4-27 15,0-7 16-15,6 0-21 16,1-4 6-16,2 0 12 16,1 3 1-16,-2 4 15 15,4 2-1-15,0 3 7 16,0 2-7-16,0 4 5 16,3 2 2-16,-2 0-18 15,0 6-1-15,-2 8 19 16,-3 3-12-16,-1 4 12 15,-4 3 27-15,-3 5-21 16,0 0 3-16,0 2-9 16,-9 2 6-16,-1-3 6 15,-1-1-12-15,1-5 0 16,2-5 4-16,2-5-3 16,3-5-2-16,3-5-20 0,0-4-85 15,0 0-88-15,18-17-144 16,0-2-40-16,0-4-518 15</inkml:trace>
  <inkml:trace contextRef="#ctx0" brushRef="#br0" timeOffset="80697.73">13315 10659 1071 0,'0'0'181'0,"0"0"-24"15,0 0-6-15,0 0-64 16,0 0 41-16,0 0 4 0,0 0-59 15,0-5-4 1,0 5-38-16,0 0-8 0,-4 1 4 16,-4 9-17-16,-1 4-9 15,-1 3 8-15,1 1-7 16,1 4 11-16,2-1-13 16,-1 1 6-16,4 1 16 15,2-2-22-15,1 0 1 16,0 0 7-16,0-3-8 15,7 1 0-15,8-3-6 16,4-2 4-16,4-3 1 16,7-4 1-16,1-4-55 15,5-3-32-15,2 0-78 16,13-18-44-16,-9 1-176 16,-8-2-524-16</inkml:trace>
  <inkml:trace contextRef="#ctx0" brushRef="#br0" timeOffset="80983.69">13670 10738 1098 0,'0'0'226'16,"0"0"-83"-16,0 0-50 15,0 0 2-15,0 0 16 0,0 0-29 16,0 0-25-1,-1 0-35-15,10 0 4 0,5 0 14 16,5 5-1 0,4-1-7-16,6 0-19 0,0 0-1 15,1-1 1-15,2 0-13 16,-4 0-2-16,-3-3-7 16,-4 1-19-1,-1-1-101-15,-8 0-141 0,-9 0 24 16,-3 2-404-16,0 0-6 0</inkml:trace>
  <inkml:trace contextRef="#ctx0" brushRef="#br0" timeOffset="81205.82">13642 10875 1478 0,'0'0'242'0,"0"0"-238"15,0 0 34-15,0 0-38 16,0 0 27-16,82 0 31 15,-48 0 15-15,0 1-43 16,2 1-5-16,0 1-12 16,-1-2-7-16,-4 0-6 15,0-1-2-15,-2 0-118 16,5 0-83-16,-6-2-442 16,-4-7-39-16</inkml:trace>
  <inkml:trace contextRef="#ctx0" brushRef="#br0" timeOffset="81584.92">14247 10707 1194 0,'0'0'243'0,"0"0"-84"0,0 0-24 16,0 0-50-16,0 0 3 16,0 0-34-16,0 0-29 15,-31-1 12-15,19 11-26 16,0 2-5-16,1 4 8 15,0 2-13-15,5 3 10 16,1 0-10-16,5 1 13 16,0-2 7-16,2-1-9 15,10-2 1-15,7-1 0 16,4-5-2-16,4-4-10 16,4-4 0-16,5-3 8 15,-1-3 25-15,0-11-27 0,-4-6-7 16,-3-1 9-16,-4-1-9 15,-9 0 5-15,-7-1-4 16,-8 3 10-16,0-1 5 16,-12 2-16-16,-6 1 1 15,-2 5 24-15,1 3-25 16,3 6-17-16,-2 2-69 16,-3 2-45-16,4 2-141 15,3 3-610-15</inkml:trace>
  <inkml:trace contextRef="#ctx0" brushRef="#br0" timeOffset="83419.86">4363 12329 1132 0,'0'0'160'0,"0"0"-123"15,0 0-11-15,0 0-4 16,0 0 9-16,0 0 31 16,0 0 43-16,77 17-44 15,-49-12-20-15,5-1-8 16,1 1-20-16,5-3 19 15,-2 1-20-15,-1-2-10 16,-2 1-2-16,-2-1-19 16,-7-1 13-16,0 2-61 0,-2-1-70 15,-7 0-73 1,-5 1-501-16</inkml:trace>
  <inkml:trace contextRef="#ctx0" brushRef="#br0" timeOffset="83733.75">4325 12516 1098 0,'0'0'201'0,"0"0"-126"15,0 0-53-15,0 0 27 16,0 0 40-16,0 0 23 15,0 0-20-15,76 0-26 16,-45 0-17-16,2 0-25 16,6 0-2-16,-2 0 6 15,3 0-20-15,1 0-8 16,-4-1 5-16,-1-3-5 16,-1-2-33-16,-5 1-79 15,0-5-61-15,-7 0-129 16,-7 0-632-16</inkml:trace>
  <inkml:trace contextRef="#ctx0" brushRef="#br0" timeOffset="84020.83">4835 12268 113 0,'0'0'1086'0,"0"0"-940"16,0 0-56-16,0 0-53 15,0 0-23-15,0 0 14 16,0 0 18-16,22-6-11 16,-5 12 15-16,1 1-29 15,0 3 9-15,1 2-6 16,3 4 60-16,-5 1-29 16,1 4-36-16,-5 1-6 0,-3 3 14 15,-5 0-14 1,-5 0 5-16,0 2-17 15,-2 0 17-15,-12 1-4 0,-6-1-14 16,-7 7-34-16,2-6-152 16,6-7-198-16</inkml:trace>
  <inkml:trace contextRef="#ctx0" brushRef="#br0" timeOffset="85289.35">6193 12152 709 0,'0'0'111'0,"0"0"-36"15,0 0 30-15,0 0-22 0,0 0-7 16,0 0 10-16,0 0 14 16,44-4-7-16,-44 4-35 15,0-1-18-15,0 1 20 16,-8-3-37-16,-6 1-5 15,-7 1-17-15,-4 1 13 16,-2 0-6-16,-3 0 9 16,-1 7 50-16,4 6-24 15,-3 4-8-15,5 1 1 16,2 2 1-16,7 1-11 16,1 0-2-16,7 0-13 15,5 0-11-15,3 4 18 16,0-3-18-16,0 2 0 15,8-3 0-15,10-2 1 0,1-5-1 16,7-7-7-16,2-6 7 16,6-1 1-16,1-10 19 15,-4-12-20-15,2-7-21 16,-6-2-8-16,-5-3-28 16,-7 2 32-16,-3 3 9 15,-8-1 16-15,-1 5 10 16,-3 6 5-16,0 5 4 15,0 4 54-15,0 6-25 16,-3 2-16-16,0 2-13 16,2 0 14-16,1 0-27 15,-2 8-6-15,2 7 0 16,-1 10 1-16,1 8 15 16,-2 10-16-16,2 8 1 15,0 17 26-15,0 17-15 0,0-5 7 16,0-7-2-16,0-9 0 15,0-15 5-15,0 2-16 16,-2 0 0-16,-3-10 20 16,-1-10-20-16,0-7 9 15,-5-4-14-15,-2-6 14 16,-2-2 7-16,0-5-16 16,0-2-5-16,-1-5 22 15,1 0-13-15,0-9-10 16,0-10 1-16,5-8 0 15,1-9-1-15,6-4-14 16,3-7-20-16,0-1 26 16,12-2-10-16,15 1 5 0,7 0-17 15,6-1-14-15,10 1-33 16,3-2-131-16,5 1 47 16,11-17-146-16,-9 13-300 15,-14 11-132-15</inkml:trace>
  <inkml:trace contextRef="#ctx0" brushRef="#br0" timeOffset="85559.97">6679 11940 928 0,'0'0'273'15,"0"0"-70"-15,0 0-46 16,0 0-27-16,0 0-3 16,0 0-10-16,0 0-39 15,-13 0-13-15,2 15-40 16,-4 5-17-16,0 5 5 16,-3 4-1-16,2 7 4 15,1 3-6-15,2 1 2 16,4 1 12-16,4-3-24 15,5-1 0-15,0-4 0 16,5-3-4-16,10-3 3 0,4-4-8 16,9-4-2-1,2-5-11-15,3-5-85 0,22-9-15 16,-10 0-158-16,-3-10-427 16</inkml:trace>
  <inkml:trace contextRef="#ctx0" brushRef="#br0" timeOffset="87238.07">7128 12157 872 0,'0'0'268'0,"0"0"-173"16,0 0-44-16,0 0 16 16,0 0 2-16,-82 37 24 15,67-32-6-15,3-5-34 16,0 0 12-16,5 0-26 15,5-3-38-15,1-8 1 16,1-2-2-16,0-2-19 16,3-1 6-16,7-1 5 15,4 1 8-15,0 4 6 16,0 2-5-16,4 3 12 16,-3 4-13-16,-3 3-5 15,3 0 3-15,-3 2-4 16,-2 10 6-16,-4 5 16 15,0 7 18-15,-6 6 5 16,0 2-9-16,0 3-10 16,-3 1 31-16,-3-5-7 0,0-4-14 15,0-8-2-15,3-5-7 16,2-7-7-16,1-3-14 16,0-4-9-16,0 0 3 15,11-4-18-15,3-11 16 16,8-6-90-16,-2-8-37 15,4-4-22-15,-2-3 9 16,-1-1 110-16,-3 4-17 16,-2 2 27-16,-5 5 28 15,-5 8 73-15,-5 7 37 0,-1 5 2 16,0 6 8 0,0 0 1-16,-4 0-40 0,-5 3-59 15,-3 8-15-15,3 3 3 16,0 4 2-16,1 2 1 15,3 5-12-15,2-2-1 16,1 3 26-16,2 1-18 16,0-2 3-16,2 0-9 15,9-2-1-15,4-2-1 16,3-4 0-16,3-3 0 16,3-4-12-16,4-5 12 15,5-3-95-15,16-2-141 16,-7-13 11-16,-6-1-773 0</inkml:trace>
  <inkml:trace contextRef="#ctx0" brushRef="#br0" timeOffset="87601.23">7674 11983 1051 0,'0'0'119'0,"0"0"-8"16,0 0-23-16,0 0-28 0,0 0 33 15,0 0-22 1,0 0 15-16,69 25-23 0,-56-8-16 16,-1 6 18-16,0 2-18 15,-3 5 5-15,0 4-10 16,-6 2-4-16,-1 4-6 15,-2 0 12-15,0-3-19 16,-8 0-7-16,-6-4-16 16,-2-2 18-16,-2-4-9 15,0-5-11-15,1-1-12 16,0-4-25-16,5-4-86 16,6-6-166-16,5-5-561 0</inkml:trace>
  <inkml:trace contextRef="#ctx0" brushRef="#br0" timeOffset="88179.15">8595 12238 616 0,'0'0'309'0,"0"0"-164"0,0 0 54 16,0 0-13-16,0 0-46 16,0 0 13-16,0 0-44 15,-21-21-65-15,25 20-1 16,10 1-23-16,3 0-1 16,5 0 6-16,4 0-2 15,4 0 5-15,3 0-6 16,1 0-11-16,2 0-4 15,3 0-7-15,-3 0 0 16,-2 0-14-16,-4 0-65 16,-5 0-41-16,-10 2-135 15,-3 3-100-15,-11-1-549 0</inkml:trace>
  <inkml:trace contextRef="#ctx0" brushRef="#br0" timeOffset="88413.73">8629 12368 1077 0,'0'0'180'0,"0"0"-161"15,0 0-2-15,0 0 34 16,0 0 13-16,0 0 34 16,0 0 4-16,91 3 9 15,-66-2-34-15,2 2-36 16,1 1-10-16,2 0-5 15,3 4-4-15,0-1-3 16,4 1-13-16,-2 1-6 16,-1-1-30-16,-1-1-99 15,10-4-96-15,-9-3-166 0,-5 0-526 16</inkml:trace>
  <inkml:trace contextRef="#ctx0" brushRef="#br0" timeOffset="88972.48">9524 12169 1245 0,'0'0'231'0,"0"0"-164"0,0 0 62 16,0 0-16-16,0 0-5 16,0 0-17-16,0 0-34 15,-65-1-25-15,60 1 6 16,5 5-27-16,-3 5-6 16,0 4-3-16,3 5-2 15,0 2 10-15,0 3-10 16,0 0 1-16,6 0 13 15,9-1-14-15,6-2 0 16,1-3-4-16,5-4 4 16,3-6 0-16,0-5-2 15,1-3 15-15,0-1-27 16,-2-15 14-16,-4-5-21 0,-2-1 5 16,-7-4 1-16,-7 1 2 15,-6-2-8-15,-3-1 9 16,-6 1 2-16,-13-1 11 15,-4 1-2-15,-4 3 2 16,0 3-1-16,2 5 40 16,6 5-17-16,4 6-5 15,0 2-12-15,6 3-6 16,1 0-22-16,5 3-41 16,3 8-87-16,0 11-22 15,11-2-57-15,2-2-568 0</inkml:trace>
  <inkml:trace contextRef="#ctx0" brushRef="#br0" timeOffset="89334.77">10299 12306 1397 0,'0'0'245'0,"0"0"-189"16,0 0-40-16,0 0-9 15,0 0 24-15,0 0 15 16,0 0-24-16,-17 80 0 16,8-51 7-16,-7 3-20 15,-2 5-6-15,-3 2-2 16,-3 1-1-16,5-2 0 16,2-4-57-16,4-6-73 15,5-8-142-15,5-10-605 0</inkml:trace>
  <inkml:trace contextRef="#ctx0" brushRef="#br0" timeOffset="90250.16">11113 11960 401 0,'0'0'114'16,"0"0"-36"-16,0 0 199 15,0 0-150-15,0 0 106 16,0-73-34-16,0 70-57 16,0 3-43-16,0 0-36 15,0 0-2-15,0 0-28 16,0 6-6-16,0 9 4 16,0 6 50-16,0 8-28 15,0 5-23-15,0 2-14 16,0 7 15-16,0 0-18 0,-3 7 8 15,-2-1 0-15,1 1-1 16,3-5-5-16,1-7-15 16,0-8-7-16,0-5 7 15,10-10-1-15,-1-6 0 16,0-5-26-16,4-4 27 16,4-1 8-16,4-18 17 15,4-8-24-15,5-8-2 16,-2-7-6-16,2-7-23 15,-2-7 15-15,-2-1 15 0,-2-5-1 16,-5 0-27 0,1 3 14-16,-6 6 14 0,-2 9 0 15,-1 10 1-15,-7 13 1 16,-1 8 7-16,-1 6-9 16,-2 6-2-16,0 1-57 15,0 0-93-15,0 10-95 16,0 4 44-16,0 0-386 0</inkml:trace>
  <inkml:trace contextRef="#ctx0" brushRef="#br0" timeOffset="90510.72">10976 12110 1528 0,'0'0'130'16,"0"0"-100"-16,0 0-8 15,0 0 0-15,119 0 83 16,-74 0 21-16,1 0-48 16,5 0-33-16,1 0-1 15,-1 0-27-15,-2 0-4 16,-1 0-13-16,-2 0 0 15,-4 0-5-15,-1 0-90 16,6 4-139-16,-11 0-120 16,-8-1-707-16</inkml:trace>
  <inkml:trace contextRef="#ctx0" brushRef="#br0" timeOffset="91087.17">11793 12103 1026 0,'0'0'489'16,"0"0"-489"-16,0 0 12 16,0 0 1-16,0 0 1 15,0 0 90-15,0 0 15 16,-65-28-119-16,65 26-20 16,6 2 20-16,6 0 9 15,1 0-8-15,2 0-1 16,-2 6 0-16,-2 4 0 15,-2 2-3-15,-2 5 3 0,-7 7 16 16,0 5 3 0,-7 7 8-16,-11 5 8 0,-6 3-7 15,-1-1 4-15,1-7-22 16,9-9 11-16,6-10-2 16,6-7-12-16,3-7-7 15,1-3-29-15,20-2 29 16,9-15-14-16,10-7 14 15,4-6-156-15,1-3 57 16,-1-3 21-16,-6 0 23 16,-6 0 29-16,-6 4 26 15,-11 4 24-15,-5 6 37 16,-10 10 68-16,0 6 39 16,-3 4-44-16,-12 2-70 0,-1 0-43 15,-4 6-5-15,3 7 11 16,0 3-9-16,6 3-7 15,1 2 7-15,6 2 4 16,2 0 4-16,2-1-8 16,0-2-7-16,9 0 18 15,9-3-19-15,6 0-3 16,6-5 3-16,7-2-27 16,8-4-58-16,29-6-129 15,-11-4-47-15,-8-10-902 0</inkml:trace>
  <inkml:trace contextRef="#ctx0" brushRef="#br0" timeOffset="92886.35">4462 13455 927 0,'0'0'172'16,"0"0"-65"-16,0 0 22 15,0 0-14-15,0 0 46 16,0 0 2-16,0 0-75 15,-3 0-61-15,3-2-8 16,9 1 0-16,2 1-2 16,3 0-4-16,3 0 14 15,2 0-4-15,2 0-15 16,0 0-2-16,3 1 12 16,1 2-17-16,2 0 1 15,0 0-1-15,1-2 6 0,-1-1-2 16,-1 0-5-16,-3 0-21 15,0 0-33-15,-5 0-80 16,-2 0-62-16,-2 2-166 16,-6-1-429-16</inkml:trace>
  <inkml:trace contextRef="#ctx0" brushRef="#br0" timeOffset="93261.02">4574 13521 1068 0,'0'0'189'0,"0"0"-103"15,0 0-41-15,0 0 23 16,0 0 15-16,0 0 22 15,0 0-25-15,37 0-36 16,-20 0-8-16,-1 0-12 16,5 0-4-16,3 0-18 15,1 0-1-15,2 0 23 16,1 0-24-16,-1 0 0 16,3 0 1-16,-6 0-2 15,0 0-9-15,-2-2-70 16,-4 0-98-16,0-4-7 15,-2 0-87-15,-7 1-552 0</inkml:trace>
  <inkml:trace contextRef="#ctx0" brushRef="#br0" timeOffset="93550.9">4944 13301 985 0,'0'0'184'0,"0"0"-147"16,0 0-21-16,0 0 6 0,0 0 31 16,0 0-15-16,0 0-6 15,58 13 16-15,-43-5 9 16,4 3-8-16,-4 2-1 16,-1 1 19-1,1 2-25-15,-6 2-13 0,1 2 9 16,-6 2 0-16,-2 2-1 15,-2 3-11-15,0 1 5 16,-6 2 3-16,-9 1-32 16,-4 1 0-16,2 0-2 15,-2-4-37-15,-2 4-99 16,3-6-171-16,3-8-295 0</inkml:trace>
  <inkml:trace contextRef="#ctx0" brushRef="#br0" timeOffset="95695.54">6369 13301 67 0,'0'0'588'0,"0"0"-406"16,0 0-57-16,0 0 94 15,0 0-44-15,0 0-52 16,0 0 15-16,16-38-62 16,-13 29-12-16,0 1-14 15,-3 2 14-15,0 0-5 16,-3 1-40-16,-7 1 0 15,-4 0-13-15,-7-1 16 16,-1 5 3-16,-3 0-12 16,-1 0 4-16,2 3-5 15,-4 8 3-15,6 5-1 0,-2 2-14 16,7 3 0-16,3 2 0 16,3 2 0-16,5 2-1 15,4 2-1-15,2 0-3 16,0-1 4-16,14-1-13 15,4-6 2-15,4-4 12 16,5-7-27-16,3-7 26 16,7-3-10-16,-1-10 9 15,3-11-7-15,-3-9-27 16,-2-3-109-16,-6 0 82 16,-4 0 39-16,-6 1 14 15,-6 3 16-15,-6 3-6 16,-3 4 35-16,-3 7 10 0,0 7 37 15,0 2-11 1,0 5-39-16,0 1 4 0,-3 0-15 16,-3 1-14-16,0 13 5 15,-4 9-12-15,1 8 0 16,-3 8 0-16,0 8 0 16,3 6 14-16,0 5-14 15,-1 6 13-15,4-1 9 16,-2 3-13-16,2 1-3 15,3-2 9-15,-3-5-7 16,-1-4 1-16,1-10-8 16,-2-8 0-16,-1-7 11 0,0-8-12 15,0-6 0 1,-1-7 6-16,-5-5-6 0,3-3 9 16,-4-2-3-16,-1 0-6 15,1-11 0-15,1-6 3 16,0-6-9-16,6-3 11 15,4-4-11-15,5-5-13 16,0 0 19-16,11-3 1 16,13 0-1-16,6-3-2 15,7-1-11-15,5 0-6 16,4-2-27-16,2 2-64 16,17-12-190-16,-15 12-14 15,-11 5-604-15</inkml:trace>
  <inkml:trace contextRef="#ctx0" brushRef="#br0" timeOffset="96018.8">6724 12911 1091 0,'0'0'268'16,"0"0"-171"-16,0 0-24 0,0 0-8 15,0 0-1 1,0 0-1-16,0 0-3 0,0 51-24 16,0-24-1-1,0 3-29-15,-2 1 0 0,1 1-6 16,1 11-42-16,0-9-113 15,0-5-360-15</inkml:trace>
  <inkml:trace contextRef="#ctx0" brushRef="#br0" timeOffset="96359.04">7168 13130 628 0,'0'0'638'0,"0"0"-586"15,0 0-20-15,0 0 8 16,0 0 53-16,0 0 45 16,-85 16-49-16,62 2-20 15,1 5-14-15,0 4 13 16,3 0-13-16,4 5-25 15,2-1-7-15,5-1 21 16,2 0-31-16,6 2-4 16,0 0-9-16,0 0 8 15,9-1-5-15,10-4-3 16,1-3-6-16,10-5-1 16,0-7 4-16,4-6-110 0,15-6-67 15,-7-3-72-15,-7-9-456 16</inkml:trace>
  <inkml:trace contextRef="#ctx0" brushRef="#br0" timeOffset="96912.37">7252 13257 1219 0,'0'0'181'0,"0"0"-122"16,0 0-34-16,0 0-18 0,0 0 12 15,0 0-19-15,0 0 0 16,18-7 92 0,1 7-50-16,1 5-14 15,-1 4-21-15,-4 1 0 0,-3 1 1 16,-5 4 19-16,-2 0 16 16,-5 6-5-16,0 5 16 15,-3 3 15-15,-9 3-31 16,-6 0-12-16,4-4 19 15,0-4-15-15,3-7-10 16,2-6-12-16,5-5-7 16,4-5-1-16,0-1-1 15,0 0-39-15,12-10 38 16,4-7-17-16,5-7 15 16,3-4-76-16,1-6 24 15,-2-1 24-15,-4 0-34 16,2 2 59-16,-6 5 7 0,-2 7 33 15,-5 7 31-15,-5 6-7 16,-2 7-16-16,-1 1-13 16,0 0-19-1,0 4 16-15,0 9 6 16,-7 7-14-16,-2 4 7 0,3 3-14 16,3 1 5-16,3 0 5 15,0-1-20-15,0-3 0 16,6 0 12-16,9-4-12 15,3-4 0-15,7-3-6 16,5-3 6-16,4-6-7 16,6-4-49-16,4 0-54 0,15-17-76 15,-10-2-34 1,-8-4-595-16</inkml:trace>
  <inkml:trace contextRef="#ctx0" brushRef="#br0" timeOffset="97264.81">7911 13081 1287 0,'0'0'177'16,"0"0"-134"-16,0 0-41 16,0 0 25-16,0 0 37 15,0 0 8-15,0 0 23 0,41 25-18 16,-27-8-18-1,-3 4-21-15,5 3 13 0,-5 3 7 16,-2 3-37-16,-3 3 11 16,-3 2-2-16,-3-2-18 15,0-2 5-15,0-1-16 16,0-6 0-16,0-3 6 16,0-5-7-16,-3-4-10 15,3-2-14-15,0-3-55 16,3-2-56-16,19-5-51 15,-4 0-336-15,6-2-325 0</inkml:trace>
  <inkml:trace contextRef="#ctx0" brushRef="#br0" timeOffset="97551.95">8703 13247 1440 0,'0'0'263'0,"0"0"-209"16,0 0-29-16,0 0 31 15,0 0 36-15,0 0-2 16,0 0-13-16,3 0-61 16,5 0-8-16,7 0 6 0,4 4-3 15,4 2-2 1,2 0-9-16,3-1 0 15,1 1 12-15,2 0-12 0,2-1-6 16,-6-2 5 0,0 0-23-16,-8-1-55 0,-2 0-48 15,-7 1-65-15,-10 7 11 16,-3-2-181-16,-15 1-365 16</inkml:trace>
  <inkml:trace contextRef="#ctx0" brushRef="#br0" timeOffset="97772.59">8753 13438 740 0,'0'0'494'0,"0"0"-444"15,0 0 17-15,0 0-7 16,0 0 22-16,0 0 33 16,0 0-38-16,52 5-24 15,-38-2-25-15,5 0-20 16,0 1 7-16,4 1-15 15,2-3 0-15,5 1-57 16,3-1-51-16,17-2-87 16,-8 0-362-16,-4-2 49 0</inkml:trace>
  <inkml:trace contextRef="#ctx0" brushRef="#br0" timeOffset="98203.09">9415 13226 613 0,'0'0'283'0,"0"0"29"0,0 0-65 16,0 0-51-16,0 0-78 15,0 0-70-15,0 0-36 16,-34-1-5-16,24 15-6 16,2 4 10-16,0 3-11 15,5 1 3-15,0 0 26 16,3 0-13-16,0 0 8 15,0-2-12-15,6-2 5 16,5-4-16-16,0-2-1 16,3-3 1-16,3-5 17 15,1-4-17-15,2 0 9 16,-1-1 5-16,1-12-3 16,-2-4-5-16,-1-1-7 0,-3-2 0 15,-6-2 4-15,-2 0-4 16,-3-1 0-16,-3 0 0 15,0 0 16 1,-9 3-10-16,0 2-6 0,-6 4-1 16,3 4 1-16,-1 5-16 15,2 3-32-15,2 2-70 16,-5 7-120-16,1 8-125 16,2-4-626-16</inkml:trace>
  <inkml:trace contextRef="#ctx0" brushRef="#br0" timeOffset="99883.93">4675 14633 1015 0,'0'0'210'0,"0"0"-113"16,0 0 84-16,0 0-21 16,0 0-34-16,0 0-8 15,0 0-39-15,-22 0-29 16,22 0-18-16,0 0 11 16,0 0-43-16,0 0-2 15,11 0 1-15,5 0 1 16,3 0 10-16,4 0-2 15,2 0-8-15,5 4 18 16,0-1-18-16,-2-2 0 16,2 2 0-16,0-2 1 0,-2-1-1 15,-1 2-51 1,-2-2-69-16,-5 1-50 0,-3 2-14 16,-6 3-144-16,-3-2-291 15,-8 2 23-15</inkml:trace>
  <inkml:trace contextRef="#ctx0" brushRef="#br0" timeOffset="100134.23">4681 14757 1038 0,'0'0'326'0,"0"0"-238"16,0 0-56-16,0 0 15 15,0 0 18-15,0 0-17 16,0 0 15-16,14 0-5 16,8 0-4-16,2 0-17 15,6 3-11-15,-2 3 2 16,2 1-19-16,3 0 3 16,0 0-11-16,1-1 6 15,0-2-7-15,1-1-26 16,9-3-110-16,-9 0-80 15,-7-10-604-15</inkml:trace>
  <inkml:trace contextRef="#ctx0" brushRef="#br0" timeOffset="100449.58">5117 14493 1172 0,'0'0'113'0,"0"0"-98"16,0 0-2-16,0 0 29 16,0 0 9-16,0 0 1 15,0 0-3-15,79-17-24 16,-58 24 1-16,1 6 6 16,-1 4 0-16,-4 4-13 15,-4 4-4-15,-1 5 23 16,-7 3 14-16,-5 3 1 15,0 1-15-15,-2 2-16 16,-13 0-3-16,-3-1-2 0,-4-2-17 16,1-1 0-16,0-6-15 15,0-4-90-15,2 1-47 16,2-8-202-16,7-7-429 0</inkml:trace>
  <inkml:trace contextRef="#ctx0" brushRef="#br0" timeOffset="101792.39">6370 7442 801 0,'0'0'205'0,"0"0"-44"0,0 0-17 16,0 0-74-16,0 0 7 15,0 0-4-15,0 0-24 16,85-25-15-16,-68 23 12 15,-3 2-15-15,0 0-26 16,4 0-4-16,-5 0 9 16,2 0-10-16,2 0-17 15,2 0-104-15,-2 0-151 16,-6 0-476-16</inkml:trace>
  <inkml:trace contextRef="#ctx0" brushRef="#br0" timeOffset="102114.46">6370 7540 1241 0,'0'0'163'0,"0"0"-67"15,0 0 43-15,0 0-31 16,0 0-14-16,0 0-69 15,0 0-17-15,12-5 19 16,12 2 2-16,4 2-19 16,-1-1-9-16,1 2 5 15,-1 0-5-15,-4 0-1 16,1 0-31-16,-2 0-120 16,-7 0-95-16,-5 0-453 0</inkml:trace>
  <inkml:trace contextRef="#ctx0" brushRef="#br0" timeOffset="102391.93">6388 7538 1094 0,'0'0'136'0,"0"0"-115"15,0 0 31-15,0 0 1 0,81 11-24 16,-59-4-11 0,5 0-4-16,-3 2-2 0,19 1-12 15,-9 0-267 1,1-5-623-16</inkml:trace>
  <inkml:trace contextRef="#ctx0" brushRef="#br0" timeOffset="104167.79">6354 14294 134 0,'0'0'880'0,"0"0"-762"15,0 0-84-15,0 0 76 16,0 0 16-16,0 0-33 0,28-29-16 16,-25 19-19-1,-1 0-24-15,-2 3-7 16,0 1-6-16,0 2 5 16,-11 0 10-16,-1 2-12 0,-6 1 4 15,-1 1-9-15,-2 0-2 16,-1 10 20-16,-4 4-27 15,3 4-3-15,0 5 12 16,2 2-13 0,2 2-4-16,7 0-2 0,3 1 2 15,4-3 6-15,5 0-8 16,0-3-2-16,0-4 2 16,12-4 0-16,2-4-17 15,10-4 9-15,-2-6 8 16,8 0 1-16,-2-11-1 15,2-12-17-15,-3-2-36 16,-6-5 0-16,0 0 17 0,-9 2 36 16,-5 3 0-1,-6 2 27-15,-1 3-2 0,0 8 6 16,0 3 26-16,-3 5 15 16,-2 4-27-16,2 0-24 15,1 0 4-15,-1 2-7 16,0 10-18-16,-3 11-3 15,0 11 1-15,3 11 3 16,-4 20-1-16,4 22 1 16,-3 23-1-16,0 6 12 15,0-19-11-15,0-26 0 16,2-29 18-16,-4-8-18 16,2 0 13-16,-2 0 0 15,-2-2 6-15,1-8 14 16,-3-8-20-16,2-6-3 0,1-5 14 15,-2-5-14-15,-2 0 2 16,-1-3-12-16,0-13 5 16,2-6 4-16,-3-7-9 15,7-5-2-15,4-6-31 16,4-2 32-16,0-2 0 16,9 2-20-16,16 0 15 15,5-2 4-15,9 0-14 16,7-1-1-16,6-2-62 15,4 1-84-15,18-15-13 16,-13 13-108-16,-13 7-807 0</inkml:trace>
  <inkml:trace contextRef="#ctx0" brushRef="#br0" timeOffset="104407.01">6798 14036 1169 0,'0'0'172'16,"0"0"-67"-16,0 0 46 0,0 0-59 16,0 0-10-16,0 0-37 15,0 0-26-15,-28 31-3 16,22-2-15-1,-6 5 9-15,0 9-10 0,-1 2 1 16,5 0-1-16,1-3-39 16,4 3-112-16,3-15-103 15,0-9-681-15</inkml:trace>
  <inkml:trace contextRef="#ctx0" brushRef="#br0" timeOffset="104783.49">7207 14238 754 0,'0'0'138'15,"0"0"62"-15,0 0 17 16,0 0-75-16,-91 35-5 16,76-21-22-16,0 3-42 15,3 3-18-15,1 4-11 16,0 3 6-16,5 2-3 16,3 3-28-16,3 0-7 15,0-1 4-15,6-1-16 16,11-2 0-16,5-4-6 15,5-4-10-15,4-6-95 0,15-4-49 16,-7-6-67 0,-5-4-414-16</inkml:trace>
  <inkml:trace contextRef="#ctx0" brushRef="#br0" timeOffset="105149.71">7373 14489 1280 0,'0'0'276'0,"0"0"-215"0,0 0-44 16,0 0-16-16,0 0 14 15,0 0-14-15,0 0 7 16,16-21 35-16,-4 5-26 16,3 0-17-16,-3-3-23 15,0 0 18-15,-5 3 4 16,-1 2 2-16,-1 4 25 15,-4 3 9-15,-1 6 60 16,0 1 3-16,0 0-35 16,0 0-18-16,0 0-22 15,0 1-22-15,0 9 27 16,0 5-27-16,0 6 5 16,-1 5 2-16,-2 3-2 15,1 2 3-15,1 2-9 16,1-4 0-16,0-1 0 15,0-3 0-15,1-7-1 16,7-4-24-16,-2-7-55 0,12-7-85 16,-5 0-61-1,-1-8-480-15</inkml:trace>
  <inkml:trace contextRef="#ctx0" brushRef="#br0" timeOffset="105453.38">7644 14245 971 0,'0'0'298'16,"0"0"-241"-16,0 0-21 15,0 0 27-15,0 0-1 16,0 0 62-16,0 0-3 16,87 18-48-16,-68-1-24 0,-2 4-11 15,0 8-24 1,-6 3 19-16,0 3-14 0,-7 6 20 15,-4 0-6-15,0-1-1 16,-12 0-1-16,-3-3-15 16,-7 0-8-16,-1-5 9 15,-2-2-17-15,2-5-1 16,4-4-46-16,4-5-64 16,11-7-141-16,4-7-155 15,0-2-748-15</inkml:trace>
  <inkml:trace contextRef="#ctx0" brushRef="#br0" timeOffset="105789.76">8274 14397 1408 0,'0'0'172'0,"0"0"-41"16,0 0-29-16,0 0-45 16,0 0-31-16,0 0 33 15,0 0-22-15,55-6-14 16,-29 6-21-1,-1 0 9-15,2 0-1 0,-2 3-10 16,3-1 0-16,-1-2-6 16,-3 1 5-16,-3-1-41 15,-2 3-150-15,-7-2-17 16,-7 2-497-16</inkml:trace>
  <inkml:trace contextRef="#ctx0" brushRef="#br0" timeOffset="106047.81">8302 14636 1174 0,'0'0'206'0,"0"0"-148"15,0 0 14-15,0 0-14 16,0 0 40-16,0 0-6 15,0 0-37-15,87 0-27 16,-65 0-4-16,-1 0-17 16,4 0 0-16,1 1-7 15,4-1-1-15,16 0-62 16,-9 0-220-16,-2 0-603 0</inkml:trace>
  <inkml:trace contextRef="#ctx0" brushRef="#br0" timeOffset="106599.17">9277 14334 1166 0,'0'0'135'0,"0"0"-99"15,0 0-16-15,0 0 37 16,0 0 34-16,-87 32-9 16,78-25-52-16,0 3-5 15,3 1-12-15,-3 2 18 16,3 4 24-16,0 2 5 16,0 2-3-1,0 1-8-15,6 1-20 0,-4 2 13 16,4 0-25-16,0 1 3 15,9-2 15-15,4-1-16 16,5-5-10-16,2-4 4 16,3-6-13-16,3-5 0 15,2-3 6-15,2-3 22 16,0-14-6-16,-1-5-15 16,-2-3-7-16,-7-4-3 15,-4-2 3-15,-8 0 2 0,-8 0-2 16,0-3-11-16,-11 2 1 15,-11-1-9-15,-2 3 18 16,-1 1-25-16,-1 5 24 16,4 7-17-16,3 7-49 15,-5 10-66-15,7 0-105 16,4 2-261-16</inkml:trace>
  <inkml:trace contextRef="#ctx0" brushRef="#br0" timeOffset="108827.36">10449 14510 1154 0,'0'0'184'0,"0"0"-129"15,0 0 31-15,0 0 26 16,0 0 20-16,0 0-26 16,0 0-44-16,-4 0-31 15,13 0-3-15,4 0-10 16,2 0 1-16,6 0-13 15,4 5 4-15,5 0-9 16,7 0 7-16,4-1-7 16,5-1-1-16,0-1-6 15,2 0-74-15,5 1-96 16,-11-1-143-16,-12 0-760 0</inkml:trace>
  <inkml:trace contextRef="#ctx0" brushRef="#br0" timeOffset="109129.75">10504 14612 309 0,'0'0'372'0,"0"0"-197"0,0 0 39 16,0 0 16-16,0 0-94 15,0 0-11-15,0 0-20 16,-4-3-63-16,14 3 25 16,7 0-5-16,5 0-21 15,4 0-15-15,2 3-5 16,8 0-4-16,4 0 2 16,0-2-13-16,2 0-4 15,1 1 9-15,-2-1-11 16,-4 1-48-16,4 0-116 15,-11 0-130-15,-10-1-606 0</inkml:trace>
  <inkml:trace contextRef="#ctx0" brushRef="#br0" timeOffset="109479.69">10913 14396 1088 0,'0'0'179'15,"0"0"-134"-15,0 0 17 16,0 0 4-16,0 0 16 16,0 0-10-16,0 0-29 15,10-7 24-15,1 7-10 16,1 0-35-16,0 0-1 15,-2 0 8-15,2 0 2 16,-1 0 4-16,-1 0-3 0,5 1-13 16,-1 5 24-16,0 5-42 15,-2 2 20-15,-1 7-1 16,-2 5-14-16,-8 7 5 16,-1 10 9-16,-10 4-20 15,-11 5 0-15,-9 1-57 16,-18 14-69-16,8-15-70 15,7-12-346-15</inkml:trace>
  <inkml:trace contextRef="#ctx0" brushRef="#br0" timeOffset="111991.85">11810 14368 314 0,'0'0'264'15,"0"0"-20"-15,0 0 72 16,0 0 67-16,0 0-144 16,0 0-119-16,0 0-60 15,-42-6-10-15,42 5-11 16,0 1-2-16,0 0-36 15,0 0-1-15,3 0 1 16,5 0-1-16,5 0 11 16,2 0-3-16,9-3-2 15,3-8 20-15,2-5-13 0,3-7-10 16,-4-1-3 0,2-2-67-16,-8 0 10 15,-7 2-27-15,-6 3 20 0,-5 1 58 16,-4 3 6-16,0 3 11 15,-2 5 57-15,-6 4-28 16,1 2 20-16,1 3-13 16,-2 0-13-16,1 0-17 15,-1 7-16-15,-1 12-1 16,1 5 13-16,0 8-13 16,-1 6 0-16,4 10 0 15,1 17 6-15,1 19 7 16,3 16 6-16,0 3 2 0,0-17 5 15,0-24-25-15,0-20 7 16,0-4 0-16,0 4-7 16,0 4 4-16,0 0-5 15,0-8-1-15,0-7 1 16,0-7-23-16,0-7-38 16,-3-4-40-16,-3-6-138 15,-7-7-6-15,-2 0-112 16,4-6-459-16</inkml:trace>
  <inkml:trace contextRef="#ctx0" brushRef="#br0" timeOffset="112216.93">11726 14776 567 0,'0'0'365'16,"0"0"-50"-16,0 0-122 0,0 0-46 15,0 0-76-15,27-78 1 16,-7 61-8-16,3-3-38 15,6-1 11 1,2-4-18-16,3-2 6 0,4-4-2 16,3-3-23-16,1-2-22 15,12-14-148-15,-12 10-207 16,-9 4-733-16</inkml:trace>
  <inkml:trace contextRef="#ctx0" brushRef="#br0" timeOffset="112430.64">12290 13896 1111 0,'0'0'163'0,"0"0"-13"15,0 0-43-15,0 0-21 16,0 0-47-16,0 0-8 15,0 0 27-15,0 54-1 16,0-19-4-16,-1 5-34 16,-2 2-18-16,0 3 19 15,1 0-20-15,2-1-1 16,0 1-126-16,8-11-103 0,1-10-578 16</inkml:trace>
  <inkml:trace contextRef="#ctx0" brushRef="#br0" timeOffset="113066.03">12444 14466 702 0,'0'0'258'15,"0"0"-67"-15,0 0-69 0,0 0 5 16,0 0 10-1,0 0-19-15,0 0-38 16,-57 3-55-16,57-8-25 16,0-2-53-16,12 0 53 15,0 1 12-15,2 3-12 0,0 2 0 16,0 1 0-16,-2 0 0 16,-5 5 0-16,-2 9 33 15,-4 9 13-15,-1 5 11 16,0 6 25-16,-4 4-36 15,-7-1-8-15,-1-4-13 16,2-3-8-16,2-5 11 16,1-7-20-16,4-6-7 15,3-6-1-15,0-5-15 16,0-1-6-16,12-3-2 16,3-12 22-16,6-7-47 15,1-7-79-15,-2-3 56 16,-1-3 32-16,-4-1 37 15,0 3-2-15,-6 3 4 0,-2 4 42 16,-3 9 18-16,-2 8 21 16,-2 6 18-16,0 3-31 15,0 0-4-15,0 0 13 16,-7 0-37-16,-1 8-28 16,1 6 5-16,-1 6-17 15,1 3 0-15,4 3-7 16,3 2 7-16,0 2 0 15,0 0-2-15,15-3-10 16,1-3 12-16,5-4-21 0,4-5 8 16,5-4-8-1,1-5-30-15,5-6-69 16,15-3-69-16,-9-11-216 0,-6-4-878 16</inkml:trace>
  <inkml:trace contextRef="#ctx0" brushRef="#br0" timeOffset="113479.77">13057 14087 1228 0,'0'0'222'0,"0"0"-129"15,0 0-5-15,0 0-8 16,0 0 10-16,0 0-9 16,0 0-1-16,-43 73-10 15,31-42-17-15,0 3-16 16,0 2 10-16,3-2-20 16,3 3 5-16,3-3-18 15,3-3-1-15,0 0-4 16,3-2-9-16,14-3-14 15,5-3 12-15,3-3-32 16,5-6-62-16,19-6-117 16,-10-5-105-16,-2-3-218 0</inkml:trace>
  <inkml:trace contextRef="#ctx0" brushRef="#br0" timeOffset="115351.42">13464 14408 898 0,'0'0'201'16,"0"0"-109"-16,0 0-27 15,0 0-2-15,0 0 25 16,0 0 18-16,0 0-62 16,0 12-9-16,5-12 23 15,2 0-42-15,2 0-6 16,0-4 49-16,6-11-24 15,-3-3-35-15,0-3-3 0,-2 0-15 16,-5 0 18 0,-4 1 1-16,-1 3 14 0,0 4 20 15,0 4 13 1,0 3 34-16,0 3-3 0,0 3-38 16,0 0-20-16,0 0 4 15,0 0-25-15,0 0-6 16,-1 1 6-16,1 12 1 15,0 5 27-15,-2 5-12 16,1 4-7-16,-1 3 8 16,-1-1-16-16,2 1 6 15,-1 1-6-15,1-3 6 16,1-3-7-16,0 0-2 16,0-7-6-16,0-3 7 15,3-5-45-15,3-3-127 0,3-7-112 16,0 0-124-1,0-3-627-15</inkml:trace>
  <inkml:trace contextRef="#ctx0" brushRef="#br0" timeOffset="115606.2">13766 14330 1252 0,'0'0'218'16,"0"0"-176"-16,0 0-32 15,0 0-10-15,0 0 41 16,0 0 71-16,0 0-25 16,1 76-33-16,-5-44-13 15,-2 2-14-15,3 0-11 0,-1-3-16 16,4-4 0-16,0-6-1 16,0-5-28-16,19-11-115 15,-3-3-176-15,1-2-618 0</inkml:trace>
  <inkml:trace contextRef="#ctx0" brushRef="#br0" timeOffset="116012.08">14024 14252 1418 0,'0'0'268'0,"0"0"-229"16,0 0-24-16,0 0-14 0,0 0 19 15,0 0 43 1,0 0-14-16,-60 80-12 16,56-55-11-16,2 1 8 0,2 2 27 15,0 1-25 1,0-3-11-16,3-2 4 0,10-4-20 16,3-4-8-16,4-3 5 15,3-8 4-15,-1-4-10 16,4-1 1-16,-3-4 23 15,1-12 10-15,-6-6-34 16,-3-2 3-16,-3-1 7 16,-7-1-10-16,-5-2 6 15,0 1-6-15,-11 1 0 16,-7 0 5-16,0 3 2 16,-3 4 20-16,3 3-15 0,1 4-11 15,4 5 9 1,3 1-10-16,4 4-33 0,5 2-36 15,1 0-83-15,3 0-105 16,10 0-43-16,-1 0-653 16</inkml:trace>
  <inkml:trace contextRef="#ctx0" brushRef="#br0" timeOffset="116321.76">14306 14074 1497 0,'0'0'298'0,"0"0"-233"0,0 0-59 16,0 0-5-16,0 0 9 15,0 0 31-15,0 0-3 16,37 20 2-16,-19-5-24 16,1 5 13-16,2 3-7 15,-4 4-11-15,-3 2 8 16,-3 5 1-16,-3 3-4 15,-7 2 5-15,-1 1-14 16,0-2-5-16,-9 0 22 16,-7-6-23-16,2-2 0 15,1-4-1-15,-2-5-31 16,4-5-119-16,0-4-98 16,3-5-118-16,4-6-631 0</inkml:trace>
  <inkml:trace contextRef="#ctx0" brushRef="#br0" timeOffset="116914.23">14962 14268 1575 0,'0'0'269'15,"0"0"-187"-15,0 0-43 16,0 0-5-16,0 0-13 15,0 0-12-15,0 0 53 16,45 9-40-16,-17-3-10 16,2-2-11-16,3 2 9 15,0-2-9-15,-2-1-1 16,-1-1 1-16,-3 0-10 16,-2-2 9-16,-3 0-75 15,-3 0-158-15,-6 0-34 0,-7 0-488 16</inkml:trace>
  <inkml:trace contextRef="#ctx0" brushRef="#br0" timeOffset="117154.28">14915 14505 1378 0,'0'0'204'15,"0"0"-152"-15,0 0-39 16,0 0 18-16,86 18 53 16,-53-14 8-16,0 1-21 0,4 0-41 15,2-1-18 1,-2 0 8-16,3 1-19 0,2-1-2 16,0-1-70-1,14-3-62-15,-9 0-455 0,-7 0-294 16</inkml:trace>
  <inkml:trace contextRef="#ctx0" brushRef="#br0" timeOffset="118997.79">15984 14239 871 0,'0'0'230'0,"0"0"-55"15,0 0 21-15,0 0 3 16,0 0-22-16,0 0-51 15,0 0-28-15,0-1-22 16,-3 1-15-16,-4 1-39 16,-5 9 1-16,0 4-23 15,1 5 1-15,0 1-1 0,2 5 9 16,2 2-9-16,6-1-2 16,1 1 2-16,0-3 10 15,3-3-10-15,11-1-12 16,2-6-7-16,3-4 19 15,4-4 0-15,4-6 7 16,-1 0 3-16,4-9-2 16,-2-9-8-16,-2-5-30 15,-7-2 2-15,-2-2 21 16,-7-1 7-16,-7-2 0 16,-3 0 0-16,0 1 23 15,-10 1-6-15,-7 2 6 16,1 5-11-16,0 4 10 15,-1 3 5-15,4 4-27 16,2 5-1-16,5 2-16 0,-4 3-109 16,4 0-59-16,0 6-207 15</inkml:trace>
  <inkml:trace contextRef="#ctx0" brushRef="#br0" timeOffset="152136.23">6995 7608 1053 0,'0'0'146'16,"0"0"-84"-16,0 0 6 0,0 0 11 15,0 0 37-15,-20-11 34 16,18 9-50-16,2 0-41 16,-1 1-15-16,1-1-8 15,0 2-11-15,0 0-25 16,0 0-15-16,0 0 6 15,8 0-6-15,6 0 15 16,7 0 0-16,4 3 5 16,2 0 2-16,0-3-7 15,6 0-1-15,-3 0-21 16,1 0-41-16,-3 0-101 16,7-9 4-16,-10 2-186 15,-3 2-411-15</inkml:trace>
  <inkml:trace contextRef="#ctx0" brushRef="#br0" timeOffset="152371.99">7031 7636 1300 0,'0'0'161'0,"0"0"-112"15,0 0-4-15,0 0 34 0,0 0 20 16,0 0-38-16,0 0-61 16,2-1 27-1,20-2-13-15,12-1-8 0,5 0-4 16,7-2 9-16,1-1-11 15,3 0-38-15,1 2-67 16,-3-2 69-16,13 2-226 16,-12 3-110-16,-10 0-369 0</inkml:trace>
  <inkml:trace contextRef="#ctx0" brushRef="#br0" timeOffset="177678.93">9153 7596 18 0,'0'0'367'15,"0"0"-238"-15,0 0-31 16,0 0 36-16,0 0-30 16,-6-4-27-16,4 2 24 15,2 2-17-15,-1 0-22 16,1 0-26-16,0 0 19 15,-2 0-17-15,2 0 7 16,0 0-6-16,0 0-29 16,0 0 10-16,0 0 12 15,0 0-19-15,0 0 24 16,0 0-10-16,0-1 15 0,0 1-5 16,0 0-17-16,0 0-8 15,0 0-12-15,0-2 0 16,0 1 0-16,2 0-4 15,5-2 4-15,6 1 24 16,1-2-24-16,5 1 0 16,-1 0 6-16,5 0-5 15,0 1-1-15,6 0 2 16,-1 2 5-16,8 0-7 16,0 0 0-16,0 0-10 15,1 0 10-15,-1 7-21 16,1 0-11-16,0 1 0 0,2-3-13 15,0 1 3-15,3-3-35 16,-5-2-51-16,2-1 8 16,-3 0-97-16,-2 0-67 15,3 0 24-15,8-4 159 16,-9-2 69-16,-3 2-138 0</inkml:trace>
  <inkml:trace contextRef="#ctx0" brushRef="#br0" timeOffset="186946.5">9206 6496 65 0,'0'0'137'0,"0"0"-68"16,0 0 28-16,0 0 62 15,0 0 2-15,0 0-35 16,6-8-21-16,-4 8-40 16,-2-2-21-16,0 2 5 15,0 0-4-15,0 0-6 0,0 0-6 16,0 0-13-16,0 0-7 15,0 0-8-15,0 0-5 16,0 0 0-16,0 0 0 16,0 0 19-16,0 3-19 15,0 1 1-15,0 4 7 16,0 2 8-16,0 1-9 16,0 2-6-16,-2 2 13 15,1 3-8-15,-2 2 6 16,1 3-12-16,-1 2 15 15,0 5 5-15,0 2-18 16,0 4 9-16,1 3 15 16,-1 2-25-16,-2 0 7 0,2 1-7 15,0-4-1-15,0-1 1 16,3-5-1-16,-3-5 0 16,3-3 5-16,0-2-4 15,0-4 5-15,0-3-6 16,0-1 0-16,0-1 9 15,0-3-9-15,0-1 1 16,3-2 12-16,3-2 3 16,-1 1 7-16,1-2-22 15,1-1 18-15,0 1 0 16,1-1-19-16,1 1 23 16,3 0-7-16,0 2-7 15,1 0-8-15,-1-1 11 16,0 1-11-16,1 0-1 15,-1-2 1-15,2-1-2 0,-1 0 1 16,2-3-14-16,0 0 9 16,3 0 4-16,0 0-21 15,4-2 14-15,2-3-2 16,3-3-31-16,-3 1-47 16,11 0-69-16,-9 1-38 15,-4 2-191-15</inkml:trace>
  <inkml:trace contextRef="#ctx0" brushRef="#br0" timeOffset="187816.34">9199 6513 611 0,'0'0'144'16,"0"0"-126"-16,0 0-16 16,0 0 16-16,0 0 21 15,0 0 48-15,0 0-32 16,1-5-6-16,2 5-27 15,3 0 30-15,2 0 14 16,4 0-11-16,0 0-26 16,5 0 15-16,3 0-20 15,2 0-5-15,5 1-4 16,0-1 6-16,1 0-6 16,-2 0-14-16,2 0-1 0,-4 0 16 15,0 0-16 1,-5 0-1-16,1 0 1 0,-3 0 1 15,-1 0 5-15,-3 0-6 16,-1 0 0-16,-3 0-2 16,1 0 2-16,-2 0-1 15,-4 0-8-15,-1 2 0 16,0 2 1-16,0 0-4 16,-1 0 12-16,0 2 15 15,0 0-15-15,-1 2 0 16,-1 1 11-16,0 2 7 15,2 3 6-15,-2 3 8 16,0 4-9-16,0 4 20 16,0 3-27-16,0 5-3 15,-3 1-2-15,-6 1 1 0,2 4-2 16,-1-3-10-16,-1 2 1 16,0 1 6-16,3 1-7 15,0-2-2-15,0 2-5 16,3-3 7-16,1-2 0 15,2-4 0-15,0-6-21 16,0-3 8-16,0-4-30 16,5-4-65-16,0-3-69 15,-1-4-374-15,-2-2-64 0</inkml:trace>
  <inkml:trace contextRef="#ctx0" brushRef="#br0" timeOffset="201678.92">19501 6701 1128 0,'0'0'221'0,"0"0"-148"15,0 0-36-15,0 0 32 16,0 0-10-16,0 0 4 16,-6-15-3-16,6 15-40 15,0 0-19-15,0 0 3 16,0 2-4-16,0 13-1 15,0 6 1-15,6 9 14 16,1 9 5-16,2 7-13 16,-3 8 0-16,2 17 14 15,3 22-14-15,0 21-6 16,1 7 1-16,1 1 6 16,-2-7 5-16,-2-3-11 15,-1 9 0-15,-1 10 23 16,-6 12-23-16,1 11 14 0,-2 9-14 15,0 12 12 1,0 9 1-16,0 4-14 0,1 13 0 16,4 9 15-16,-1 8-14 15,-1 9 10-15,-3 4-10 16,0 8 7-16,0 7 4 16,-4 3-12-16,-10 8 0 15,-2 3 1-15,-1 2-1 16,1 1 0-16,5-1 6 15,4-1-5-15,0-1 0 16,4-2-1-16,-2-1 10 0,1 0-5 16,-4-2-4-16,-2-2-2 15,-4 0 2-15,-2-5-1 16,-2-7 1-16,-3-4-1 16,-1-10 1-16,4-12-7 15,3-12-12-15,6-15-21 16,7-16-4-16,2-13 24 15,0-16-7-15,7-12-44 16,4-12-56-16,1-18-29 16,0-22-109-16,8-10-47 15,-4-22-4-15,-1-18 25 0</inkml:trace>
  <inkml:trace contextRef="#ctx0" brushRef="#br0" timeOffset="205811.36">1911 8439 1046 0,'0'0'246'0,"0"0"-149"16,0 0 8-16,0 0-31 15,0 0-9-15,0 0 21 16,-14 0-56-16,14 0-9 16,0 2-21-16,6-1 0 15,6 4 11-15,6-1-10 16,6 0 14-16,0-1-6 15,4-2-9-15,-1-1 1 16,-3 0 18-16,0-4-17 16,-6-7-2-16,-2-2 0 15,-2-1-1-15,-7-3-18 16,-1 0 19-16,-6-1 0 0,0-2-5 16,-3 0-2-16,-10 1-9 15,-1 0 16-15,-2 2 6 16,2 6 32-16,1 4-11 15,4 2 9-15,3 5 6 16,4 0-5-16,1 0-22 16,-1 16-15-16,1 8 0 15,1 10 9-15,0 10-9 16,0 6 8-16,0 7 2 16,0 15 7-16,4 16 8 15,1-8-9-15,1-8-6 16,-3-10 13-16,3-13-23 15,0 3 1-15,-2 2 1 16,1-7 4-16,-1-9-6 0,-1-9 0 16,0-6-12-16,-1-6 5 15,1-7-68 1,-3-7-92-16,0-3-136 0,0-14-21 16,0-5-529-16</inkml:trace>
  <inkml:trace contextRef="#ctx0" brushRef="#br0" timeOffset="206070.28">1963 8829 1109 0,'0'0'275'15,"0"0"-96"-15,0 0-17 16,0 0-48-16,0 0-34 0,0 0-5 16,0 0-37-1,9-40-9-15,12 22 17 0,4-3-21 16,8-6-4-16,4-3-5 15,2-3-16-15,3-4 0 16,1-3-22-16,2 0-78 16,-2-2-49-16,18-17-152 15,-14 10-348-15,-10 5 21 0</inkml:trace>
  <inkml:trace contextRef="#ctx0" brushRef="#br0" timeOffset="206311.81">2409 7964 1350 0,'0'0'202'15,"0"0"-163"-15,0 0-20 16,0 0 4-16,-18 75 18 15,15-42 29-15,-4 6-36 16,2 3-15-16,1 5 12 16,1-1-30-16,1 0-1 15,2-3 0-15,0-3-27 16,0 0-81-16,11-10-154 16,-1-8-537-16</inkml:trace>
  <inkml:trace contextRef="#ctx0" brushRef="#br0" timeOffset="206994.98">2587 8595 801 0,'0'0'474'0,"0"0"-474"15,0 0-26-15,0 0 26 16,0 0 42-16,0 0 106 15,0 0-35-15,-18 29-34 16,18-29-56-16,0 0-9 16,4 0-14-16,7-2 24 15,-2-1-14-15,1 3 3 0,-1 0-13 16,-3 0 0-16,3 0 17 16,1 8-17-16,-5 8 26 15,-1 4 13-15,-2 3-2 16,-2 7 5-16,0 1-12 15,0 0-7-15,0 0 23 16,0-5-27-16,0-4-3 16,-2-8-15-16,2-4-1 15,0-7 0-15,5-3-23 16,7 0-24-16,7-13 13 16,0-11-27-16,3-6-53 15,-2-8 36-15,-2-1 67 0,-1 0 11 16,-4 3 7-16,-7 5 9 15,0 11 77 1,-6 8-20-16,0 7 20 0,0 5-32 16,0 0-10-16,0 0 11 15,0 3-37-15,-3 7-4 16,-3 7 4-16,0 3-24 16,0 5 6-16,5 1-1 15,1 2-5-15,0 0 9 16,0 0-10-16,3 1 0 15,7-5-6-15,2-3 6 16,4-4-8-16,-1-5 0 16,3-4 7-16,2-4-7 0,-1-4-17 15,2 0-57 1,-3-2 16-16,15-19-105 0,-8 1-55 16,-1 1-656-16</inkml:trace>
  <inkml:trace contextRef="#ctx0" brushRef="#br0" timeOffset="207496.36">3033 8232 867 0,'0'0'178'15,"0"0"-146"-15,0 0-15 16,0 0 17-16,0 0 39 16,0 0-12-16,0 0-20 15,-3-18 5-15,3 18-18 16,0 0 21-16,0 0 28 0,-3 0 44 16,1 1 7-16,-1 8-55 15,0 3-23-15,-1 5 11 16,1 5-25-16,0 2-13 15,1 2-11-15,2 4 0 16,0 1 8-16,0 0-19 16,5 0 0-16,5-1 18 15,1-1-19-15,7-2 0 16,-1-4 0-16,0-4-1 16,5-3 0-16,-1-5-11 15,5-4-4-15,-4-4-73 16,14-3-120-16,-6-6-91 15,-8-6-582-15</inkml:trace>
  <inkml:trace contextRef="#ctx0" brushRef="#br0" timeOffset="207939.5">3253 8421 1478 0,'0'0'173'16,"0"0"-161"-16,0 0-11 0,0 0 21 16,0 0 11-1,0 0 24-15,0 0-16 16,2-10-16-16,7-5 38 16,5-8-45-16,0-4-18 0,0-2-31 15,-1-3-66 1,1 0 81-16,-4 4-11 0,-1 6 27 15,-6 3 23-15,0 9 3 16,0 6 6-16,-3 2 30 16,0 2-30-16,0 0-11 15,0 0 4-15,0 8-11 16,0 6 1-16,0 7-2 16,0 7 3-16,0 8 19 15,0 2-23-15,0 2 4 16,0 2-15-16,0-3 16 15,0-1-9-15,0-3-8 16,0-4 0-16,0-4 2 16,3-4-2-16,6-5-13 15,-5-4-56-15,1-2-113 0,-1-8-115 16,-1-3-109-16,-1-1-539 16</inkml:trace>
  <inkml:trace contextRef="#ctx0" brushRef="#br0" timeOffset="208366.41">3513 8411 810 0,'0'0'542'16,"0"0"-449"-16,0 0-9 16,0 0 12-16,0 0 38 15,0 0 4-15,0 0-63 16,0-1-34-16,0 6-2 16,0 8-32-16,0 7-6 15,-3 7 9-15,0 2-3 16,0 3 3-16,3 0-10 15,0-1 0-15,0-3 3 16,0-4-3-16,0-4-9 16,9-9-63-16,0-5-74 0,6-6-113 15,0-9-377-15,0-6-46 16</inkml:trace>
  <inkml:trace contextRef="#ctx0" brushRef="#br0" timeOffset="208738.22">3640 8333 1320 0,'0'0'266'16,"0"0"-131"-16,0 0-40 15,0 0-48-15,0 0 10 16,0 0 18-16,0 0-40 16,-3 5-15-16,0 12-12 15,0 6 1-15,0 3-3 0,3 1-5 16,0 0-1-1,0-3 20-15,0-2-20 0,9-3-1 16,4-4-7-16,1-3 8 16,-2-5 0-16,6-4-19 15,-3-3 13-15,1 0 6 16,-1-6 1-16,1-8 8 16,-2-8-8-16,4-1 12 15,-6-7 11-15,-4-3-23 16,-3 0 8-16,-5-3 6 15,0 1-14-15,0 3-1 16,-9 5 2-16,-1 7 13 16,1 7 10-16,-2 8 19 0,2 2-16 15,0 3-28 1,0 0-9-16,2 3-37 0,1 6-10 16,6 3-28-16,0 1-77 15,5-1-93-15,6-3-84 16,0-6-462-16</inkml:trace>
  <inkml:trace contextRef="#ctx0" brushRef="#br0" timeOffset="209034.79">3894 8045 1247 0,'0'0'172'0,"0"0"-83"16,0 0-50-16,0 0 0 15,0 0-1-15,80-10 15 16,-58 10-18-16,0 11-19 16,1 6 11-16,1 5 19 15,-2 7-24-15,0 6 1 16,-5 7 12-16,-6 7 0 16,-1 7 1-16,-7 1-1 15,-3 4-22-15,0-3 19 16,-13-2-31-16,-4-3 10 15,-8-4-11-15,1-4-1 16,-7-7-26-16,-20 2-85 16,5-11-250-16,2-9-577 0</inkml:trace>
  <inkml:trace contextRef="#ctx0" brushRef="#br0" timeOffset="209916.36">1036 8627 1033 0,'0'0'656'15,"0"0"-565"-15,0 0-21 16,0 0 8-16,0 0 25 16,0 0-25-16,0 0-39 0,-8 0-32 15,8 0-7 1,10 0-1-16,5 0 1 0,9 0 7 16,7 0-6-1,8 0 13-15,10 0-7 0,3 0 0 16,1 0-7-1,0-5 1-15,-2-5-8 0,-3 0 2 16,-4-2-39-16,-8 1-94 16,-6 2-163-16,-9 2-193 15,-11 1-261-15</inkml:trace>
  <inkml:trace contextRef="#ctx0" brushRef="#br0" timeOffset="210208.05">1226 8476 1400 0,'0'0'176'15,"0"0"-154"-15,0 0-22 16,0 0 0-16,0 0 0 16,0 0 5-16,0 0 26 15,30 19 14-15,-12-6 11 16,4 5-11-16,2 4-1 15,0 4-21-15,-3 0-13 16,3 4 1-16,-2-2 0 16,-2-1-3-16,-1-4-8 15,0-5-9-15,-2-6-7 16,5-10-119-16,-7-2-102 16,-2 0-533-16</inkml:trace>
  <inkml:trace contextRef="#ctx0" brushRef="#br0" timeOffset="210439.09">1502 8408 1482 0,'0'0'231'16,"0"0"-221"-16,0 0-10 15,0 0 1-15,-66 99 4 16,41-65 40-16,3 4 5 15,-5 3 0-15,0 6-18 16,-3 4-3-16,-1 2-11 16,-2 1-15-16,5-6-2 15,2-6-1-15,10-8-7 0,7-9-112 16,7-9-252-16,1-7-719 16</inkml:trace>
  <inkml:trace contextRef="#ctx0" brushRef="#br0" timeOffset="211620.99">4639 8306 1385 0,'0'0'308'0,"0"0"-225"0,0 0-45 16,0 0-11-16,0 0 34 15,0 0-17-15,0 0-3 16,-7-5-33 0,7 5-8-16,0 0 0 0,0 12 2 15,0 4-2-15,0 4 0 16,0 2-94-16,2-1-45 15,5 1-109-15,-1-5-113 16,-3-4-378-16</inkml:trace>
  <inkml:trace contextRef="#ctx0" brushRef="#br0" timeOffset="212032.63">4675 8550 1142 0,'0'0'185'16,"0"0"-96"-16,0 0 24 0,0 0-18 15,0 0 36-15,0 0-52 16,0 0-38-16,-4 46-19 16,4-40-22-1,0-2 1-15,0 0-3 0,0 0-20 16,3 1-68-16,4-2-149 16,-1-1-453-16</inkml:trace>
  <inkml:trace contextRef="#ctx0" brushRef="#br0" timeOffset="213361.05">20418 6959 1515 0,'0'0'172'16,"0"0"-127"-16,0 0-38 15,0 0 1-15,0 0 53 16,0 0-10-16,0 0-4 16,15-1-25-16,11 1 13 15,4 0-10-15,5 0-19 16,5 4-6-16,1-1 17 15,-1 0-17-15,2 0 0 16,-6-3 0-16,-2 0-27 16,-4 0-46-16,-5 0-85 15,-8-2-198-15,-6-3-225 16,-9-2-85-16</inkml:trace>
  <inkml:trace contextRef="#ctx0" brushRef="#br0" timeOffset="213594.68">20576 6783 1262 0,'0'0'207'0,"0"0"-92"16,0 0 22-16,0 0-33 15,0 0 19-15,0 0-56 16,0 0-38-16,-28-24-29 16,28 28-5-16,5 10 5 15,8 8 0-15,4 6 1 16,0 4 11-16,4 5-11 0,-1-1-2 15,0 1 2 1,1-3-1-16,-3-4 0 16,2-6 0-16,-2-6-14 0,-2-7-52 15,-1-9-117-15,-3-2-182 16,-6 0-520-16</inkml:trace>
  <inkml:trace contextRef="#ctx0" brushRef="#br0" timeOffset="213932.74">20703 6704 1597 0,'0'0'232'0,"0"0"-147"15,0 0-51-15,0 0-26 16,0 0-6-16,0 0 11 16,0 0-13-1,-16 60 1-15,7-14 20 0,-3 19-20 16,0-2 12-16,-6 5-13 15,3-2 6-15,0-12-6 16,3-2-3-16,4-11-67 16,8-11-60-16,0-14-107 15,0-10-449-15</inkml:trace>
  <inkml:trace contextRef="#ctx0" brushRef="#br0" timeOffset="-214286.42">21446 6708 567 0,'0'0'144'0,"0"0"-118"15,0 0-19 1,0 0 19-16,0 0-8 0,0 0-17 16,0 0 6-16,-32-14-7 15,32 14 0-15,0-1 15 16,0 1 16-16,0 0 24 16,0 0 6-16,0 0 21 15,0 0 14-15,0 0-28 16,0 0 9-16,0 0 4 15,0 0-9-15,0 0 4 16,0 0 2-16,0 0-11 16,0 0-7-16,0 0-32 15,3 0-28-15,7 0 39 16,0 1-17-16,2 3-22 16,3-1 14-16,-1-1-12 15,-1-2 5-15,1 0-7 16,0 0 1-16,0 0 6 0,1 0 3 15,1-8-10 1,3-4 19-16,4-4-19 0,-2-4-9 16,1-3-8-16,-1-2-72 15,-6-2 83-15,0 2 5 16,-8 1-1-16,-4 2-5 16,-3 3 7-16,0 3 28 15,0 3 23-15,-4 4 10 16,-2 2 10-16,-1 4-17 15,2 3 7-15,0 0-15 16,2 0-12-16,-3 0-13 16,-1 10-21-16,-2 7 0 15,-1 8 0-15,-4 10 2 16,2 8-3-16,-1 10 2 0,-5 17-1 16,1 17 22-16,1 17-21 15,2 4 6-15,6-8 21 16,5-11-19-16,1-22-3 15,1-17-6-15,1-13 0 16,0-9 0-16,0-1-15 16,0 0-9-16,0-3-35 15,0-9-71-15,-2-11-189 16,-2-4-203-16,-5 0-635 0</inkml:trace>
  <inkml:trace contextRef="#ctx0" brushRef="#br0" timeOffset="-214008.13">21376 7130 1633 0,'0'0'79'16,"0"0"-41"-16,0 0-3 16,0 0-33-16,94-73 47 15,-61 47 45-15,4-1-46 16,5-2-14-16,3-4-34 15,1 1-28-15,0-3-74 16,11-13-123-16,-11 8-169 16,-10 3-290-16</inkml:trace>
  <inkml:trace contextRef="#ctx0" brushRef="#br0" timeOffset="-213791.47">21930 6357 1373 0,'0'0'223'16,"0"0"-165"-16,0 0-55 15,0 0 7-15,0 0-10 16,0 0 38-16,0 0 1 16,-20 85-12-16,11-53 6 15,2 5-24-15,-1 2 6 16,0 0-15-16,3 1-9 0,4 11-73 15,-1-10-156 1,2-9-760-16</inkml:trace>
  <inkml:trace contextRef="#ctx0" brushRef="#br0" timeOffset="-213160.02">21925 7013 550 0,'0'0'872'0,"0"0"-797"0,0 0-38 16,0 0-1-16,0 0 5 16,0 0-22-1,0 0 45-15,-9-38-37 0,9 37-2 16,2 1-25-16,-2 0 0 15,0 0 0-15,1 11 34 16,-1 4 2-16,0 5-5 16,0 4-5-16,0 2 15 15,0 0-2-15,0 0-32 16,0-5 2-16,0-3 8 16,6-5-17-16,3-5 0 15,4-5-10-15,-1-3 10 16,6-3 5-16,-1-14 10 15,4-5-15-15,-2-8-6 16,2-2-21-16,-5-1 22 0,-4 2 5 16,-4 4 22-16,-5 5 7 15,-3 6 2-15,0 6 17 16,0 5 54-16,0 5-44 16,0 0-18-16,0 0-39 15,0 0 12-15,0 0-13 16,0 5 0-16,0 10 0 15,0 7 7-15,0 8-7 16,-3 8 16-16,-3 8-14 16,-2 8 4-16,1 4 22 15,-5 2-28-15,3 0 2 16,-2-7 7-16,3-4-2 16,-1-12-10-16,3-5 4 0,-1-10-1 15,2-7 5 1,0-6-5-16,1-2 0 0,-5-4 0 15,-3-2 0-15,-3-1-21 16,-3 0-53-16,2-3-9 16,-1-11 8-16,5-8-80 15,6-26-81-15,5 6-167 16,1-1-516-16</inkml:trace>
  <inkml:trace contextRef="#ctx0" brushRef="#br0" timeOffset="-212433.25">22615 6528 649 0,'0'0'144'0,"0"0"-108"16,0 0 97-16,0 0 23 15,0 0 28-15,0 0-18 16,0 0-21-16,-36-6-30 16,34 6-42-16,1 0-20 15,-4 0 13-15,1 0-24 16,-5 7 4-16,0 4-7 15,-3 6 1-15,-1 3 2 16,-1 5-21-16,-2 7 4 16,4 2 6-16,-1 6-6 15,2-1-1-15,3 3-17 16,4-2-5-16,4 0-1 16,0 0-1-16,0-4-13 15,12 0 0-15,6-4 7 16,4-2-50-16,1-5-11 0,3-4-62 15,3-7-19-15,13-10-68 16,-6-4-318-16,-4 0-375 16</inkml:trace>
  <inkml:trace contextRef="#ctx0" brushRef="#br0" timeOffset="-211562.12">22920 6650 856 0,'0'0'146'15,"0"0"-81"-15,0 0 98 16,0 0-31-16,0 0 29 16,0 0-37-16,0 0-19 15,-1-5-42-15,1 5-10 16,0 0 5-16,0 0-31 15,0 0 0-15,-2 0 1 16,1 0-6-16,-2 0 3 16,0 1-15-16,-2 5 2 15,1 1 7-15,-2 0-18 0,3 1 0 16,-1 1 9-16,-1 1-10 16,0 4 7-16,1 3-7 15,1 2 0-15,0 5 8 16,3 3-8-16,0 0 0 15,0 1 4-15,0 1-2 16,4-5-4-16,7-2-9 16,3-4 2-16,0-5 7 15,4-4-17-15,2-8 19 16,2-1 0-16,2-1 8 16,0-15-8-16,0-4-4 15,-1-4-12-15,0-2-2 16,-7-3-3-16,-4 0 20 15,-6-2 1-15,-6-1 0 0,0 2 22 16,-6 1-6-16,-9 4 16 16,0 5 23-16,-2 7 16 15,0 5 4-15,-1 4-42 16,-3 4-26-16,5 0-7 16,-2 3-3-16,4 8-1 15,4 3-2-15,6 3-46 16,2 1-81-16,2 2-69 15,0 7-31-15,10-6-103 16,-1-3-662-16</inkml:trace>
  <inkml:trace contextRef="#ctx0" brushRef="#br0" timeOffset="-210959.42">23393 6824 1370 0,'0'0'299'0,"0"0"-207"15,0 0-71-15,0 0-18 16,0 0-3-16,0 0 0 16,0 0 30-16,-19 49-3 0,8-22 18 15,-5 5-7-15,-1 7-13 16,-2-1-4-16,-2 0-21 15,2-3 1-15,-1-4 18 16,4-5-19-16,4-6-6 16,6-8-5-16,6-5-98 15,0-3-135-15,2-4-570 0</inkml:trace>
  <inkml:trace contextRef="#ctx0" brushRef="#br0" timeOffset="-210510.1">23766 6612 1622 0,'0'0'175'0,"0"0"-127"0,0 0-29 15,0 0-9-15,0 0 40 16,0 0 18-16,-83-40 11 15,83 39-7-15,0 0-72 16,0 1-12-16,1 0-23 16,8 0 35-16,7 0 19 15,1 0-19-15,4 9 6 16,0 3 2-16,-2 1-8 16,-1 2-10-16,-6 1 4 15,0 2 1-15,-6-1 5 0,-5 1 1 16,-1 1-1-16,0 1 34 15,-1-1-12-15,-10 1 10 16,-2-2 27-16,-1 2-13 16,1-2-7-16,4-1-25 15,2-1-13-15,2-2 18 16,3-3-19-16,2-1-18 16,0-1 11-16,5-2 6 15,9 0 0-15,5-2-11 16,5-2-29-16,3-3-4 15,4 0-42-15,5 0-14 16,12-14-88-16,-8 0-106 16,-6 0-466-16</inkml:trace>
  <inkml:trace contextRef="#ctx0" brushRef="#br0" timeOffset="-210215.52">24170 6486 1543 0,'0'0'44'16,"0"0"-38"-16,0 0-12 16,0 0 12-16,0 0 20 15,0 0 19-15,96 23-3 0,-79-7 30 16,0 4-30-16,1 2-5 15,-3 5-9-15,-4 3 7 16,-1 2-4-16,-7 3-14 16,-3 3-4-16,0 3 18 15,-8 4-15-15,-11 3 0 16,-8 2-9-16,-5 1 7 16,-7-2-14-16,-3-4-7 15,-10 6-140-15,9-14-176 16,8-11-393-16</inkml:trace>
  <inkml:trace contextRef="#ctx0" brushRef="#br0" timeOffset="-204895.13">21079 8243 1114 0,'0'0'252'0,"0"0"-211"15,0 0-33-15,0 0 8 16,0 0 6-16,0 0 4 16,0 0 12-16,93 9-12 15,-66-9-13-15,1-9-5 16,-3-5 18-16,-1-2-1 15,-3-4-18-15,-5 0 2 16,-3-2 5-16,-3 2-14 0,-6 0 1 16,-2-1 20-1,-2 1-13-15,0 0 8 0,0 1 4 16,0 0 21 0,-6 1 23-16,-2 3-2 0,3 4-14 15,-1 3 15-15,1 4 31 16,3 2-34-16,-1 2-30 15,2 0 7-15,-1 0 17 16,-2 0-20-16,-3 9-14 16,-2 9-13-16,-3 10 0 15,-2 8 7-15,4 7-13 16,-2 9-1-16,0 6 23 16,1 4-15-16,1 3-1 15,4-1-7-15,2-6 6 16,1-5-6-16,3-6 0 0,0-8 0 15,0-8-5-15,0-8 5 16,0-9-13-16,0-7-30 16,0-5 9-16,1-2-5 15,4-2-11-15,1-15 49 16,1-5-11-16,2-8 12 16,0-5-2-16,1-4 1 15,1 0 1-15,2 1 3 16,4 3-3-16,-1 4 0 15,5 5 4-15,1 9-4 16,0 5-7-16,0 6 0 16,-2 6-2-16,0 0 7 15,-2 0-11-15,-2 12 13 0,-2 5 1 16,-4 3 1 0,-1 7-2-16,-5 5 1 0,-4 7 36 15,0 3 6-15,-1 3-13 16,-11-3 2-16,3 0 10 15,2-6-23-15,2-8-6 16,0-5-12-16,4-7 0 16,1-6-1-16,0-8-5 15,0-2-44-15,0 0-53 16,15-25-29-16,1-4-92 16,-1-1-445-16</inkml:trace>
  <inkml:trace contextRef="#ctx0" brushRef="#br0" timeOffset="-204219.06">21947 8142 880 0,'0'0'405'0,"0"0"-286"16,0 0-62-16,0 0 23 16,0 0 52-16,0 0 26 15,0 0-58-15,-5-21-52 0,0 21-17 16,-2 7 9 0,-2 8-32-16,-3 5 5 0,0 5 14 15,1 4-8-15,1 0 9 16,2 5-8-16,1 0 5 15,2 3 5-15,1 1-29 16,1-2-1-16,3-2 12 16,0-3-11-16,7-4-2 15,7-4-12-15,5-6-15 16,2-4-44-16,5-8-83 16,14-5-81-16,-8-4-101 15,-2-9-574-15</inkml:trace>
  <inkml:trace contextRef="#ctx0" brushRef="#br0" timeOffset="-203510.73">22197 8186 1084 0,'0'0'513'16,"0"0"-439"-16,0 0 4 15,0 0 2-15,0 0 27 16,0 0-2-16,0 0-40 16,-12-8-31-16,12 8-27 15,-2 0 11-15,1 6-11 16,-2 11-5-16,-3 8 2 16,-2 6 30-16,0 8-13 0,2-2 2 15,1 2-15-15,3-1 2 16,2-6 8-16,0 0-18 15,7-9 0-15,9-3-1 16,2-6 1-16,4-7-1 16,6-7-21-16,4 0 11 15,2-15-12-15,2-8-35 16,0-6 11-16,-2-5 15 16,-7-2-1-16,-8 0 26 15,-7-1 7-15,-6 3 4 16,-6 2 11-16,0 5 7 15,0 6 33-15,0 7 49 16,-6 7-16-16,5 4-28 0,-1 1-36 16,2 2-18-1,0 0-6-15,-1 6 0 0,-1 13 0 16,1 10 0-16,-4 9 0 16,1 8 13-16,-2 9-13 15,-3 3 9-15,0 6 15 16,0 4-23-16,0-2 8 15,0-1 15-15,0-6-24 16,2-6 9-16,-2-10-9 16,0-7 1-16,-2-8 11 15,-2-7-12-15,-2-7 0 16,-3-4 8-16,0-7-7 16,-6-3-2-16,-3 0-2 15,1-7-4-15,0-6 1 0,4-5-37 16,4-3-30-16,4-4-34 15,11-14-48-15,3 7-213 16,0 0-389-16</inkml:trace>
  <inkml:trace contextRef="#ctx0" brushRef="#br0" timeOffset="-203226.59">22706 8075 1196 0,'0'0'332'0,"0"0"-254"16,0 0-60-16,0 0-7 15,0 0-11-15,0 0 32 16,0 0 66-16,19 45-7 15,-7-19-21-15,1 9-4 16,-2 8 12-16,-5 9-8 16,-6 8-18-16,0 5-23 15,-14 3-5-15,-11-3-23 16,-4-3 11-16,0-8-12 16,2-9 0-16,6-10 0 15,4-8-77-15,8-10-148 0,5-10-515 16</inkml:trace>
  <inkml:trace contextRef="#ctx0" brushRef="#br0" timeOffset="-202568.68">23278 8228 765 0,'0'0'228'0,"0"0"-150"15,0 0 44-15,0 0 75 16,0 0 41-16,0 0-42 0,0 0-59 16,-30 0-28-1,30 0-45-15,0 0-63 0,8 0 0 16,8 0 10 0,7 0-4-16,7 0 9 0,8 0-14 15,6-4 4-15,2-2-6 16,2 1 1-16,1-1-1 15,-6 0-11-15,-4 3-64 16,-8 1-102-16,-8 2-89 16,-9 0-109-16,-9 0-431 0</inkml:trace>
  <inkml:trace contextRef="#ctx0" brushRef="#br0" timeOffset="-202281.75">23225 8388 1580 0,'0'0'257'0,"0"0"-257"0,0 0-5 15,0 0 5-15,0 0 28 16,0 0 13-16,0 0 11 16,110 12-19-16,-67-9-14 15,8 0-18-15,-2-1 1 16,2 1-2-16,-6 0-9 15,7 1-155-15,-15-1-176 16,-8-2-615-16</inkml:trace>
  <inkml:trace contextRef="#ctx0" brushRef="#br0" timeOffset="-196459.2">24297 8074 605 0,'0'0'180'0,"0"0"-142"16,0 0-21-16,0 0 5 0,0 0 102 15,0 0-1 1,0 0-52-16,-1 0-5 16,1 0 62-16,0 0-37 15,0 0-54-15,0 0-19 0,3 0-12 16,0 1 36-16,-2-1-20 15,2 2-3-15,-1-2-1 16,1 0 17-16,1 0 17 16,1 0-15-16,1 0-7 15,1 0 29-15,6-3-52 16,-1-6 33-16,4-2-24 16,0-3-15-16,-1-1 18 15,0-2-19-15,-5-2-10 16,0 2 10-16,-4 1-3 15,-3-1-6-15,-3 1 9 16,0 2 14-16,0 2-5 16,0 3 16-16,-3 2 17 0,-3 3 36 15,1 2-34 1,0 1 6-16,2 1-21 0,2 0 11 16,-1 0-18-16,-1 3-22 15,-1 10 0-15,-4 7 9 16,-1 9-9-16,2 6 17 15,-1 9-6-15,1 5 15 16,-2 6-1-16,3 6-5 16,1 2-6-16,1 4 14 15,-1-2-27-15,4-5 5 16,-3-5 0-16,2-7 0 16,2-4 0-16,-1-7-6 15,-1-8 0-15,1-4-9 0,-1-6 7 16,-1-6-48-16,0-5-74 15,-1-3-43-15,-7-5-108 16,-1 0-40-16,2-10-565 0</inkml:trace>
  <inkml:trace contextRef="#ctx0" brushRef="#br0" timeOffset="-196274.02">24157 8500 354 0,'0'0'1006'0,"0"0"-879"0,0 0 3 15,0 0-6-15,0 0-5 16,0 0-14-16,0 0-1 16,49-61-41-16,-20 42-1 15,2-4-19-15,2-1-19 16,4-3-5-16,1-1-19 16,3-1-1-16,0-1 1 15,0 0-66-15,15-11-61 16,-10 7-125-1,-8 5-465-15</inkml:trace>
  <inkml:trace contextRef="#ctx0" brushRef="#br0" timeOffset="-195938.6">24751 7881 1330 0,'0'0'239'0,"0"0"-172"15,0 0-54-15,0 0 14 16,0 0 88-16,0 0-14 16,0 0-37-16,-29 22-34 15,18 0 19-15,-1 3 0 16,-2 6-20-16,-1 4-2 16,2 5 19-16,-2 2-18 15,4 2-8-15,1-2-12 16,6 0 6-16,2-3-13 15,2-5-1-15,0-5-14 16,12-5 14-16,5-5-49 16,3-5-45-16,6-7-28 15,14-7-114-15,-6 0-139 16,-4-4-622-16</inkml:trace>
  <inkml:trace contextRef="#ctx0" brushRef="#br0" timeOffset="-195229.1">25021 8019 939 0,'0'0'279'0,"0"0"-189"0,0 0 87 16,0 0-6-16,0 0-4 15,0 0-47-15,0 0-22 16,-10-4-34-16,3 4-24 16,-2 10-32-16,-1 5 5 15,-2 6 12-15,2 3-9 16,-1 6 6-16,4 0 14 15,2 2-21-15,4-1-1 16,1-1-13-16,0-1 5 16,4-3 0-16,7-5-6 15,2-4 0-15,2-6-5 16,4-7 5-16,1-4-1 16,4 0 1-16,1-15 2 15,0-6-2-15,-1-4-11 16,-4-4-5-16,-5-2 16 15,-6-1-1-15,-6-4 0 0,-3 1 1 16,0 0 9-16,-9 2 4 16,-8 7-12-16,1 6 16 15,-3 6 14-15,-1 6-15 16,-2 6-16-16,2 2 0 16,4 0 0-16,1 2-2 15,6 8-10-15,3 2-29 16,4 2-80-16,2 2-34 15,3 3-88-15,10-4-92 16,0-3-583-16</inkml:trace>
  <inkml:trace contextRef="#ctx0" brushRef="#br0" timeOffset="-194922.62">25421 8064 1190 0,'0'0'155'0,"0"0"-155"16,0 0 0-16,0 0 68 16,0 0 65-16,4 74 25 15,-4-52-22-15,-7 5-30 16,-1 4-49-16,-1 3-13 15,-2 1-21-15,2 2 2 16,-1-2 0-16,3-2-25 0,1-5 1 16,3-6 11-16,2-5-12 15,1-5-1-15,0-7-35 16,0-5-43-16,11 0-112 16,12-19-18-16,-1-4-142 15,1-3-576-15</inkml:trace>
  <inkml:trace contextRef="#ctx0" brushRef="#br0" timeOffset="-194317.44">25566 8050 859 0,'0'0'317'0,"0"0"-130"0,0 0-42 16,0 0-14-16,0 0 4 16,0 0-12-16,0 0-46 15,0-17-47-15,0 22-12 16,0 7-15-16,-5 6 33 15,0 6 13-15,-1 4-8 16,1 2 11-16,0 3 2 16,5-1-24-16,0 0-8 15,0 0-20-15,0-5 9 16,12-5 0-16,2-4-11 16,2-6 0-16,0-7-6 15,5-5 10-15,1 0-15 16,0-12 11-16,1-7-32 15,0-3-12-15,-4-5-5 16,-1-3 20-16,-4-1 10 0,-3-4 11 16,-5 1 7-1,-4-1 2-15,-2 5-1 0,0 5 30 16,0 5-18-16,0 9 26 16,0 4 24-16,-2 5-32 15,2 1-3-15,0 1-26 16,0 0 4-16,-1 0 8 15,-1 4-13-15,1 10 0 16,-1 7 14-16,1 8-5 16,-2 5 12-16,1 3-3 15,-2 9 11-15,1 3 4 16,-3 6-24-16,0 3 0 16,0 1 16-16,-2 1-24 0,0-4 5 15,-1-3-6 1,1-4 6-16,2-7-3 15,-1-8-3-15,1-9-7 16,3-7 1-16,0-6-12 0,0-7-9 16,-2-3-32-16,2-2-30 15,-4-14-97-15,4-7-172 16,0-5-601-16</inkml:trace>
  <inkml:trace contextRef="#ctx0" brushRef="#br0" timeOffset="-193947.01">26104 7771 189 0,'0'0'1384'0,"0"0"-1383"15,0 0 23-15,0 0-14 16,0 0 17-16,0 0 32 16,0 0 14-16,45 49-16 15,-35-23-27-15,2 5 13 16,-1 2 1-16,-2 6-6 16,-1 3 13-16,-3 5-10 15,-4 3-1-15,-1 4 3 0,-1 2-20 16,-15 2-11-1,-7 0 4-15,-10-3-15 0,-8-3-1 16,-9-2-12-16,-30 5-64 16,13-13-124-16,4-11-549 0</inkml:trace>
  <inkml:trace contextRef="#ctx0" brushRef="#br0" timeOffset="-186266.89">7109 5156 212 0,'0'0'218'16,"0"0"-149"-16,0 0-40 15,0 0 51-15,0 0 71 16,0 0 4-16,0 0-56 16,0 0-15-16,0 0 19 15,0 0-41-15,0 0-10 16,-2 0-1-16,-1 1 29 16,-4 2-22-16,-2 1-38 0,-3 3-19 15,-3 2 18 1,0 1-19-16,-1 1 0 15,1-1 6-15,0 2 4 0,1-3 11 16,0 2-1-16,0-1-8 16,2 3 17-16,-3 1-19 15,3 3-3-15,-1 3-6 16,-1 2 8-16,1 5-2 16,-2 3-6-16,4 2 1 15,-2 2 33-15,3-1-9 16,-2 0-9-16,6 0 1 15,0 1 7-15,1-2 1 16,2 2-7-16,2 0 15 16,1-2-6-16,0 1-28 15,0-5 1-15,1 0-1 0,5-2 1 16,2-2 2-16,1 0-3 16,4-2 0-16,1 1 9 15,-1-1-9-15,7 2-6 16,0 2-7-16,4-2-6 15,3-2-34-15,1 0 9 16,2-4-48-16,3-4-32 16,0-3 82-16,1-5 26 15,-1-6-23-15,3 0 23 16,-2-7-6-16,-2-10-43 16,-1-3-28-16,-4-3 6 15,-2-2 57-15,-1-1 30 16,-3-4 29-16,-2-1 19 0,-1 0 1 15,-6-2 0 1,0 1 5-16,-2-1 2 0,-4-1-3 16,-3-1-23-16,-3-3-9 15,0-3-5-15,0 0 4 16,-3-2-7-16,-6 0 5 16,-4 2 14-16,1 3-15 15,-3 3 6-15,0 1-11 16,-3 3-2-16,2 4-4 15,-5 3-6-15,3 3-6 16,0 4-5-16,-1 3 11 16,4 3 1-16,-1 1 16 15,0 3-17-15,2 3-21 0,0 2 10 16,-10 2-172-16,4 13-104 16,1 2-509-16</inkml:trace>
  <inkml:trace contextRef="#ctx0" brushRef="#br0" timeOffset="-184203.05">8347 5863 130 0,'0'0'332'0,"0"0"-214"16,0 0-41-16,0 0-14 15,0 0 6-15,0 0 53 16,5-6 6-16,-5 6-19 15,0 0 7-15,0 0-25 16,0 0-7-16,0 0 0 16,0 0-9-16,0 0 3 15,0 0-12-15,0 0-15 0,0 0-7 16,0 0-28-16,0 0-7 16,6 0 5-16,5-1-14 15,6-5 2-15,5 1-2 16,2-1 1-16,3 0 15 15,-3 1-16-15,6 0 0 16,0 3 0-16,1-1 0 16,4 3 0-16,0 0-12 15,-1 0 12-15,2 0 2 16,0 0-2-16,1 0 0 16,0 0 4-16,1 0-4 15,-4 0 0-15,2 0-15 16,-6 0-6-16,-5 0 1 0,0 0-37 15,-7 0 0 1,0 1-1-16,-3 2-41 0,0 1 3 16,-6 2 7-16,2 4-101 15,-6-2-206-15,-3-1-140 0</inkml:trace>
  <inkml:trace contextRef="#ctx0" brushRef="#br0" timeOffset="-180648.94">26611 8101 1482 0,'0'0'233'16,"0"0"-168"-16,0 0-41 15,0 0 14-15,0 0 45 0,0 0-23 16,-7 0-38-16,7 0 12 16,0 1-34-16,6-1 18 15,10 2-5-15,4 1 3 16,4 1-5-16,5 0-11 15,4 2 0-15,3 1 15 16,3-2-15-16,2 2 0 16,1-1-1-16,-1-1-8 15,-1 0-30-15,-1-3-105 16,0-2-146-16,-10 0-192 16,-9 0-416-16</inkml:trace>
  <inkml:trace contextRef="#ctx0" brushRef="#br0" timeOffset="-180346.53">26652 8353 1156 0,'0'0'239'0,"0"0"-187"15,0 0-23-15,0 0 3 16,0 0 13-16,0 0 15 16,0 0 7-16,43 9 13 15,-22-8-17-15,4 1-19 16,1 1 13-16,-1-2-29 16,-1 2-8-16,-2 0-19 0,4 0 6 15,-1 1-1-15,2 2-6 16,1-2-22-16,11 0-98 15,-6 0-182 1,-5-3-500-16</inkml:trace>
  <inkml:trace contextRef="#ctx0" brushRef="#br0" timeOffset="-179535.5">27342 8009 1056 0,'0'0'191'16,"0"0"-131"-16,0 0 40 15,0 0 14-15,0 0 1 16,0 0 5-16,0 0-59 15,-9-6-1-15,9 6-16 16,0 0-3-16,0 0-4 16,0 0-7-16,0 0-24 15,0 0 19-15,0 0-25 16,0 5 0-16,-2 9 0 16,0 9 1-16,2 4 9 15,-1 8-10-15,1 1 0 16,0 2 10-16,0-2-10 15,0-3 0-15,0-3-2 0,8-3 2 16,0-5 1-16,1-5-1 16,3-5-13-16,0-5 7 15,0-7-2-15,2 0 4 16,2-4 4-16,0-14 6 16,-3-3-5-16,4-2-1 15,-4-7 0-15,0 0 11 16,-2-2-11-16,-3-1 2 15,-2 2-1-15,-1 2 9 16,-2 2 0-16,-1 4-10 16,-1 6 0-16,-1 6 18 15,2 6-17-15,-2 2 6 16,0 3-6-16,0 0 0 0,0 0 3 16,0 0-4-16,0 0-19 15,0 5 7-15,0 11 12 16,0 6 17-16,0 9-16 15,0 9 15-15,-3 9 9 16,-2 5-3-16,-3 5 6 16,0 3 18-16,0 0-21 15,2-1-1-15,-2-4-11 16,0-4 5-16,1-3 1 16,-4-7-13-16,-4-3-5 15,0-5 19-15,-2-5-19 16,-3-5 8-16,-1-7-9 0,-1-4 10 15,-2-7-2-15,2-5-8 16,1-2-2-16,1-6-7 16,2-12-13-16,2-9-34 15,4-6 8-15,2-6-6 16,4-5 8-16,6-1-26 16,0 3-22-16,16-7-61 15,5 12-117-15,3 6-304 0</inkml:trace>
  <inkml:trace contextRef="#ctx0" brushRef="#br0" timeOffset="-178883.07">28579 8242 310 0,'0'0'879'0,"0"0"-744"0,0 0-82 16,0 0 17-16,0 0-2 15,0 0 19-15,0 0-37 16,-6 4-50-16,6 6 0 15,3 6 26-15,5 6-7 16,-2 6 12-16,-2 5-8 16,-4 2 14-16,0 3 9 15,0-1-25-15,-6-1-14 16,-6-1 25-16,-4-4-31 16,-1-3 2-16,1-7-3 15,4-4-57-15,9-13-128 16,3-4-317-16,0 0-370 0</inkml:trace>
  <inkml:trace contextRef="#ctx0" brushRef="#br0" timeOffset="-178305.5">28939 7804 1247 0,'0'0'187'0,"0"0"-116"16,0 0 19-16,0 0 37 0,0 0-6 15,0 0-42 1,0 0-51-16,0-8-14 0,0 18-14 16,0 7 0-16,0 7 22 15,0 4-14-15,0 6-2 16,0 3 25-16,0 2-16 15,0 4 10-15,-2 3-7 16,-2 2-2 0,3 0 8-16,-1-4-24 0,2-6 0 15,0-7 6-15,0-7-6 16,7-9 0-16,1-6-10 16,1-7 3-16,1-2 7 15,4 0 12-15,-1-13 10 16,6-10-1-16,1-8-5 15,-2-4 0-15,-1-6-14 16,0-3-2-16,-2-2 14 16,-2-4-14-16,4 1 0 0,-4 0 1 15,2 0 0-15,-1 4-1 16,0 3 0-16,-2 5 0 16,1 6-1-16,-2 7 1 15,-3 7-1-15,-2 6 0 16,-2 5-6-16,-2 4 7 15,-2 2-15-15,0 0-24 16,0 0-12-16,0 0-75 16,0 7-111-16,-3 18-14 15,-9-1-297-15,-4 2-224 0</inkml:trace>
  <inkml:trace contextRef="#ctx0" brushRef="#br0" timeOffset="-178001.37">28827 8088 1290 0,'0'0'176'0,"0"0"-121"15,0 0 21-15,0 0 34 16,0 0-12-16,0 0-58 0,0 0-13 15,22 12 23 1,-5-7-25-16,5 1 2 0,0-3 2 16,4 0-3-16,1-2-6 15,1-1-12 1,5 0-8-16,2 0 10 0,0-4-10 16,1 0-22-1,0-1-88-15,7 5-183 0,-6 0-239 16,-9 0-360-16</inkml:trace>
  <inkml:trace contextRef="#ctx0" brushRef="#br0" timeOffset="-177363.97">29374 8018 1128 0,'0'0'173'0,"0"0"-154"16,0 0 80-16,0 0 33 15,0 0 5-15,0 0-47 16,0 0-56-16,-7-20-24 16,7 20-10-16,0 0-9 15,0 3 9-15,0 8 11 16,0 3 8-16,0 3 19 16,0 3-5-16,0 4 20 15,0 3-6-15,-3 2-12 16,0 4-22-16,0-1 27 15,3-1-39-15,0-4 6 16,0-4-6-16,0-5 5 16,6-4-5-16,4-7-1 15,1-3 0-15,4-4 0 0,0 0 13 16,4-11-12 0,-1-7 0-16,3-8-1 0,-2-4-1 15,-2-2-13-15,-3-2 14 16,0-1 4-16,-3 1-3 15,-1 3-1-15,-6 6 7 16,-1 4 2-16,-1 8 3 16,-2 6-12-16,0 4 1 15,0 3 36-15,0 0-37 16,0 0-7-16,0 0-1 16,0 0 7-16,0 11-11 15,0 8 2-15,0 4 10 16,0 9 16-16,-2 6-15 0,1 4 0 15,-2 6 8 1,0 7 9-16,-3 4-2 0,-3 2-4 16,-1 1-11-16,-3-4 27 15,-1-3-19-15,-3-7-8 16,-2-4 0-16,-2-8 11 16,-3-4 1-16,-1-6-12 15,-4-6-1-15,-1-4 21 16,1-6-21-16,-3-8-1 15,4-2-30-15,1 0-52 16,-1-28-43-16,9 3-125 16,4-2-528-16</inkml:trace>
  <inkml:trace contextRef="#ctx0" brushRef="#br0" timeOffset="-175280.34">20647 9710 1275 0,'0'0'225'0,"0"0"-155"0,0 0-25 16,0 0 19-16,0 0 18 15,0 0-49-15,1 2-27 16,14 1 12-1,6 0 17-15,4 0-25 0,5 0 0 16,6 1 4-16,1-1-13 16,2-1 7-16,3 1-8 15,2-1-1-15,-2-1-9 16,9 3-125-16,-14-1-153 16,-8-2-601-16</inkml:trace>
  <inkml:trace contextRef="#ctx0" brushRef="#br0" timeOffset="-175021.28">20600 9819 1493 0,'0'0'191'0,"0"0"-137"15,0 0-44-15,0 0 18 16,0 0 57-16,0 0-8 15,0 0-41-15,-6 0-16 16,27 0-1-16,5 0-2 16,5 3-17-16,2 0 0 15,3 1 14-15,1-1-14 16,0 0 0-16,0 1 0 16,16-2-66-16,-13-1-253 15,-6-1-435-15</inkml:trace>
  <inkml:trace contextRef="#ctx0" brushRef="#br0" timeOffset="-174730.72">21078 9635 1620 0,'0'0'202'15,"0"0"-188"-15,0 0-14 16,0 0-3-16,0 0-8 15,0 0-11-15,0 0 22 16,34 14 1-16,-10 0 0 16,3 4 0-16,0 2 18 15,-5 4-19-15,-5 3 9 16,-7 3-8-16,-7 2 20 16,-3 3-4-16,-6-1-16 0,-15 1 0 15,-7-2 11-15,-7-2-12 16,-21 4-88-1,7-6-122-15,7-10-569 0</inkml:trace>
  <inkml:trace contextRef="#ctx0" brushRef="#br0" timeOffset="-173723.72">21782 9619 1200 0,'0'0'189'0,"0"0"-144"15,0 0-44-15,0 0 5 16,0 0 14-16,0 0-5 16,0 0 33-16,70 6-26 15,-46-6-6-15,1-6-6 16,2-8-3-16,-2-3 23 15,-1-3-29-15,-6-2 14 16,-1 0-15-16,-8-1-21 16,-5 3-11-16,-4 0 32 0,0 2 8 15,0 4 5-15,-4 1 11 16,-4 3 13-16,-1 4 34 16,3 2 23-16,2 1 1 15,1 3-36-15,1 0-3 16,-1 0-11-16,-1 3-21 15,-2 13-23-15,-3 8 17 16,0 8-17-16,-3 6 14 16,-1 6-2-16,-1 4 14 15,-1 4 5-15,2 5-1 16,0-1-13-16,2-2 9 16,3-3-27-16,4-9 0 15,4-8 0-15,0-10 0 0,0-10 0 16,0-6-26-16,0-4-6 15,4-4-17-15,2 0-11 16,4-7 52-16,1-12-21 16,3-8 19-16,0-7 8 15,2-4-10-15,0-2 12 16,-3 1-3-16,4 5 11 16,-4 7-14-16,-2 8 7 15,-1 8-1-15,-2 6 0 16,-2 4-14-16,0 1-8 15,1 0 22-15,-1 4 0 16,1 9 0-16,1 3 1 0,-2 4 16 16,1 6 10-1,-2 3-13-15,-2 5-3 0,-3 0 21 16,0-2-19-16,0-1 1 16,0-5-7-16,0-6 6 15,0-6-13-15,0-7-6 16,4-5-19-16,4-2-26 15,16-18-59-15,-2-7-117 16,-1-5-489-16</inkml:trace>
  <inkml:trace contextRef="#ctx0" brushRef="#br0" timeOffset="-173505.05">22494 9237 1033 0,'0'0'359'0,"0"0"-224"16,0 0 28-16,0 0 5 15,0 0-27-15,0 0-55 16,0 0-47-16,-44 42-32 16,27-10 0-16,0 6-7 15,2 2-3-15,3 1-7 16,3-2 9-16,6-2-56 15,3 4-80-15,0-10-167 16,3-8-645-16</inkml:trace>
  <inkml:trace contextRef="#ctx0" brushRef="#br0" timeOffset="-172545.45">22589 9612 763 0,'0'0'175'0,"0"0"5"0,0 0-3 16,0 0-22-16,0 0-17 16,0 0-11-16,0 0-33 15,-4-27-4-15,2 27-27 16,2 0-17-16,-1 0 8 16,1 0-28-16,0 0-11 15,0 0 9-15,0 0-10 16,-2 0-6-16,2 2-8 15,-3 8 0-15,0 5 5 16,-1 5-5-16,-1 5 0 16,0 4 16-16,1-1-16 15,1 3 9-15,3 0-3 16,0-1 4-16,0-2-5 0,0-4-5 16,11-4-3-16,-1-5 2 15,4-5 1-15,2-6 0 16,3-4-22-16,-1 0 0 15,3-7 2-15,0-11-36 16,-1-3 20-16,0-6-1 16,-3-1-1-16,1-5-10 15,-5 0 24-15,0 0 24 16,-5 0 11-16,-2 3-11 16,-3 5 17-16,-3 4 17 15,0 7-8-15,0 4 10 16,0 6 3-16,0 2 4 15,0 2-10-15,0 0-24 0,0 0-8 16,0 0-1-16,0 7 1 16,0 11-1-16,0 6 6 15,0 9 12-15,0 10 7 16,0 6-4-16,0 17 2 16,0 18 14-16,-3 13-9 15,-5-5-1-15,1-22-18 16,2-20 3-16,0-19-5 15,0-1-7-15,-1 2 0 16,-1-4 10-16,-1-8-10 16,-2-9 8-16,1-7-7 0,-2-4 8 15,-2 0 0 1,-1-8-9-16,0-13-8 0,2-7 7 16,2-7 1-16,5-5-9 15,5-4 9-15,0 0-6 16,0 3 5-16,15 5-11 15,4 2-25-15,4 1 15 16,5 4-30-16,5-3-4 16,3 0-13-16,4 1 4 15,0-3-59-15,14-9-90 16,-12 7-55-16,-7 5-504 0</inkml:trace>
  <inkml:trace contextRef="#ctx0" brushRef="#br0" timeOffset="-172238.31">23101 9484 1119 0,'0'0'187'16,"0"0"-116"-16,0 0 7 16,0 0-13-16,0 0 7 15,0 0-24-15,0 0 14 16,19 30-6-16,-8-9-8 15,-1 4 3-15,0 8-10 16,-2 2 5-16,-5 6-17 16,-3 4-7-16,0 1 10 15,-3 0-32-15,-9-3 9 16,-4-3-2-16,-4-7-6 16,4-3-1-16,-5-7-58 0,-12-1-110 15,3-8-79-15,1-4-469 16</inkml:trace>
  <inkml:trace contextRef="#ctx0" brushRef="#br0" timeOffset="-171845.35">22531 9386 1175 0,'0'0'187'0,"0"0"-116"15,0 0 38-15,0 0-30 16,0 0 27-16,0 0-12 15,-84 68-31-15,68-41-25 16,1 4-2-16,-1 1 4 16,4 2-7-16,-1 0-5 15,3 3-6-15,4 3-1 16,3-1-2-16,3 5-17 0,0-1 6 16,3 0-5-1,11-1-3-15,4-2-1 0,5-5-26 16,4-4-99-16,18-1-30 15,-4-9-107-15,-3-7-514 0</inkml:trace>
  <inkml:trace contextRef="#ctx0" brushRef="#br0" timeOffset="-171289.18">23927 9762 967 0,'0'0'286'0,"0"0"-134"15,0 0-59-15,0 0-6 16,0 0 39-16,0 0-46 16,0 0-38-16,0 0-12 15,11 0 2-15,4 0-4 16,0 0-11-16,2 0-9 15,2 0 17-15,0 0-25 16,2 0 0-16,-2 0 0 16,2 0 0-16,0 0-11 0,3-3-119 15,-2 1-195 1,-6 1-273-16</inkml:trace>
  <inkml:trace contextRef="#ctx0" brushRef="#br0" timeOffset="-171047.08">23848 9935 1513 0,'0'0'276'0,"0"0"-241"16,0 0-25-16,0 0-10 0,0 0 29 15,0 0-4 1,0 0 12-16,42 12 10 0,-17-7-27 15,2 1-2 1,2 0-9-16,4-1 3 0,-1 0-3 16,5 0-9-16,2-1-22 15,0-2-28-15,16-2-229 16,-10 0-354-16,-6 0-377 16</inkml:trace>
  <inkml:trace contextRef="#ctx0" brushRef="#br0" timeOffset="-170382.16">24666 9818 1111 0,'0'0'256'0,"0"0"-199"16,0 0-17-16,0 0 61 15,0 0 69-15,0 0-41 16,0 0-49-16,7 0-43 16,2-7-9-16,5-5 21 15,-1-5 10-15,5-3-50 16,-3-3 7-16,1-1-16 15,1-1 9-15,-2 1 3 16,-2 0-12-16,-1 3 0 16,-5 1 13-16,0 6-13 0,-4 2 19 15,-2 5 6 1,-1 4 7-16,0 3 5 0,0 0-24 16,0 0-12-16,0 0 8 15,0 0-9-15,0 0-9 16,0 9 9-16,0 7 5 15,0 6 20-15,-4 9-15 16,-4 9-1-16,-1 3 15 16,-3 6-11-16,5 1-2 15,-1-1-11-15,4-5 0 16,2-2 0-16,2-8-1 16,0-4-11-16,0-4-22 15,0-7-97-15,0 1-117 16,0-6-135-16,0-5-792 0</inkml:trace>
  <inkml:trace contextRef="#ctx0" brushRef="#br0" timeOffset="-168233.03">23639 7159 988 0,'0'0'200'0,"0"0"-110"16,0 0 49-16,0 0 15 15,0 0 12-15,0 0-8 16,0 0-102-16,-4 0-27 15,4 0-11-15,0 0 9 16,0 0-2-16,0 0-19 16,4 0-5-16,10 0 16 15,7 0-17-15,7 0 0 16,3 0 2-16,4 0 4 16,2-2-6-16,3-1 0 15,2 0-5-15,-2 1 4 16,-1 0-62-16,-1 1-42 15,-3-1-83-15,-4 2-20 16,1 0-115-16,-10 0-298 0,-7 0 58 16</inkml:trace>
  <inkml:trace contextRef="#ctx0" brushRef="#br0" timeOffset="-167954.26">23524 7238 1285 0,'0'0'171'0,"0"0"-155"15,0 0-16-15,0 0 22 16,0 0 1-16,108 0 31 15,-78 0-10-15,1 0-24 16,1 2-19-16,2 3 26 16,3-1-20-16,3 0-7 15,20 0-18-15,-10 0-150 16,-8-1-954-16</inkml:trace>
  <inkml:trace contextRef="#ctx0" brushRef="#br0" timeOffset="-166762.84">20693 11063 1288 0,'0'0'221'16,"0"0"-146"-16,0 0 64 15,0 0 0-15,0 0-37 16,0 0-44-16,0 0-40 16,-9 0-18-16,18-2 0 15,7 2 5-15,10-1 14 16,4-1-6-16,2 2-13 15,4-1 1-15,3 1 1 16,0 0-1-16,0-2 2 0,0 1-3 16,-3 1-18-16,-1 0-50 15,2 0-120-15,-7 0-37 16,-9 0-406-16</inkml:trace>
  <inkml:trace contextRef="#ctx0" brushRef="#br0" timeOffset="-166514.55">20739 11118 1326 0,'0'0'180'0,"0"0"-145"15,0 0-35-15,0 0 73 16,0 0-35-16,0 0-3 15,0 0 6-15,67 0 24 16,-36 0-31-16,4 0-5 16,-1 0-13-16,2 0-4 15,0 0-4-15,1-3-8 16,2-1-19-16,13-6-92 16,-9 3-212-16,-7-2-450 0</inkml:trace>
  <inkml:trace contextRef="#ctx0" brushRef="#br0" timeOffset="-166251.72">21282 10891 1358 0,'0'0'218'0,"0"0"-155"15,0 0-50-15,0 0 1 16,0 0 24-16,0 0 5 15,0 0-20-15,8 2-4 16,8 10 7-16,2 2-4 16,0 4 0-16,-1 5-4 15,-4 2-2-15,-7 5 4 16,-3 2 17-16,-3 2-22 0,0 0-6 16,-5-2-8-16,-7-2 18 15,-4-2-10-15,-2-3-9 16,-11 5-97-16,7-7-188 15,1-8-734-15</inkml:trace>
  <inkml:trace contextRef="#ctx0" brushRef="#br0" timeOffset="-165195.15">22144 10889 1013 0,'0'0'162'16,"0"0"-119"-16,0 0-5 16,0 0 14-16,0 0 60 0,0 0-18 15,0 0-37 1,4 0 13-16,6 0 3 15,3 0-41-15,2 0-7 16,5-1 2-16,0-12-11 0,2-2-10 16,-2-5 18-16,-2-3-16 15,-4-1-8-15,-7 0-11 16,0 1-2-16,-5 0 11 16,-2 0-18-16,0 5 20 15,0 3 10-15,-6 3 6 16,0 5 53-16,3 4-14 15,0 2 7-15,2 1-18 16,-1 0-43-16,1 0 0 16,-2 11 9-16,-2 10-8 15,-2 9 11-15,-1 7-4 16,-1 5 9-16,2 5 8 16,-2 3-10-16,1 1 2 15,2 0 15-15,2-3-22 16,1-5 7-16,3-6-18 0,0-7 0 15,0-9 5-15,0-7-5 16,0-7-15-16,0-5 7 16,0-2-5-16,3 0 13 15,3-2-34-15,3-12 15 16,4-10 1-16,4-7 2 16,4-6-34-16,1-1 41 15,1 2-29-15,-1 4 28 16,0 6-3-16,-2 8 13 15,-4 5 0-15,-4 7 0 16,-2 5-5-16,-4 1 4 16,-1 0 2-16,-4 12 6 15,1 8 28-15,-2 7-3 0,0 7 12 16,0 4-16-16,0 3-1 16,-2 0 23-16,-1-3-32 15,3-5 5-15,0-6-22 16,0-6 0-16,0-6-2 15,2-8-8-15,4-4-37 16,4-3-19-16,1-5-33 16,2-13-16-16,11-24-125 15,-5 2-291-15,-2-1-249 0</inkml:trace>
  <inkml:trace contextRef="#ctx0" brushRef="#br0" timeOffset="-164945.87">22747 10561 633 0,'0'0'358'0,"0"0"-263"15,0 0-14-15,0 0 0 16,0 0 61-16,0 0-8 16,0 0-67-16,3 8-13 15,-3 12 45-15,-9 3-12 16,-1 6-24-16,-1 1-55 15,3-4-8-15,0 0 0 16,7-3-4-16,1 2-116 16,0-7-180-16,3-5-660 0</inkml:trace>
  <inkml:trace contextRef="#ctx0" brushRef="#br0" timeOffset="-164189.54">23020 10779 913 0,'0'0'15'16,"0"0"-15"-16,0 0 76 15,0 0 121-15,0 0-1 0,0 0-77 16,0 0-55-1,-71 57-22-15,69-50 3 0,2 0-9 16,0-2-5-16,0 1 1 16,0 0-3-16,0-4-15 15,0 1 0-15,0 0 2 16,0-2 6-16,0 1-9 16,0-2-13-16,0 1 0 15,0-1 18-15,0 0-17 16,0 0-1-16,0 0 0 15,0 0 5-15,0 0 42 16,0 0-28-16,2 0-10 16,-2 0 17-16,1 0-23 15,1-1 3-15,2-5 6 16,2-4 28-16,0-1-19 16,1-1-21-16,1-1 6 15,-2 0-8-15,1 2 3 0,-2 2-2 16,-2 5 0-16,-2 0 1 15,1 4 0-15,-2-2 0 16,0 2-8-16,0 0 6 16,0 0 4-16,0 0-4 15,0 0 4-15,0 0-2 16,0 0 4-16,0 0-4 16,0 0-1-16,0 0-11 15,0 0 5-15,-2 0 7 16,-5 2 1-16,-6 6 15 15,-4 6-10-15,-2 8-6 0,-4 4 0 16,4 8-4-16,-2 5 4 16,4 2 0-16,1 5-7 15,6-1 7-15,2 0 0 16,8-3-1-16,0-3-14 16,6-7-5-16,12-7-110 15,6-3-12-15,18-11-22 16,-4-5-155-16,-3-6-649 0</inkml:trace>
  <inkml:trace contextRef="#ctx0" brushRef="#br0" timeOffset="-163699.22">23238 10881 1011 0,'0'0'188'16,"0"0"-56"-16,0 0 8 0,0 0-14 15,0 0-42 1,0 0-83-16,0 0 13 0,10-23-13 16,4 22 15-16,2-1-7 15,-1 2-9-15,2 0 0 16,-4 0 18-16,-1 0-6 16,-5 3 7-16,0 6 12 15,-4 3 20-15,-3 5 12 16,0 6-10-16,-3 2-3 15,-11 6 17-15,-4 1-27 16,0-3 11-16,-1-1-1 16,3-2 9-16,3-4-13 15,4-2-32-15,5-5-8 16,4 0 0-16,0-5-6 0,0-2 0 16,12-1 0-16,7-4 7 15,4-3 0-15,7 0-7 16,4-1-19-16,5-14-32 15,-1-3-60-15,1-3-30 16,-3-3-42-16,6-10-53 16,-11 6-288-16,-8 3-269 0</inkml:trace>
  <inkml:trace contextRef="#ctx0" brushRef="#br0" timeOffset="-163449.53">23626 10737 829 0,'0'0'252'0,"0"0"-63"0,0 0-35 16,0 0-16-16,0 0-32 16,0 0-37-16,0 0-21 15,8 7 40-15,2 6-25 16,0 5-23-16,1 6-8 16,-1 7 17-1,-5 7 10-15,-4 6-13 0,-1 6-8 16,-3 6 12-16,-12 0-30 15,-1-4-1-15,-2-5-19 16,1-9 1-16,3-7-1 16,2-5-102-16,-8-5-84 15,5-7-197-15,1-7-834 0</inkml:trace>
  <inkml:trace contextRef="#ctx0" brushRef="#br0" timeOffset="-162789.52">24346 10922 22 0,'0'0'1010'0,"0"0"-880"15,0 0-62-15,0 0 3 16,0 0 30-16,0 0 53 16,0 0-24-16,-11 0-26 15,11 0-28-15,0 0-56 16,9 1-20-16,7 4 15 16,5-1 20-16,4 1-7 15,9-2-14-15,1 0 1 16,1-3-14-16,1 0 8 15,-1 0-5-15,0 0-4 16,-1 0-51-16,0 0-166 16,-11 0-136-16,-8 0-627 0</inkml:trace>
  <inkml:trace contextRef="#ctx0" brushRef="#br0" timeOffset="-162563.29">24368 11078 1440 0,'0'0'341'0,"0"0"-300"15,0 0-40-15,0 0-1 16,0 0 12-16,0 0 36 16,0 0-1-16,78 7-6 15,-40-5-4-15,4-1-14 16,5 1-16-16,1-1 17 15,1 2-24-15,0 0-2 16,11 1-90-16,-13-1-248 0,-10-2-782 16</inkml:trace>
  <inkml:trace contextRef="#ctx0" brushRef="#br0" timeOffset="-160663.35">25728 10879 892 0,'0'0'236'0,"0"0"-145"15,0 0 38-15,0 0 35 16,0 0-13-16,0 0-40 16,0 0-61-16,-4 14 1 15,4-11 2-15,0-1-15 16,0-2-9-16,0 0-11 16,1 0 25-16,9-3-28 15,4-10 10-15,5-5-18 0,2-6 13 16,3-2-19-16,-2-1 10 15,-1 2-11-15,-6 3 0 16,0 0 15-16,-6 7-14 16,-4 2-1-16,-2 6 10 15,-3 4 0-15,0 3 26 16,0 0 2-16,0 0-7 16,0 0 2-16,0 0-33 15,0 0 6-15,0 7 2 16,-3 9 0-16,-3 7 4 15,-4 6-3-15,0 5 2 16,0 6 3-16,-2 0-14 16,5 0 1-16,2 0 0 0,4-5-1 15,1-4-6 1,0-6-84-16,1-1-95 0,5-5-120 16,0-8-443-16</inkml:trace>
  <inkml:trace contextRef="#ctx0" brushRef="#br0" timeOffset="-159776.62">20560 12421 1031 0,'0'0'264'16,"0"0"-211"-16,0 0-24 16,0 0 23-16,0 0 11 15,0 0 37-15,0 0 7 16,40 11-39-16,-19-8 4 15,2 1-17-15,5-2-8 16,3 1-16-16,5 0-29 16,4-2-1-16,2 1 16 15,4-2-16-15,1 0-1 16,-1 0-7-16,-3 0-47 16,-4 0-118-16,4 0-78 15,-13 0-428-15,-9 0-9 0</inkml:trace>
  <inkml:trace contextRef="#ctx0" brushRef="#br0" timeOffset="-159487.45">20720 12482 1211 0,'0'0'197'0,"0"0"-139"15,0 0 7-15,0 0 11 16,0 0 43-16,0 0-21 15,0 0-38-15,-57 13-37 16,65-8-22-16,9 0 66 16,3 4-14-16,5-1-32 15,3 0-8-15,2-1-7 16,3-1 6-16,0-3-3 0,1-2-9 16,3-1 0-1,1 0 0-15,-1 0-3 0,15-3-111 16,-10-6-211-16,-6-1-384 15</inkml:trace>
  <inkml:trace contextRef="#ctx0" brushRef="#br0" timeOffset="-159209.89">21267 12269 1714 0,'0'0'224'0,"0"0"-224"0,0 0-16 16,0 0 15-16,0 0 0 16,0 0 1-16,0 0 0 15,56 23 1-15,-36-9 10 16,-1 5-11-16,-2 2 0 16,-4 4 13-16,-5 2-12 15,-5 3 12-15,-3 2-12 16,-2 0 12-16,-14-1 6 15,-3 0-19-15,-7-2 1 16,1-7-2-16,1-2-8 16,3-9-161-16,5-4-112 15,7-5-395-15</inkml:trace>
  <inkml:trace contextRef="#ctx0" brushRef="#br0" timeOffset="-158658.12">21870 12223 1122 0,'0'0'252'0,"0"0"-197"0,0 0-44 15,0 0-11-15,0 0 11 16,0 0 34-16,0 0 10 16,34 34 1-16,-19-34-20 15,0 0-18-15,1-2-5 16,0-10 1-16,-2-5-6 16,-2 0-8-16,-4-3-15 15,-5 2 14-15,-3 1-1 16,0 0 4-16,0 2 11 15,-6 3 47-15,-2 2 40 16,1 3 13-16,-2 3-41 16,5 2 0-16,1 2-12 15,1 0-27-15,-1 0-23 16,-2 10-8-16,-1 10-2 16,-2 11 3-16,0 7-3 0,-1 7 1 15,0 7 26 1,-4 16-26-16,-1 14 10 0,0 13 6 15,0-8-1-15,5-16 2 16,3-21-17-16,3-11 1 16,0 1 15-16,-1 4-16 15,-1 1-1-15,2-6 0 16,2-10-1-16,-1-7-15 16,2-4-79-16,0-8-39 15,-3-9-198-15,-1-1-199 16,-1 0-427-16</inkml:trace>
  <inkml:trace contextRef="#ctx0" brushRef="#br0" timeOffset="-158450.5">21712 12752 1227 0,'0'0'284'15,"0"0"-221"-15,0 0-30 16,0 0 9-16,0 0 30 15,83-69 26-15,-53 48-19 16,3-5-34-16,3-1-5 16,1-2-39-16,4-3-1 15,-1 0-2-15,9-13-33 16,-9 9-206-16,-7 2-316 0</inkml:trace>
  <inkml:trace contextRef="#ctx0" brushRef="#br0" timeOffset="-158214.08">22288 11957 1232 0,'0'0'322'0,"0"0"-238"16,0 0-43-16,0 0-29 15,0 0 10-15,0 0 7 16,0 0 19-16,-12 51 6 15,4-18-26-15,-1 4-16 16,-1 0 10-16,3 2-22 16,0-2-22-16,1 13-129 0,3-11-210 15,0-7-794-15</inkml:trace>
  <inkml:trace contextRef="#ctx0" brushRef="#br0" timeOffset="-157506.22">22228 12586 1054 0,'0'0'171'0,"0"0"-139"16,0 0 17-16,0 0 15 16,0 0 20-16,0 0 19 15,0 0-26-15,25-53-40 16,-23 53-5-16,1 0-3 16,-2 10 13-16,-1 7 11 15,0 6 16-15,0 5-5 16,-3 7-15-16,-5 5-16 15,0 0 17-15,2 0-29 16,3-3-4-16,3-8-15 16,0-6 7-16,1-7-3 15,12-8-6-15,1-8 0 16,4 0-3-16,6-10 9 0,1-12-12 16,4-10-27-1,-1-4-56-15,-1-4 42 0,-3-2 22 16,-2 1 10-16,-4 1 14 15,-4 5 1-15,-3 5 0 16,-5 9 1-16,-3 7 25 16,-3 7 23-16,0 6 0 15,0 1-22-15,0 0 2 16,0 7-28-16,0 10 14 16,0 7 3-16,0 7 7 15,-6 8 25-15,-2 8-12 16,-3 8-2-16,-1 4 14 0,-4 6-20 15,-1 0-4-15,-1 0-24 16,1-3 16-16,0-7-5 16,-1-8-13-16,5-8 0 15,-2-10 11-15,3-10-10 16,0-6-1-16,-1-6 1 16,-4-6-1-16,-2-1 2 15,-2-1-2-15,0-13-30 16,0-7-8-16,3-5-60 15,8-25-41-15,2 8-109 16,7 2-451-16</inkml:trace>
  <inkml:trace contextRef="#ctx0" brushRef="#br0" timeOffset="-156897.02">23076 12108 1051 0,'0'0'263'16,"0"0"-157"-16,0 0-35 0,0 0 44 15,0 0 37-15,0 0-34 16,0 0-43-16,-26 34-43 16,10-7-1-1,-5 8 20-15,0 7-4 16,-2 2 8-16,1 3-12 0,5 2-11 15,6-2 4-15,6-3-35 16,5-5-1-16,3-4 1 16,18-5-1-16,6-6-2 15,7-8-97-15,27-11-53 16,-10-5-128-16,-2 0-477 0</inkml:trace>
  <inkml:trace contextRef="#ctx0" brushRef="#br0" timeOffset="-153643.06">23641 12282 719 0,'0'0'661'0,"0"0"-601"0,0 0-49 16,0 0 17 0,0 0 4-16,0 0 10 0,0 0 13 15,-24 31-27-15,15-14 17 16,-3 4 19-16,2 4 17 16,-2 4-13-16,3 2-25 15,1 1-23-15,5 1 17 16,2-2-27-16,1-3 4 15,0-5-5-15,9-5 0 16,7-5-1-16,7-9-8 16,4-4 0-16,5-4 16 15,7-17-7-15,-2-6 10 16,-1-6-19-16,-5 1 8 16,-4 1-5-16,-9 1-3 15,-6 3 0-15,-9 5-1 16,-3 0 2-16,0 6-1 15,-9 0 0-15,-9 4 8 0,-1 3 12 16,-1 3-13-16,0 2 2 16,-1 4 10-16,3 0-18 15,0 0 0-15,6 0-1 16,0 4 1-16,5 1-2 16,4-1-9-16,1-1-30 15,2 0-86-15,0 2-63 16,11 0-34-16,-1-3-401 0</inkml:trace>
  <inkml:trace contextRef="#ctx0" brushRef="#br0" timeOffset="-153361.78">24082 12402 1302 0,'0'0'127'0,"0"0"-95"16,0 0-7-16,-29 93-15 16,11-56 43-16,1 1 54 0,-2 1-34 15,4-2-26 1,0-4-34-16,5-7-6 0,4-6-7 15,4-9-35 1,2-9-105-16,0-2-149 0,6-2-420 16</inkml:trace>
  <inkml:trace contextRef="#ctx0" brushRef="#br0" timeOffset="-152908.39">24296 12244 1478 0,'0'0'222'0,"0"0"-163"0,0 0-32 15,0 0-4-15,0 0 31 16,0 0 46-16,0 0-4 16,-52-23-60-16,52 23-36 15,0 0-14-15,3 0 14 16,11 0 15-16,2 0-15 15,3 0 0-15,-3 2 4 16,2 5-2-16,-4 3-4 16,-1 1 2-16,-7 4 0 15,-3 5 12-15,-3 3-11 16,-3 4 12-16,-14 2 13 16,-5 2 8-16,-2 1 22 15,-1-3-6-15,4-4-10 16,3 0 3-16,3-6-36 15,9-4-6-15,3-3 6 16,3-4-7-16,0-2 0 16,5-2-6-16,13-4 6 15,4 0-14-15,8 0 8 0,4-8-71 16,5-8-55-16,1-3-36 16,12-17-97-16,-10 6-297 15,-5 1-341-15</inkml:trace>
  <inkml:trace contextRef="#ctx0" brushRef="#br0" timeOffset="-152616.54">24644 12048 1390 0,'0'0'280'15,"0"0"-203"-15,0 0-77 16,0 0 0-16,0 0 28 15,0 0 43-15,0 0 15 16,47 56-30-16,-35-33-21 16,-1 4 26-16,-1 2-18 15,-7 4 4-15,-3 2-13 16,0 3-1-16,-2 2-14 16,-12-1-19-16,-3 2 1 15,-2-3 10-15,-1-4-11 16,1-4-1-16,3-6-29 15,2-8-61-15,5-3-41 0,3-10-131 16,5-3-227 0,1 0-500-16</inkml:trace>
  <inkml:trace contextRef="#ctx0" brushRef="#br0" timeOffset="-152292.37">24998 12317 1039 0,'0'0'833'16,"0"0"-752"-16,0 0-79 0,0 0-2 16,0 0 30-1,0 0 7-15,0 0 11 0,88-7-10 16,-56 7-3-16,-1 0-8 15,0 0-27-15,1 2 1 16,-4 1 2-16,-1 1-3 16,-1-1-17-16,-3 0-25 15,0 1-56-15,-8 0-167 16,-7-1-343-16</inkml:trace>
  <inkml:trace contextRef="#ctx0" brushRef="#br0" timeOffset="-152074.58">25003 12478 1502 0,'0'0'276'16,"0"0"-276"-16,0 0-26 16,0 0 26-16,0 0 7 15,0 0 46-15,0 0 7 16,99 13-12-16,-64-12-29 15,3 1-10-15,-3-1 9 16,-3 2-18-16,-3 0 0 16,-3 0-6-16,-1 0-32 15,1-2-64-15,11-1-101 16,-4 0-293-16,-5 0-313 16</inkml:trace>
  <inkml:trace contextRef="#ctx0" brushRef="#br0" timeOffset="-150594.4">26058 12171 677 0,'0'0'131'0,"0"0"1"0,0 0 61 16,0 0-10-16,0 0-5 15,0 0-48-15,0 0-46 16,-85 23-3-16,79-23-19 16,3 0-4-16,1 0 13 15,2-4-15-15,0-7-50 16,0-3 1-16,6-3-7 16,9-1-10-16,2-1 10 15,2 2 0-15,2 5 1 16,0 1-1-16,1 4 0 0,-1 1 2 15,-1 4-2 1,-3 2-1-16,-2 0-1 0,-1 0 2 16,-7 5 0-16,-1 7 0 15,-4 5 0-15,-2 4 8 16,-5 9-6-16,-16 4 7 16,-6 4 3-16,-8 2 10 15,-4-1 2-15,-2-2 1 16,3-4 12-16,-1-3 28 15,6-6-31-15,5-4-2 16,7-6-13-16,5-4 2 16,8-3 0-16,3-4-21 15,5-2 0-15,0-1-9 0,6 1 9 16,15 1 0 0,9-2 0-16,9 0 9 0,6 0 3 15,5 0-12-15,1-3 0 16,0-3 5-16,-2 1-5 15,-5-2-7-15,-1-2-17 16,-6 2-25-16,-4 0-65 16,7-2-2-16,-8 0-178 15,-7 0-386-15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33:11.6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23639 777 1235 0,'0'0'210'16,"0"0"-156"-16,0 0 9 15,0 0 31-15,0 0-5 16,0 0-33-16,-5 0-14 15,5 1-28-15,0 2-13 16,4 3 4-16,2 1-3 16,3 2 9-16,0-1 7 0,3-1-12 15,0-1-6 1,2-2-5-16,3-2 5 0,4-2 27 16,0 0-7-16,6-13-20 15,3-6-10-15,-4-2-35 16,0-3-21-16,-7-1 3 15,-5-1 29-15,-5 1 34 16,-2 0 0-16,-6 2 0 16,-1 3 25-16,0 5 3 15,0 4 1-15,-3 5 9 16,-2 2 18-16,0 4-18 16,1 0-31-16,-3 0-1 15,0 0 7-15,-3 10-13 0,-1 3 0 16,1 6 0-1,-5 4 6-15,3 4 12 16,-3 3-2-16,1 6 2 0,0 2 15 16,0 4-10-16,1 2 8 15,2 5-7-15,2 3-5 16,2 7 0-16,0 1-10 16,4 5-3-16,0-2 10 15,3 1-16-15,0-5 0 16,0-4 1-16,0-4-1 15,0-6 5-15,1-4-5 16,-1-7-9-16,0-6-28 16,0-5-27-16,0-6-11 15,0-4-47-15,-9-12-145 0,0-1-60 16,0 0-508-16</inkml:trace>
  <inkml:trace contextRef="#ctx0" brushRef="#br0" timeOffset="227.94">23617 1229 965 0,'0'0'263'16,"0"0"-161"-16,0 0 17 16,0 0 12-16,0 0-5 0,0 0-35 15,0 0-43 1,25-17 11-16,-2 4-8 0,8-5-33 15,8-5-10-15,3-7-5 16,1 0-3-16,5-6-44 16,16-11-106-16,-11 8-194 15,-6 7-405-15</inkml:trace>
  <inkml:trace contextRef="#ctx0" brushRef="#br0" timeOffset="580.77">24184 450 1106 0,'0'0'269'0,"0"0"-199"16,0 0-41-16,0 0 49 15,0 0 21-15,0 0-30 16,0 0-19-16,0 7-23 16,-1 11 17-16,-10 9 6 15,-4 5-16-15,-1 5-12 16,-4 1-22-16,2-1 6 15,2-3-14-15,5-2-58 16,10 2-111-16,1-9-174 16,0-6-655-16</inkml:trace>
  <inkml:trace contextRef="#ctx0" brushRef="#br0" timeOffset="1479.84">24518 734 1202 0,'0'0'184'0,"0"0"-126"15,0 0 57-15,0 0 35 16,0 0-42-16,0 0-25 16,0 0-48-16,-37 5-13 15,21 7 11-15,0 3-10 16,0 3 8-16,1 1 2 15,0 1 9-15,3 1-1 16,2 1-17-16,-2 2-1 16,5 3-4-16,0 2-18 0,3 1 0 15,4 0-1 1,0-1 1-16,0-2-1 0,4-4-3 16,10-3-31-16,4-6-69 15,1-6-62-15,7-5-11 16,12-3 26-16,-6-9-259 15,-7-3-565-15</inkml:trace>
  <inkml:trace contextRef="#ctx0" brushRef="#br0" timeOffset="2420.46">24648 866 1145 0,'0'0'161'16,"0"0"-80"-16,0 0 57 16,0 0 3-16,0 0-25 15,0 0-7-15,0 0-56 16,-11-22-53-16,16 20 1 16,10 1 2-16,3 1 4 15,6 0-7-15,1 0-2 16,2 7-10-16,0 4 12 15,-5 3-1-15,-1 2 1 16,-3 2 0-16,-9 2 8 0,-5 2-8 16,-4 4 24-16,0 2-2 15,-7 0-2-15,-9 0-4 16,0 1-6-16,-1-5 12 16,3-5-3-16,2-3-17 15,5-3-1-15,4-6-1 16,1-3 0-16,2-1-1 15,0-3-15-15,0 0-57 16,6-4-126-16,12-12 136 16,0-5-75-16,6-7-40 15,0-6-22-15,-2-3 9 16,-1-1-2-16,-2 0 128 16,-2 0 65-16,-1 4 45 15,-5 7 61-15,-5 9 39 16,-2 7 47-16,-2 6 4 0,-2 4-49 15,0 1-46-15,0 0-34 16,0 0-28-16,0 1-18 16,-6 8-8-16,0 3 10 15,-3 5 6-15,0 3 2 16,-1 3-1-16,1 1-4 16,1 2-5-16,0 1-13 15,3 2 3-15,3-3-2 16,2 1-9-16,0-3 1 15,0-1-4-15,10-4 3 16,4-5-22-16,1-2-79 16,0-5 34-16,1-6 7 0,1-1-3 15,0 0 41 1,2-2-21-16,-2-8-3 0,-2 0 16 16,-3 0 7-16,-4 3 23 15,-4 1 0-15,-2 6 0 16,-2 0 0-16,0 0 20 15,0 3 4-15,0 5 54 16,0 5-19-16,0 0-24 16,0 0-10-16,0 1-17 15,0 0-7-15,1 1 6 16,11 2-7-16,3-1-1 16,4-3-14-16,-1-3-4 15,5-3-1-15,-1-5-5 16,-2-2 4-16,0 0 10 15,-2-12-23-15,-6-5 17 0,-3-1 17 16,-6-1 26-16,-3-1-3 16,0 0 6-16,-13 1 17 15,-5-1-5-15,-2 3-21 16,0 4 1-16,0 4-11 16,5 3 3-16,3 3-13 15,3 2-43-15,8 1-94 16,1 0-111-16,0 0-375 0</inkml:trace>
  <inkml:trace contextRef="#ctx0" brushRef="#br0" timeOffset="2750.32">25509 778 1192 0,'0'0'157'0,"0"0"-157"15,0 0 1-15,0 0 8 16,0 0 13-16,0 0 27 16,0 0 10-16,52 87-18 15,-38-59 19-15,2 5-14 16,-1 0-27-16,0 3-4 0,-5 2-3 15,-1-2-4-15,-6 1 7 16,-3-3-14-16,0 1 0 16,-18 2-1-16,-24 8-131 15,4-8-238-15,-1-8-796 16</inkml:trace>
  <inkml:trace contextRef="#ctx0" brushRef="#br0" timeOffset="121288.76">26213 1546 796 0,'0'0'158'16,"0"0"-121"-16,0 0-21 16,0 0 40-16,0 0 102 0,0 0-23 15,-3 0-67-15,3 0-26 16,0 0-24 0,0-1 18-16,0 0-7 0,0 1 7 15,0 0-8-15,2 0-5 16,-2 0-17-16,3 0-6 15,0-2 0-15,5-1 9 16,4 1 8-16,6-3 7 16,5 0-23-16,7-1 23 15,4-1-8-15,6 0-3 16,5-2-6-16,2 2-4 16,6 1-3-16,2 2 8 0,5 1-8 15,4 2 1-15,3 1 10 16,15 0-11-16,15 0 0 15,16 0 4-15,5 0-2 16,-9 0-4-16,-6 0 8 16,-11 0-4-16,5-6-2 15,5-2 0-15,4-2 9 16,6 1-8-16,3-1 0 16,2 0-1-16,3 0 0 15,0 1 2-15,0 2 9 16,-3 3-11-16,-6-1-2 15,-5 0 0-15,-4 1 1 16,-2 1 0-16,-3 0-11 0,-2 2 12 16,-2 1 0-16,-4 0-11 15,-2-2-21-15,-14 0-11 16,-12-1-30-16,-12 0 46 16,-5 0-4-16,5 0-12 15,2 1 24-15,4 0-13 16,-6 2 20-16,-9 0 11 15,-2-1-35-15,-4 1 35 16,-3-2-4-16,-2-1 0 16,-3 2-3-16,-2-3 3 15,-3 1-14-15,-4-1-64 16,-4 1-60-16,-6 0 75 16,-2 0 6-16,-5 0 7 0,0 2-224 15,-5-1-60 1,-6 1 37-16</inkml:trace>
  <inkml:trace contextRef="#ctx0" brushRef="#br0" timeOffset="122903.1">28121 1323 42 0,'0'0'818'16,"0"0"-729"-16,0 0-71 0,0 0 34 15,0 0 1-15,0 0 28 16,0 0 23-16,-42-1-69 15,38 1-12 1,-2 0 11-16,2 0-20 0,-2 0 12 16,-1 7-11-16,0 4-4 15,0 4 5-15,1 1 0 16,1 1 2-16,2 0 11 16,2-1-18-16,1-2 4 15,0-3 13-15,0-1-27 0,0-3 31 16,4-1-32-1,2-4 10-15,0 0-28 0,3-2 26 16,0 0-8-16,0 0 16 16,3-3 23-16,-3-7 13 15,1-1-28-15,1-2-1 16,-2-1-3-16,-3-2-8 16,-2 2-11-16,-2 2 9 15,-2-1 1-15,0 3 0 16,0 0 17-16,0 3-15 15,-2 0 46-15,-2 3-53 16,-2 1 35-16,1 2 1 16,-1 1-20-16,-1 0-8 0,-1 0-14 15,1 0-7 1,-1 5 7-16,1 5-1 0,1 0 0 16,2-1-10-16,-1-1 11 15,3-1 0-15,1 0-3 16,1-3-12-16,0 2-13 15,3-1-58-15,24 0-47 16,-3-2-45-16,1-3-373 0</inkml:trace>
  <inkml:trace contextRef="#ctx0" brushRef="#br0" timeOffset="126407.53">27354 1163 39 0,'0'0'23'0,"0"0"-7"0,0 0 16 16,0 0 13-16,0 0-18 15,0 0-21-15,0 0-6 16,0 0-8-16,0 0 7 16,2 0 0-16,-2 0 1 15,0 0 0-15,0 0 0 16,0 0 0-16,0 0 0 15,0 0 11-15,0 0-10 16,0 0 8-16,0 0 10 16,0 0 2-16,0 0 8 15,0 0-6-15,0 0 7 16,0 0 6-16,0 0-15 0,0 0-8 16,0 0 1-16,0 0 3 15,0 0 2-15,0 0 14 16,0 0 15-16,0 0 11 15,0 0 13-15,0 0-10 16,0 0-1-16,0 0 1 16,0 0-6-16,0 0 8 15,0 0-28-15,0 0 26 16,0 0-21-16,0 0-5 16,0 0-6-16,0 0 4 15,0 0-20-15,0 0-14 16,0 0-4-16,1 0 4 15,3 0 0-15,1 0 22 0,3 0-12 16,1 0 10 0,1 0-1-16,5 0 16 0,3 0-3 15,1 0 13-15,7 0-19 16,0-2-10-16,4-1-3 16,3-1 3-16,2 0-2 15,2-1 4-15,3 1-17 16,2 1 21-16,3-1-6 15,1 0-9-15,-1 0-6 16,2 1 28-16,0 0-11 16,0 2-4-16,0-1-13 15,0 1 5-15,0 0 0 16,2 1 5-16,1 0-11 16,1 0 0-16,2 0 1 0,-1-2-1 15,-3-1 0-15,0 2 0 16,-4-2 3-16,-2 2-3 15,-5-1 2-15,-4 1 6 16,-4 0-8-16,-2 1-2 16,-1 0 2-16,-2 0 5 15,-1 0-5-15,2 0-1 16,-3 0-11-16,0 0 4 16,-1 0 8-16,-4 0 1 15,1 0-1-15,-4 0 4 16,2 0 3-16,-7 0-7 15,1 0 0-15,-4 0 0 16,-1 0-3-16,-3 0-3 16,-1 0 5-16,-1 0 1 15,-1 0-13-15,0 0 7 0,0 0-9 16,0 0-12-16,0 0 8 16,0 0-15-16,0 0-40 15,0 0-35-15,0 0-116 16,0 0-289-16,-4 0 191 0</inkml:trace>
  <inkml:trace contextRef="#ctx0" brushRef="#br0" timeOffset="127453.45">28921 958 827 0,'0'0'150'16,"0"0"-96"-16,0 0 69 15,0 0 49-15,0 0 8 0,0 0-61 16,0 0-40-16,-3 0-28 15,3 0-13 1,0 0-10-16,0 0-17 0,0 0-5 16,0 0-6-16,0 2-7 15,0 1-9-15,0 3 16 16,6 3 1-16,3 1 0 16,6 1 5-16,1 0 0 15,4 0 6-15,0 1-11 16,4-4 15-16,0 0-16 15,2-1 13-15,0 1-4 16,-2-4-9-16,-2 2 0 16,-5-4 11-16,-5 1-10 15,-3-1-1-15,-8-1 0 0,-1-1 0 16,0 3 0-16,-1 0 0 16,-15 4 9-16,-11 3 13 15,-9 5-15-15,-9 5 1 16,-4 1-8-16,4 0-7 15,-4 9-28-15,13-6-155 16,11-4-445-16</inkml:trace>
  <inkml:trace contextRef="#ctx0" brushRef="#br0" timeOffset="128931.49">27993 1798 728 0,'0'0'237'0,"0"0"-170"16,0 0 11-16,0 0 65 16,0 0-37-16,0 0-15 15,0 0-72-15,-5-16-9 16,7 13-4-16,2 2 26 15,4-1-3-15,2 1-4 16,-1 1-3-16,2 0-22 16,-1 0 1-16,-3 0 12 15,1 6 13-15,-3 1-20 16,-1 3 9-16,-1 2-5 0,-1 2-1 16,-2 3 5-16,0 2 7 15,-2 1 12-15,-5-2-9 16,1 0-10-1,-2-4-6-15,3-1 0 0,1-5 3 16,1-3-11-16,3-3 0 16,-1 0 8-16,1-2-8 15,0 0-7-15,0 0 6 16,0 0-29-16,10-7 10 16,2-6-3-16,4-4 23 15,2-5-38-15,3-4 22 16,-3-1-76-16,3 0 81 15,-3 4 11-15,-5 0 8 16,-2 6 11-16,-2 5 2 16,-6 5 17-16,-2 5-9 0,-1 2-4 15,0 0 17 1,0 0 37-16,0 0-43 0,0 0-22 16,0 5-7-16,-1 6 16 15,-4 4-4-15,1 3 2 16,-4 2-11-16,2 0-1 15,2 1 0-15,1 0-3 16,3-1-6-16,0-2 8 16,0-3-8-16,3 0-1 15,9-5-5-15,4-3 6 16,6-3 0-16,4-4-39 16,2 0-26-16,1-6-53 15,-1-7 5-15,-3-1 19 16,-4-1 76-16,-6 1 18 15,-3 1 10-15,-5 3-2 0,-3 2-1 16,-3 4 31-16,-1 1 13 16,0 3 6-16,0 0 4 15,0 0-29-15,0 0-9 16,0 0-22-16,0 0 0 16,0 8 6-16,0 2-7 15,-3 3 0-15,1 1 0 16,2 0 1-16,0 0 10 15,0 0-11-15,0-2 0 16,4-2-1-16,3-2 2 0,5-2 6 16,-2-4-7-1,4-2 10-15,2 0 17 0,-4-2 12 16,1-10 7-16,-2-3-6 16,-5-1-25-16,-4-2 6 15,-2 1-17-15,0 2 5 16,-6 0 23-16,-7 5-12 15,-1 3 19-15,-1 4-39 16,-2 3-40-16,2 0-25 16,1 0-13-16,1 2-64 15,6 4-168-15,1-2-692 0</inkml:trace>
  <inkml:trace contextRef="#ctx0" brushRef="#br0" timeOffset="139359.99">24415 2621 978 0,'0'0'174'16,"0"0"-160"-16,0 0 11 16,0 0 43-16,0 0 32 15,0 0-15-15,0 12-50 16,-4-7-19-16,-4 4 3 15,1-1 7-15,-1 1-7 16,-1 0-6-16,1-4 15 16,-1 1-8-16,1-3-2 0,2-2 15 15,0-1 15-15,3 0 12 16,0 0-30-16,0-6-6 16,2-6-4-16,-1-4-20 15,2-3-9-15,0-2-4 16,0-1 4-16,5-1 9 15,6 2-1-15,3 3-16 16,0 2 16-16,2 4 2 16,-3 2-2-16,2 4-1 15,-4 3-9-15,-1 3-4 16,-4 0-7-16,0 3 22 16,-3 10 25-16,-1 7-5 15,-2 5 14-15,0 8-8 16,0 4-1-16,-11 6 0 15,-2 0-13-15,-2 4-5 0,-2-3 6 16,2-5-12 0,-1-3 5-16,2-7-5 0,3-6 0 15,5-5 9-15,1-6-10 16,4-7-1-16,1-2-19 16,0-3-62-16,0 0-25 15,3 0-23-15,10-14-2 16,1-6-84-16,3-7 31 15,0-5-41-15,-1-5-32 16,-2-1 237-16,0 0 20 16,0 0-25-16,-2 1-51 15,3 3 86-15,-3 3-9 16,1 6 60-16,-4 5 85 0,0 4-86 16,-2 4 107-16,-2 3-92 15,-2 5-6-15,0 0-2 16,-3 4 14-16,0 0-3 15,0 0-14-15,0 0-6 16,0 0 66-16,0 0-69 16,0 3-19-16,0 6 1 15,-2 7-8-15,-4 7 36 16,-2 4-4-16,0 3-13 16,2 2-12-16,0 2-16 15,3-1 2-15,3 2-1 16,0-3-12-16,0-1-8 15,8-4 0-15,7-5-8 0,6-5 6 16,4-4 2 0,6-8-16-16,3-3-74 0,19-2-120 15,-8-14 30-15,-7-2-614 16</inkml:trace>
  <inkml:trace contextRef="#ctx0" brushRef="#br0" timeOffset="141419.37">24981 2813 927 0,'0'0'200'0,"0"0"-157"15,0 0 3-15,0 0 38 16,0 0 5-16,0 0 11 16,0 0-59-16,-30 13-18 15,25-1-14-15,-1 2 5 16,0 3 20-16,-1 1-5 16,3 0 4-16,1 1 1 15,0-2 4-15,1-1-6 16,2-2-7-16,0-1 1 15,0-2-8-15,0-2-5 16,8-3 3-16,0-2-15 16,1-4 20-16,2 0-8 15,1 0 9-15,0-3-3 16,0-8 2-16,-1-5-5 16,0-1 12-16,-2-1-13 0,-2-3-6 15,-4-2-3-15,-1 0 1 16,-2 4-6-16,0 1 7 15,0 3 17-15,-6 4 22 16,-4 4-9-16,0 3-8 16,0 4-4-16,-3 0-26 15,2 0-7-15,-1 4 6 16,2 6-15-16,2 1-14 16,4 1-26-16,1-2-77 15,1 1-49-15,2 1-58 16,0-3-65-16,3-2-364 0</inkml:trace>
  <inkml:trace contextRef="#ctx0" brushRef="#br0" timeOffset="142017.94">25510 2688 1305 0,'0'0'240'0,"0"0"-165"16,0 0-60-16,0 0 4 16,0 0 79-16,0 0-15 15,0 0-48-15,-4 0-28 16,14 0-5-16,2 4 29 16,5 2-14-16,4-1 4 15,2 1-4-15,4-2-2 16,1 0 0-16,2-1-7 15,2-1-2-15,2-2 6 16,0 0-11-16,1 0 7 16,1 0-6-16,-2 0-2 15,-1 0-14-15,-3 0-76 16,-4-3-78-16,-2-3-43 0,-9 0-177 16,-5 1-432-16</inkml:trace>
  <inkml:trace contextRef="#ctx0" brushRef="#br0" timeOffset="142343.1">25907 2602 747 0,'0'0'177'0,"0"0"-35"15,0 0 20 1,0 0-43-16,0 0-29 0,0 0-10 15,0 0-2 1,30-1 7-16,-12 2-46 0,-2 3-11 16,2 0 2-16,0 2-9 15,-1 2-1-15,-1 1 1 16,-6 3-10-16,-1 3-2 16,-3 3 3-16,-6 3 1 15,0 3 14-15,-6 3-3 16,-9 1 3-16,-5-1-2 15,-4 0-19-15,3-4-6 16,1-5-40-16,11-4-99 16,5-7-113-16,4-7-578 0</inkml:trace>
  <inkml:trace contextRef="#ctx0" brushRef="#br0" timeOffset="143464.41">26486 2549 573 0,'0'0'638'16,"0"0"-618"-16,0 0 48 15,0 0 41-15,0 0 55 16,0 0-51-16,0 0-37 15,-76-21-55-15,76 16-21 16,6-1 1-16,6-1 11 16,3 0-3-16,-2 2-1 15,-1 0 0-15,3 4-8 0,-3-1 2 16,1 2 5-16,1 0 6 16,-1 0 1-16,-1 8-13 15,-1 4-1-15,-3 5 9 16,-3 5-2-16,-5 8 15 15,0 4 11-15,-9 4-11 16,-6 3 17-16,-1-3-37 16,4-2 4-16,1-6 4 15,5-6-9-15,2-5-1 16,4-8-6-16,0-5-17 16,4-6-1-16,10 0-6 15,5-10-33-15,2-10-35 0,3-7 4 16,-2-5 29-1,-2-3 37-15,-1-3-6 16,-1-3 33-16,-3-2-2 0,0 4 3 16,-5 2 17-16,-2 8 21 15,-4 6 25-15,-2 9 4 16,0 7 3-16,-2 4 22 16,0 3-52-16,0 0-30 15,0 0-9-15,0 0 0 16,0 7 5-16,0 4 1 15,-2 3 0-15,-4 5 11 16,1 2-3-16,-1 4 2 16,0 5 3-16,1 1-6 15,3 1 0-15,2 1-12 16,0-2-2-16,0-6 7 0,12-3-7 16,4-7-6-16,5-5-12 15,3-7-2-15,1-3-25 16,-2 0-30-16,1-10 25 15,-5-3 24-15,-4 1 2 16,-3 0-4-16,-6 5 28 16,-5 3 2-16,-1 4 29 15,0 0 5-15,0 0 2 16,0 8-14-16,-1 8-17 16,-5 4 6-16,-1 3-12 15,2 1 12-15,2 4 13 16,3-3-14-16,0-1-9 15,3-3 15-15,12-4-18 0,1-3 13 16,5-6-12-16,1-5 5 16,0-3-5-16,-2 0-1 15,1-5-15-15,-6-8 5 16,-2-3 1-16,-7-2 8 16,-6-1 2-16,0-1 0 15,-3 0 8-15,-11 1 27 16,-3 4-14-16,-2 2-3 15,1 5-17-15,5 2-2 16,2 3 0-16,4 0-10 16,4 3-23-16,3 0-63 15,0 0-83-15,0 0-129 16,10 0-194-16,-1 0-163 0</inkml:trace>
  <inkml:trace contextRef="#ctx0" brushRef="#br0" timeOffset="144138.56">27483 2613 13 0,'0'0'1217'16,"0"0"-1060"-16,0 0-85 15,0 0 26-15,0 0 31 16,0 0 20-16,0 0-67 16,-8 0-58-16,20 0-12 15,3 0 18-15,6 0 4 16,2 0-1-16,2 0-5 15,2 0 3-15,-1 0-25 16,0 0-5-16,-1 0 1 16,-1 0 6-16,-2 0-8 15,-2 0-71-15,-4-3-36 16,-3 0-71-16,-8-5-90 0,-3 3-226 16,-2-2-214-16</inkml:trace>
  <inkml:trace contextRef="#ctx0" brushRef="#br0" timeOffset="144430.07">27698 2441 912 0,'0'0'191'0,"0"0"-55"16,0 0 3-16,0 0 25 16,0 0-56-16,0 0-37 15,0 0-25-15,-2-4-33 16,2 12-12-16,0 6 53 15,0 7 19-15,0 5-8 0,0 3-17 16,-1 5-12 0,-4 2-17-16,2-1-7 0,0 0-11 15,0-1 15 1,1-6-16-16,2-2 0 0,0-8-36 16,5-5-92-16,17-12-44 15,-2-1-325-15,-1 0-649 0</inkml:trace>
  <inkml:trace contextRef="#ctx0" brushRef="#br0" timeOffset="144801.97">28118 2677 1572 0,'0'0'0'0,"0"0"-109"0,0 0 109 16,0 0 118-16,0 0 4 15,0 0-59-15,39-78-41 16,-33 57-3-16,0-3-18 16,-2 0-1-16,1 0 10 15,-1 3 31-15,-1 5-13 16,-1 3 7-16,-1 6 3 16,-1 4 9-16,0 2-26 15,0 1-15-15,0 0 13 16,0 0-17-16,0 0 3 15,0 0-5-15,0 7 0 16,2 6 11-16,1 7-10 16,0 5-1-16,-2 4 16 0,1 4 0 15,-2 2-1 1,0 1-7-16,0-2-6 0,0-4 8 16,0-1-10-16,0-5-19 15,0-4-42-15,0-4-152 16,0-4-165-16,0-8-750 0</inkml:trace>
  <inkml:trace contextRef="#ctx0" brushRef="#br0" timeOffset="154745.04">23623 1669 985 0,'0'0'185'0,"0"0"-123"16,0 0-49-16,0 0-11 16,0 0 38-16,-11 10 34 15,11-10-17-15,-1 3-30 16,-1 1-12-16,-2 5 8 15,-2 5 22-15,-1 4 5 16,-2 4-18-16,-2 4 3 16,-1 2-2-16,0 2-7 15,-2 2-4-15,0 1 7 16,-1 3-14-16,3 3-3 16,-1 3-1-16,4 3 1 15,0 6 7-15,3 5-10 16,3 4 0-16,3 11 8 0,0 15-2 15,3 15-3-15,15 3-4 16,6-4-7-16,4-7-1 16,2-9-10-16,-2-15 8 15,-1-13 1-15,-4-13 1 16,-1-3-8-16,5 7-5 16,1 2 4-16,0 5-14 15,-1-7-25-15,-4-8-18 16,-1-6 18-16,-4-4 10 15,-3-3-6-15,-5-4-27 16,-4 1-10-16,-4-2-16 16,-2-1-34-16,-3-1-54 15,-11-3-310-15,2-6 153 0</inkml:trace>
  <inkml:trace contextRef="#ctx0" brushRef="#br0" timeOffset="155842.37">24181 3753 907 0,'0'0'194'0,"0"0"-131"16,0 0-9-16,0 0 23 15,0 0 65-15,0 0-4 16,0 0-38-16,-17 2-24 16,22-12-34-16,6-3-12 15,3-1-22-15,3-3 0 16,2 1 3-16,-1 2 0 16,-2 5-10-16,0 0 0 15,-3 6-1-15,-4 2-2 0,-2 1-11 16,2 0 13-16,-3 6 2 15,2 6 13-15,-1 5-5 16,3 0-2-16,-2 0 2 16,1-1-10-16,-1-2 0 15,2-2 5-15,-1-3-4 16,0-2-2-16,3-3 0 16,-2-3 0-16,5-1 1 15,0 0 34-15,3-12 0 16,0-4-8-16,1-5-25 15,-1-1 1-15,0-4-2 16,-3 1-1-16,0 0 0 0,-5 3-33 16,1 2-1-16,-4 6 4 15,-1 4-53-15,-1 4-16 16,-1 4-83-16,-1 2-180 16,-3 0-483-16</inkml:trace>
  <inkml:trace contextRef="#ctx0" brushRef="#br0" timeOffset="156551.56">24166 3946 567 0,'0'0'241'0,"0"0"-165"0,0 0 34 16,0 0 77-16,0 0-38 15,0 0-19-15,0 0-79 16,6-12-6-16,0 8-39 16,2-1 12-16,-1 3 3 15,0 0-7-15,-1 2 0 16,0-1-5-16,2 1 0 15,2 0 7-15,-1 0-8 16,0 0-7-16,1 0 1 16,-1 0-1-16,-1 1 15 15,-2 5-10-15,1-1 7 16,-2 2 12-16,-1 0 27 16,1 2 2-16,1-1-30 0,-2 1-11 15,4 1-6 1,-4-1 0-16,2 0-7 0,0 0 13 15,0-1-13 1,1-1 1-16,1 0 0 0,-2 0 6 16,2-1-7-16,2-2 1 15,-3-1-1-15,2 0 15 16,3-3-14-16,0 0 8 16,3 0 18-16,5-4 15 15,2-8-17-15,3-3-18 16,3-5-7-16,0-4-28 15,3-3-41-15,9-13-133 16,-9 4-72-16,-5 5-903 0</inkml:trace>
  <inkml:trace contextRef="#ctx0" brushRef="#br0" timeOffset="159071.99">25312 3595 510 0,'0'0'228'0,"0"0"-141"16,0 0 68-16,0 0 14 15,0 0-46-15,0 0-46 16,0 0-9-16,-3 0-25 16,3 0 0-16,0 0-23 15,0 0-2-15,0 0-17 0,1 3 11 16,7 3 13-16,4-1-10 16,4 0 12-16,5-4-26 15,0-1 23-15,6 0 18 16,0-3-4-16,-1-10-27 15,1 1-11-15,-4-4-9 16,-5 0-24-16,-4-2-39 16,-3 1 61-16,-5-1 11 15,-3-2 23-15,-3 1-3 16,0-1 2-16,0 0-4 16,-7 3 55-16,-1 3-6 15,-2 4 0-15,4 3-18 16,0 3 2-16,1 3-18 0,2 1-11 15,0 0-11-15,-1 0-11 16,-4 8 0-16,1 8 0 16,-1 4 10-16,-1 7-10 15,-1 5 0-15,1 1-1 16,1 6 1-16,0 4 6 16,0 5-6-16,2 6 2 15,0 4 13-15,0 4-13 16,0 0 8-16,2-2-9 15,1-1 0-15,0-9 9 16,1-3-10-16,1-5 0 16,1-5 7-16,0-4-7 15,0-4 5-15,0-8-5 16,0-5-36-16,0-7-19 16,0-4-47-16,0-5-24 0,0-2-14 15,0-10-163 1,0-2-566-16</inkml:trace>
  <inkml:trace contextRef="#ctx0" brushRef="#br0" timeOffset="159280.68">25251 3995 1235 0,'0'0'202'16,"0"0"-157"-16,0 0 32 15,0 0 42-15,0 0 20 16,0 0-78 0,0 0-39-16,50-74-7 0,-14 49-15 15,6-5 0-15,6-5-1 16,4-2-9-16,3-1-59 16,0-1-110-16,19-10-48 15,-16 12-109-15,-9 5-498 0</inkml:trace>
  <inkml:trace contextRef="#ctx0" brushRef="#br0" timeOffset="159728.62">25989 3417 1145 0,'0'0'150'15,"0"0"-94"-15,0 0-2 16,0 0 103-16,0 0-22 16,0 0-28-16,0 0-30 15,-25 7-21-15,14 5-14 16,-3 5 15-16,-2 3-4 15,0 3-10-15,0 6-5 0,-2 3-4 16,4 0 0 0,0 5-21-16,4 0-13 0,4 2 11 15,3 2-10-15,3 0-1 16,0 0 0-16,6-4 0 16,10-3-9-16,4-6-76 15,6-7 23-15,3-5 0 16,6-9-55-16,20-7-102 15,-7-6-77-15,-7-8-537 0</inkml:trace>
  <inkml:trace contextRef="#ctx0" brushRef="#br0" timeOffset="160673.84">26127 3626 1283 0,'0'0'186'15,"0"0"-179"-15,0 0 18 16,0 0 48-16,0 0 72 16,0 0-3-16,0 0-80 15,-32-39-11-15,34 36-41 16,8 0 5-16,1-1 2 16,3 2-17-16,1 1-8 15,2 1 7-15,-1 0 2 16,-1 4 0-16,-1 7 0 0,-4 5 0 15,-3 5 27 1,-2 6-18-16,-5 5-9 0,0 4 13 16,-3 3-5-1,-9 1 5-15,1-2-2 0,-2-1 6 16,3-5 2-16,2-4-20 16,4-5 2-16,1-5-2 15,3-6 0-15,0-7-1 16,0-5-21-16,10 0-43 15,5-14-1-15,5-10 0 16,0-8-68-16,4-6 5 16,-3-5 43-16,0-3 28 15,-4-1 18-15,-4 0 32 16,-4 5 8-16,-3 7 8 16,-3 9 38-16,-3 11 49 0,0 6 4 15,0 7-15 1,0 2-19-16,0 0-21 0,0 0-14 15,0 0-21-15,0 0-7 16,0 5 4-16,0 6 4 16,0 5 13-16,-5 4 1 15,1 3-4-15,-1 3 11 16,2 4-15-16,2 3-4 16,-1 0-3-16,2 0-8 15,0-4 6-15,2-2-7 16,8-4 0-16,4-6 7 15,2-6-7-15,3-4 0 16,1-6-15-16,4-1-57 0,0-1 39 16,-2-11 6-1,-1-4 19-15,-2 0 8 0,-5 0 0 16,-2 5 0-16,-6 3 0 16,-3 2 0-16,-2 5-1 15,-1 1-8-15,0 0 9 16,0 1 19-16,0 9-18 15,0 3 11-15,0 4-5 16,2 0 1-16,1 3 0 16,5-4-8-16,1 1 0 15,5-4 1-15,2-3-1 16,1-6-1-16,4-4 1 0,-2 0 0 16,1-4 18-16,-3-12-4 15,-3-1-6-15,-2-3 8 16,-8-3-15-1,-4 0 7-15,0 2-8 0,-6 0 27 16,-10 4 8-16,-4 3-14 16,1 5-20-16,0 4 24 15,2 5-25-15,4 0-13 16,4 0-11-16,3 1-10 16,3 6-55-16,3 2-60 15,1-2-66-15,10-3-105 16,4-1-439-16</inkml:trace>
  <inkml:trace contextRef="#ctx0" brushRef="#br0" timeOffset="160924.31">26838 3681 1255 0,'0'0'312'0,"0"0"-244"16,0 0-49-16,0 0 5 15,0 0 47-15,0 0 8 16,0 0-29-16,82-11-15 16,-55 8-12-16,0 2-15 15,3-2-8-15,-2 0-7 16,-3 0-34-16,-4 1-45 16,-3-1-40-16,-10-3-76 15,-5 2-176-15,-3 0-343 0</inkml:trace>
  <inkml:trace contextRef="#ctx0" brushRef="#br0" timeOffset="161151.79">27019 3568 766 0,'0'0'253'15,"0"0"-81"-15,0 0-25 16,0 0 14-16,0 0-10 16,0 0-49-16,0 0-36 15,-5-11-40-15,5 11-11 16,0 0-2-16,0 7 13 15,0 6 34-15,0 5-18 16,0 6 8-16,0 6-8 16,0 3-19-16,-3 3-11 15,-1 1-5-15,1-5 1 0,3-2-8 16,0-8-12-16,0-5-57 16,16-10-91-16,2-4-141 15,0-3-599-15</inkml:trace>
  <inkml:trace contextRef="#ctx0" brushRef="#br0" timeOffset="161538.75">27229 3668 1536 0,'0'0'304'16,"0"0"-244"-16,0 0-19 0,0 0-15 15,0 0 4-15,0 0 4 16,0 0 12-16,51-84-28 15,-41 68-5 1,-1 1-7-16,0 1 0 0,-3 2-5 16,-3 5 9-16,0 3 2 15,-3 3 13-15,0 1-4 16,0 0-14-16,0 0-1 16,0 2-4-16,0 11 5 15,0 7 2-15,-4 4-2 16,-3 6 14-16,-1 4-9 15,2 1-5-15,-2 2 5 16,4 1-5-16,1-5-7 16,1-1 0-16,2-6-12 15,0-6-17-15,0-7-54 16,8-6-26-16,2-7-43 16,8-4-165-16,-4-14-59 0,0-1-491 15</inkml:trace>
  <inkml:trace contextRef="#ctx0" brushRef="#br0" timeOffset="161870.25">27518 3355 1190 0,'0'0'225'0,"0"0"-184"15,0 0-23-15,0 0 30 16,0 0-7-16,0 0 14 0,0 0-1 15,97 66 5 1,-74-37 15-16,-1 5-21 0,-3 5 5 16,-3 5-5-16,-8 3-28 15,-8 2 2-15,0 2-3 16,-13-2 11-16,-9-1 1 16,-4-6-13-16,-2-5-8 15,1-7 0-15,2-8-15 16,5-6-77-16,7-9-63 15,4-6-162-15,3-1-735 0</inkml:trace>
  <inkml:trace contextRef="#ctx0" brushRef="#br0" timeOffset="162253.72">28545 3519 1328 0,'0'0'281'0,"0"0"-181"16,0 0-65-16,0 0-19 16,0 0 22-16,0 0 15 15,0 0 6-15,40 6-8 16,-21-4-25-16,4 3-1 15,-1-2-24-15,2 1 5 16,1-3 5-16,1 2-10 16,-2-3-1-16,1 0-24 15,-1 0-87-15,-5 0-24 16,1 0-120-16,-5-4-265 16,-6-2-240-16</inkml:trace>
  <inkml:trace contextRef="#ctx0" brushRef="#br0" timeOffset="162734.7">29010 3431 400 0,'0'0'698'0,"0"0"-613"16,0 0-39-16,0 0-4 0,0 0 29 15,82-7 15 1,-59-3 3-16,1-2-47 15,-2-2-13-15,0-3-29 16,-5-2-42-16,-4 0 42 0,-2-1 10 16,-7-1 3-1,-2 1 39-15,-2 2 8 0,0 2 14 16,0 5 7-16,0 1-4 16,-2 5 29-16,-1 2-20 15,2 1-33-15,-1 2-2 16,1 0-28-16,1 0-18 15,-3 0-5-15,0 9-5 16,-4 7 5-16,-3 8 14 16,0 8 2-16,-3 7 12 15,-1 6-10-15,-2 7-4 16,1 8-5-16,-1 2 6 16,-1 4 0-16,1 2-15 0,2-2 0 15,1-2-3 1,4-7 3-16,1-4 0 0,4-10-34 15,1-8-65-15,1-10-16 16,-2-6-79-16,3-7-176 16,-1-8-632-16</inkml:trace>
  <inkml:trace contextRef="#ctx0" brushRef="#br0" timeOffset="162981.81">28937 3752 1588 0,'0'0'241'0,"0"0"-231"0,0 0 30 15,0 0-14-15,0 0 3 16,0 0-2-16,109-54-17 16,-66 40-10-16,2-3 0 15,4-4 0-15,2-3-41 16,1-3-69-16,-1-4-1 15,12-11-42-15,-15 5-168 16,-11 8-509-16</inkml:trace>
  <inkml:trace contextRef="#ctx0" brushRef="#br0" timeOffset="163249.74">29589 3286 230 0,'0'0'1045'0,"0"0"-913"15,0 0-36-15,0 0 54 16,0 0-19-16,0 0-40 16,0 0-41-16,-71 23-24 15,56-1-8-15,-1 7 11 16,0 5-5-16,3 2-3 16,1 4-8-16,5 0-4 15,3 3-3-15,4-2-6 16,0-4-29-16,8-4-42 15,10-6-69-15,3-7 28 16,17-7-98-16,-6-7-325 16,-2-6-326-16</inkml:trace>
  <inkml:trace contextRef="#ctx0" brushRef="#br0" timeOffset="164108.81">29701 3394 1348 0,'0'0'99'15,"0"0"-45"-15,0 0 8 16,0 0 25-16,0 0-21 16,0 0-24-16,0 0-20 15,60-9-20-15,-39 16-1 16,-1 4 14-16,-3 6-15 15,-1 3 0-15,-5 6 6 0,-5 1 9 16,-6 5 13-16,0 3 5 16,-5 0 5-16,-10-1 5 15,-1-1-18 1,1-5-3-16,2-7-1 0,5-7-10 16,5-5-1-16,3-6-10 15,0-3 0-15,9 0-18 16,10-12 1-16,5-6-11 15,2-9-60-15,2-4 27 16,1-3 27-16,-4-4-23 16,-1-3-6-16,-2 1 4 15,-5 3 44-15,-4 4 15 16,-6 10 54-16,-5 8 31 0,-2 7 49 16,0 5-46-1,0 3-31-15,0 0-23 0,-5 0-28 16,-5 8-5-16,0 6-1 15,-1 4 10-15,-2 4 20 16,2 2-4-16,2 4-1 16,1 3 3-16,4 2-13 15,4 0 1-15,0-2-11 16,2-1-4-16,13-6-2 16,3-6-2-16,4-4-29 15,5-7-6-15,3-5-30 16,1-2-24-16,2-2-31 0,-3-10 22 15,-3-3 19-15,-8 0 57 16,-1 1 25-16,-9 4 29 16,-2 3 12-16,-5 3 53 15,-2 4-9-15,0 0-36 16,0 0-19-16,0 1-24 16,-2 11-5-16,-3 3 10 15,0 2-5-15,3 3 7 16,2 1-11-16,0-1 7 15,3-2 10-15,11 0-19 16,1-5 0-16,1-3 12 16,2-4-12-16,0-6 6 15,-3 0-5-15,0-2 1 16,-3-11 13-16,-5-2-14 16,-3-4 5-16,-4 0 5 0,0-2 3 15,-8-1 11-15,-7 4-6 16,-3 3 0-16,1 3 2 15,-2 4-21-15,4 4-28 16,2 1-8-16,5 3-29 16,2 0-31-16,6 0-138 15,0 0-127-15,0 0-494 0</inkml:trace>
  <inkml:trace contextRef="#ctx0" brushRef="#br0" timeOffset="164474.25">30611 3246 1298 0,'0'0'38'0,"0"0"-37"16,0 0 23-16,0 0 24 15,0 0 39-15,0 0-32 16,0 0-15-16,49 48-5 16,-41-23-6-16,-1 6 4 15,-1 4 34-15,-2 4-1 16,-3 5-25-16,-1 1 3 16,0 5-13-16,-8 1-9 15,-10-1-10-15,-7 1-12 16,-8 0 0-16,-22 7-143 0,4-12-206 15,8-11-918-15</inkml:trace>
  <inkml:trace contextRef="#ctx0" brushRef="#br0" timeOffset="188163.34">26929 6178 970 0,'0'0'153'0,"0"0"-125"16,0 0 46-16,0 0 94 15,0 0-22-15,0 0-19 16,-79-33-18-16,76 19-47 15,1-4 7 1,2-3-39-16,0-5-15 0,0-1 3 16,11-1-18-1,4 0 10-15,1 1-9 0,2 5 0 16,0 2 5-16,3 6-6 16,-4 4 0-16,2 2-4 15,-1 6 4-15,-3 2-9 16,1 0 2-16,-4 0-2 15,0 8 9-15,0 8 6 16,-3 5 16-16,-5 7 17 16,-2 7-27-16,-2 6 1 15,-2 6-4-15,-10 1 1 16,-4-1 6-16,1-5-14 0,0-7 4 16,2-4 6-16,2-4-12 15,1-6 0-15,4-2 5 16,1-7-4-16,4-3-1 15,-1-4 0-15,2-3-18 16,0-2-16-16,3 0-70 16,14-8-67-16,7-10 117 15,4-7-6-15,2-7-46 16,1-7 32-16,-2-4 22 16,-4-5 10-16,-3-3 42 15,-4 0 1-15,-2 2 12 16,-5 5 32-16,-3 7 44 15,-5 8-40-15,-2 7 2 0,-1 8 25 16,0 6-6 0,0 4 18-16,0 4-13 0,0 0-21 15,0 0-21-15,0 0-32 16,-1 0 0-16,-4 7 8 16,-1 8-8-16,-3 6-1 15,-3 6 0-15,2 4 0 16,1 2 4-16,-1 1-4 15,3-1 0-15,3 1 0 16,4 0-4-16,0 0 4 16,0-1 0-16,11-3 0 15,8-3 0-15,3-4-6 16,5-6 6-16,3-6-2 16,1-5-4-16,3-6-37 15,1 0-35-15,-3-5 28 0,0-8 30 16,-5-2-1-16,-5 1-2 15,-7 3 22-15,-4 1 1 16,-4 4 8-16,-6 3-8 16,-1 3 0-16,0 0 45 15,0 0-23-15,0 10-13 16,0 6-2-16,-3 2-6 16,-1 5 7-16,3-1-8 15,1 1 0-15,0 0 12 16,3-4-12-16,10-1-1 15,4-3-1-15,3-4-4 16,2-7 4-16,4-4-8 0,-4 0 10 16,2-7 28-16,-3-9-14 15,-4-3-6-15,-4-3-1 16,-7-3 0-16,-6 3 9 16,0-1-15-16,-8 2-1 15,-9 1 35-15,-3 3 3 16,-4 6-16-16,2 4-10 15,-2 4 3-15,4 3-15 16,3 0 0-16,5 2-20 16,1 6-5-16,8 2-68 15,3 1-94-15,0 3-39 16,12-2-134-16,2-2-558 0</inkml:trace>
  <inkml:trace contextRef="#ctx0" brushRef="#br0" timeOffset="189044.95">27911 6179 952 0,'0'0'235'0,"0"0"-159"0,0 0-50 16,0 0 0-16,0 0 0 15,0 0 20-15,0 0 4 16,13 12 5-16,-5-3-7 15,-1 5-7-15,-2 4-5 16,-2 5-7-16,-3 3 15 16,0 3 11-16,-5 4-20 15,-5-2-11-15,-2-2-23 16,0-3 10-16,4-5-11 16,5-7-10-16,3-6-64 15,5-8-110-15,10-2-492 16,6-14-98-16</inkml:trace>
  <inkml:trace contextRef="#ctx0" brushRef="#br0" timeOffset="189819.53">28234 5984 939 0,'0'0'127'16,"0"0"-48"-16,0 0 98 15,0 0-19-15,0 0-52 16,0 0-21-16,0 0-17 16,-6-18-37-16,6 18-8 15,0 0-11-15,0 0 4 16,0 0 3-16,0 0-7 16,0 0-2-16,0 0 8 15,0 0-11-15,0 0 9 16,0 0-15-16,0 0 1 0,0 0 12 15,0 0-14 1,0 0 0-16,0 0-1 0,0 0-4 16,0 10 5-16,0 7 6 15,0 4 0-15,0 1 16 16,0 4-7-16,0 1-2 16,0 0 2-16,0 0-14 15,0 2 20-15,0-2-20 16,0-1 7-16,0 1 7 15,11-4-14-15,3-2-1 16,2-3-1-16,5-5 1 16,-2-4 0-16,5-8 0 15,1-1-26-15,2-1-46 16,0-15 37-16,-1-5 29 16,-3-3-7-16,-2-4 12 0,-3-3 1 15,-3-3 0 1,-4-3 0-16,-4-1 13 0,0-2-11 15,-4 4 40-15,-1 3 1 16,-2 6 15-16,0 6-9 16,0 7 1-16,0 6 10 15,0 5 20-15,0 3-37 16,0 0-21-16,0 0-21 16,-2 0-1-16,2 0-7 15,-1 11-7-15,-2 10 14 16,-3 10 8-16,2 9-7 15,-4 9 4-15,0 8-4 16,1 2 9-16,-5 5 4 0,3-1-12 16,0 1-2-16,-1-4 12 15,4-3-12-15,0-6 0 16,3-8 0-16,3-6-1 16,0-12-7-16,0-6-66 15,1-8-51-15,10-8-48 16,4-3-40-16,1-7-75 15,11-30-23-15,-5 2-450 16</inkml:trace>
  <inkml:trace contextRef="#ctx0" brushRef="#br0" timeOffset="190246.79">28653 6317 332 0,'0'0'323'16,"0"0"2"-16,0 0-86 0,0 0-9 15,0 0-22-15,0 0-18 16,0 0-86-16,10-60-57 15,-17 64-14-15,-1 10-9 16,-1 7-23-16,0 7 0 16,2 4 14-16,2 0-6 15,5 0 1-15,0-3-10 16,3-6 8-16,10-6 4 16,4-5-12-16,2-7-1 15,5-5 1-15,-1-1 60 16,2-18-10-16,-1-4-32 15,-5-7-9-15,-5-4 11 0,-8 1-14 16,-6-2-4 0,0 4 7-16,-6 3 1 0,-10 4 21 15,-3 6 6-15,0 5-16 16,-2 7-5-16,0 6-15 16,0 0-1-16,5 0-10 15,3 10-21-15,5 1-58 16,6 1-62-16,2-1-32 15,10-4-58-15,7-1-253 16,2-6-385-16</inkml:trace>
  <inkml:trace contextRef="#ctx0" brushRef="#br0" timeOffset="190518.92">29033 5852 1160 0,'0'0'128'0,"0"0"-102"16,0 0-26-16,0 0 45 15,0 0-10-15,0 0-1 16,0 0-7-16,37 5 7 16,-18 15 1-16,1 5 22 15,2 7 13-15,-5 5-34 16,-2 8 1-16,-11 5-5 15,-4 5 7-15,-3 5-1 16,-21 0-17-16,-7 2-11 16,-8-2-10-16,-22 13-1 15,7-14-175-15,6-11-347 0</inkml:trace>
  <inkml:trace contextRef="#ctx0" brushRef="#br0" timeOffset="191444.5">27621 7804 899 0,'0'0'121'0,"0"0"-80"15,0 0 48-15,0 0 46 16,0 0 11-16,0 0-15 15,0-76-25-15,0 73 1 16,0 3 3-16,-1 0-30 16,-2 0-42-16,0 0-6 15,0 9-32-15,-3 7 1 16,2 5 1-16,2 3-1 16,2 0-1-16,0-2 0 15,0-5 0-15,9-4 0 16,3-6-8-16,-2-4 0 15,2-3 6-15,-1 0 2 16,-2-11 63-16,-3-6-41 16,-2-3-6-16,-4-3-1 15,0 1-15-15,-6 1-8 16,-9 2 8-16,-4 3 34 16,-5 5 18-16,1 5-19 0,-2 6 6 15,0 0-17-15,4 12-22 16,3 6-9-16,5 5 9 15,4 4-1-15,7-2-5 16,2 2-3-16,0-4 3 16,16-5 5-16,4-4-7 15,5-7-13-15,2-6-35 16,-2-1-25-16,-3-3 60 16,-5-8 12-16,-6-2-7 15,-10 4 15-15,-1 0-49 0,-4 5-29 16,-23 4 22-1,3 2-110-15,2 5-237 0</inkml:trace>
  <inkml:trace contextRef="#ctx0" brushRef="#br0" timeOffset="198053.43">26875 6827 606 0,'0'0'150'15,"0"0"-82"-15,0 0 59 16,0 0 18-16,0 0-18 15,0 0-30-15,0 0-33 16,-3 0-18-16,2 0 14 16,-3 0-18-16,-2 0-1 0,-2 0-32 15,-4 0 5 1,-4 0 1-16,-7 0-7 0,-5 1 10 16,-5 6-17-16,-4 1-1 15,-4 2 13-15,-3 3-12 16,-4 0 0-16,-3 4 17 15,-4 0-9-15,-3 4 2 16,-3 3-11-16,-3 2 0 16,-2 1 1-16,-1 2-1 15,1 1 0-15,3-3 1 16,7 0 0-16,5-2 0 16,9-3-1-16,6-3 1 15,5 1 3-15,4 0-4 0,2-1-1 16,5 0 1-1,1 2 7-15,0 1-6 0,1 2-1 16,-1 2 0-16,2 1 10 16,1 0-10-16,4 0 0 15,3-3 0-15,6 0 0 16,3-1 0-16,1-3-7 16,16-1-19-16,5-2 8 15,4-4-22-15,2-2 31 16,0-1-17-16,-2 0 26 15,-6 1 6-15,-6 1-6 16,-8 7-6-16,-5 4 6 16,-1 5 20-16,-6 6 3 15,-10 4-8-15,-3 3 17 16,-4 1 2-16,4 2-17 16,-2-2-1-16,2 0 12 15,5 1-16-15,2-3-4 0,3 0-7 16,6-1 0-1,3 0-1-15,0-4 0 0,8-3-1 16,11 0 1-16,5-4-10 16,4-3-6-16,3-4-28 15,5-2-17-15,3-6 25 16,3-4-7-16,-2 0 19 16,1-1 24-16,-3 2 2 15,-1 6-2-15,-4 4 8 16,-6 3-6-16,-4 5-2 0,-3 5 10 15,-2 2-4-15,-3 2 10 16,-1 0-6-16,2 2 3 16,-1 0-3-16,5-2 8 15,2-1 4-15,3-1-11 16,5-4 1-16,7-3-7 16,8-4-4-16,10-7-2 15,7-6-4-15,18-8-22 16,-7-3-26-16,8 0-12 15,-4-11 7-15,-9-5 24 16,6 1 15-16,-11 1-20 16,-10 4 10-16,-14 6 29 15,-11 4-6-15,-9 0 18 0,-8 1-11 16,-3 11 27 0,-2 2 18-16,0 1-1 0,3 5-10 15,-2 2-10-15,2 4 17 16,4 5-30-16,0 3-6 15,0 4 7-15,6 4 3 16,4 3-2-16,2 2-12 16,5-2-1-16,6-1 13 15,4-3-14-15,9-6-3 16,4-5 2-16,6-5 1 16,7-7 13-16,13-5-13 15,18-6-7-15,18-6 7 16,7-1 0-16,-3 0 8 15,-7-8-8-15,-4-2 7 16,-4 0 3-16,-1-1-10 0,-5 0 0 16,-4 0 0-16,-1-1 1 15,-4-2 0-15,-1-2-1 16,-4 1 0-16,1-5 7 16,-1-1-7-16,-3-3 0 15,-1-3 1-15,2-2-1 16,0-5 0-16,2-6-1 15,-1-4-1-15,-1-5-5 16,-1-3 7-16,-11 7 0 16,-10 5 0-16,-14 8 0 15,-3 2-1-15,5-4 1 16,3-2 0-16,2-7 3 16,-5 5-2-16,-8 0-1 15,-4 0 19-15,-6 1-18 16,-3-1 15-16,-5 0-7 0,-7-2-8 15,-2 1 18-15,-4-1-19 16,-4 0 1-16,-4-1-1 16,-1 0 0-16,0 1 0 15,0 1-1-15,-1 1 1 16,-7 1 5-16,2-1-5 16,-1 1-1-16,0 1 1 15,1-1 0-15,-1 0-1 16,3 2-15-16,-2 1 16 15,2-1-6-15,-1 2 2 0,-1 1-19 16,2 2 15 0,-5 0 8-16,3 2-1 0,-3 3-8 15,0 0 9-15,-1 0 0 16,-1 3 6-16,0 0-6 16,-2 2 0-16,1-2 0 15,-1 4 7-15,-1-2-7 16,1 2 1-16,-3 0 3 15,-1-1-4-15,1 2-1 16,0 1 0-16,-1-1-2 16,1 1 1-16,-1 2 2 15,-2-2-6-15,1 2 5 16,-3-1 1-16,-1-1-20 0,-4-1-25 16,2 1 0-1,-3 0 21-15,1 0-6 0,-1 1 11 16,0-1 10-16,-1 2 3 15,-1 0-7-15,1 1 13 16,-2 2 0-16,-1 0 0 16,0 0-9-16,-1 1 2 15,-2 1 5-15,-2 1-14 16,-1-1-5-16,-2 0 2 16,-3 2 1-16,3 0 17 15,2 2 0-15,1-1 1 16,3 1 1-16,3 1 0 15,0 1 0-15,4-1-1 16,-1 1 1-16,2-2 3 16,-1 0-4-16,0-1-1 15,-3-3 0-15,-2 1-25 16,-4-2 26-16,0 2 11 0,-1-1-1 16,0 2-8-1,0 0-2-15,2 2-1 0,0 1 0 16,1-2 1-16,1 0-14 15,1 0-27-15,3-2 41 16,2 1 28-16,1-2-21 16,3-1-6-16,1 2 9 15,3 0-9-15,-2-2-1 16,2 0-1-16,-1 0 1 16,0 0 6-16,2-1-5 0,-2 1 9 15,2 0 6-15,-2-1-16 16,0 1 8-16,-1 2-6 15,-4 1-2-15,1-1 2 16,-4 3-2-16,-1 0-1 16,2 3 1-16,-1-1 1 15,2 0-1-15,1 1 0 16,0-2 0-16,3 1 11 16,-3-1-10-16,-1 1 0 15,0 0 5-15,-2 0 1 16,-3 3 1-16,2-1 5 15,0 1-13-15,0 0 13 16,0 0-13-16,1 0 0 16,2 0 0-16,-1 0-1 15,3 0 1-15,1 0-1 16,2 0 1-16,2 0 3 16,1 0-2-16,1 0-1 0,1 0 0 15,-3 0 1-15,0 0-1 16,-3-1-3-16,-1-1 3 15,-1 2-1-15,1-1 1 16,0 1-1-16,0-2 1 16,2 2 5-16,1 0-5 15,1 0 0-15,-2 0-1 16,0 0 1-16,0 0 0 16,-1 0 0-16,2 2-5 15,1 2 5-15,0-3 9 16,3 2-9-16,-1-1 0 0,2 1 0 15,-1-2 0-15,3 0 0 16,-2 2 2-16,0-1-2 16,2 1 0-16,-1-1-6 15,2 0 6-15,-2 1 8 16,2 0-8-16,1-2-7 16,-3 0 6-16,0 2 1 15,0-1 1-15,1-1-1 16,2-1 1-16,-4 2 4 15,2-1-5-15,-1 2 0 16,0 0-1-16,-5 1 1 16,3 0 0-16,-5 2 0 15,4-2-6-15,-2 1 6 0,3 0 0 16,-3-1-2 0,0 1-17-16,-3 1-2 0,-1 0 12 15,-2 2-19-15,-12 5-30 16,5-2-95-16,3 1-346 0</inkml:trace>
  <inkml:trace contextRef="#ctx0" brushRef="#br0" timeOffset="205377.25">5776 13258 810 0,'0'0'219'0,"0"0"-149"0,0 0-18 16,0 0 66-16,0 0 13 15,0 0-11-15,0 0-44 16,0 0-37-16,2 0-23 16,-2 0-1-16,0 0 4 15,0 0-10-15,1 0-8 16,-1 0-1-16,0 0 0 15,2 0-14-15,-2 0-1 16,3 0 2-16,4 0 13 16,8 0 1-16,6 0 36 15,9 0 4-15,9 3-6 16,7-1-9-16,-1 0-16 16,7 1-8-16,0 0 14 15,-1 1-15-15,1 2-1 16,-1 0 6-16,0 0-3 0,-1 1-3 15,1 0 0-15,0-2-2 16,1-1-4-16,18-1-105 16,-12-3-68-16,-10 0-651 15</inkml:trace>
  <inkml:trace contextRef="#ctx0" brushRef="#br0" timeOffset="207981.14">12808 13258 765 0,'0'0'180'16,"0"0"-122"-16,0 0-7 16,0 0 69-16,0 0 7 15,0 0 1-15,0 0-50 16,0 0-33-16,0 0-5 16,0 0 2-16,0 0-10 15,0 0-22-15,0 0-10 16,0 0-10-16,3 0-19 0,3 0 29 15,6 0 14-15,3 0 8 16,4-1-21-16,4-1 0 16,5 0 21-16,5-3-10 15,5 3-5-15,6-1 2 16,5 0-8-16,5 2 12 16,7-2-6-16,22 1-7 15,16 1 15-15,25 1-15 16,4 0 0-16,-7 0-2 15,-15 0 2-15,-17 1-15 16,-5 6-43-16,-14-1-64 16,8 0-21-16,-22-4-149 15,-11-2-444-15</inkml:trace>
  <inkml:trace contextRef="#ctx0" brushRef="#br0" timeOffset="-204376.75">26077 7919 580 0,'0'0'131'0,"0"0"-88"16,0 0 41-16,0 0 17 15,0 0 29-15,0 0-24 16,-6 0-34-16,6 0 4 16,0 0-20-16,0 0-15 15,0 0 17-15,0 0-19 0,0 0 13 16,0 0-11-1,0 0-10-15,0 0-8 0,0 0-8 16,0 0-14-16,0 0 13 16,0 0-13-16,0 0 4 15,0 0-5-15,0 0-6 16,0 0 4-16,0 0-26 16,5 0 28-16,7 0 18 15,5 0-18-15,2 0 0 16,4 0 0-16,3 0 18 15,0-4-8-15,3 1 7 16,1-2 4-16,-1 3 2 16,1-1-11-16,-1 0-6 15,1 1 4-15,0 2 6 16,1-1-9-16,3 1 2 0,-1 0-8 16,3 0 7-1,-1 0-8-15,1 0 0 0,0 0-5 16,0-1 5-16,1-1 8 15,-1 2-8-15,0-1 0 16,0-1-3-16,-2 2 4 16,0 0-2-16,-1 0-6 15,-1 0 7-15,2 0 0 16,-3 0 0-16,2 0 0 16,0 0 10-16,1-1-10 15,-1 0-8-15,0-2 8 16,0 1 8-16,-2 1-8 15,0 0 0-15,-1-1 0 16,1 1 9-16,-1-2-9 0,3 0 0 16,-2 1-1-16,2-3 1 15,-1 3-3-15,-1-1 2 16,-4 1 1-16,-2 0 8 16,-1 0-8-16,-3 1-9 15,1 1 9-15,-1-2 1 16,0 2 8-16,1 0-9 15,1 0 0-15,2 0 5 16,-1-1-5-16,1 1-2 16,-1-1-4-16,1-1 6 15,1-1 6-15,-2 2-6 16,1-2 0-16,2 0 5 16,1 2-5-16,1-1-7 0,-1-1 7 15,2 2 0-15,-2 0 0 16,2-1 0-16,0 1 0 15,1-1 4-15,0 1-4 16,1-1-1-16,1 0 0 16,0 0 1-16,-1 1 0 15,3-1-1-15,1 1 1 16,-2-1-1-16,1 1 1 16,-2 0 0-16,-1-2 0 15,0 1 0-15,1 0 2 16,0-3-2-16,3 3 0 15,0-3 12-15,1 3-12 16,2-3-11-16,-2 1 11 0,2 2 1 16,0-3-1-1,1 3 0-15,0-1 0 0,-1 0 5 16,3 0-5-16,-3 0-1 16,0 0 0-16,0 2 1 15,0-2 0-15,3 2 0 16,-1-1 0-16,2 1-1 15,-1-1 1-15,-2 1 0 16,2-1-1-16,-3 1 1 16,-1 0-1-16,2 1 1 15,-2-2 0-15,-2 1 2 16,-3-1-2-16,-1 1 0 16,-2 1-1-16,-1-2 2 15,-3 2 3-15,0-1-4 0,-4 1-2 16,1 0 2-16,-4-1 0 15,-1-1 0-15,-2 2-5 16,-4-1-2-16,1-1-30 16,-2-1-91-16,-2 2-108 15,-2-2-631-15</inkml:trace>
  <inkml:trace contextRef="#ctx0" brushRef="#br0" timeOffset="-202832.69">26765 8204 32 0,'0'0'55'0,"0"0"-26"15,0 0 28-15,0 0 10 16,0 0 15-16,0 0 0 16,0 0 5-16,0 0-21 15,0 0-13-15,0 0-28 16,0 0-17-16,0 0-8 16,0 0-1-16,0 3 0 15,-1 1-131-15,-3-1-68 16,4 0 18-16</inkml:trace>
  <inkml:trace contextRef="#ctx0" brushRef="#br0" timeOffset="-177131.84">26842 7956 129 0,'0'0'111'0,"0"0"-78"0,0 0-3 15,0 0 54-15,0 0 4 16,0 0-13-16,0 0-20 16,0 0-2-16,0 0-15 15,0 0-15-15,0 0-12 16,0 0-3-16,0 0-8 15,0 0-11-15,0 0-34 16,0 0-36-16,0 0 9 16,0 0-14-16,0 0-5 15,0 0 27-15,0 0-27 16,0 0-23-16</inkml:trace>
  <inkml:trace contextRef="#ctx0" brushRef="#br0" timeOffset="-175601.69">26783 7919 561 0,'0'0'135'0,"0"0"-47"0,0 0 55 16,0 0 21-16,0 0-100 16,0 0-39-16,0 0-25 15,0 0-22-15,0 0-115 16,1 0-129-1,1 0-236-15</inkml:trace>
  <inkml:trace contextRef="#ctx0" brushRef="#br0" timeOffset="-170473.6">29802 7617 725 0,'0'0'204'0,"0"0"-135"16,0 0 87-16,0 0-13 15,0 0-3-15,0 0-37 16,-4 0-23-16,4 0 0 15,-3 0-1-15,3 0-13 16,0 0 7-16,0 0-29 16,0 0-6-16,-1 0-5 15,1 0 0-15,0 0-2 16,0 0-3-16,0 0-9 0,0 0 18 16,0 0-9-16,0 0-8 15,0 0-11-15,0 0 3 16,0 0-12-16,0 0-20 15,4 0 12-15,8 4 8 16,6 2 8-16,1 1-7 16,5 1-1-16,1 1 2 15,1 1 4-15,-2-2-6 16,0 2 0-16,-2-1 1 16,-1 0-1-16,-6 0 0 15,-1-1-1-15,-1 0-1 16,-6 0 1-16,-1-3-10 15,-3 1-17-15,0 0 15 0,-3 1-2 16,0 3 15 0,-15 3 9-16,-5 3 10 0,-9 2-11 15,-1 2-8 1,-1 2-31-16,-3 6-34 0,5-6-108 16,8-3-354-16</inkml:trace>
  <inkml:trace contextRef="#ctx0" brushRef="#br0" timeOffset="-168679.07">26426 7833 77 0,'0'0'56'0,"0"0"7"16,0 0 5-16,0 0-12 16,0 0-5-16,0 0-21 15,0 0 22-15,0-4 25 16,0 4-10-16,0 0 6 16,0 0-24-16,0 0 11 15,0 0 1-15,0 0 14 16,0-2-4-16,0 1-36 15,0-1-35-15,0 1 0 16,0-1 0-16,0 2 19 16,-3 0 16-16,2 0-2 15,-4 0-13-15,2 0-20 16,-1 0 0-16,-2 0-1 0,2 3 2 16,-1 3-2-16,2 0-7 15,1-1-4-15,1 4 11 16,1-1-11-16,0-1-2 15,0 0 13-15,0-1-5 16,0-3-3-16,3-2-10 16,3 0 19-16,0-1 0 15,3 0-8-15,-2 0 8 16,1-1 0-16,1-6-59 16,0-3-136-16,-3-1 7 15,0 0 81-15,-3-1 71 16,0 0 72-16,-3 0-1 0,0 2-5 15,0 2-8-15,0 1-16 16,0 2 31-16,-5 0 84 16,-1 4-18-16,-1 1-55 15,1 0-38-15,-3 0-9 16,1 1-1-16,2 6 0 16,0 2 0-16,-1-1 2 15,1 0-2-15,2 2-1 16,0 2-3-16,3-1-2 15,1 5-94-15,0-5-213 16,1-3-39-16</inkml:trace>
  <inkml:trace contextRef="#ctx0" brushRef="#br0" timeOffset="-167814.41">26798 7792 88 0,'0'0'212'0,"0"0"-122"15,0 0-56-15,0 0 28 16,0 0 60-16,0 0-17 15,0 0-20-15,-2 1-8 16,2-1-5-16,0 0 22 16,0 0-45-16,0 0-24 15,0 0-17-15,-1 4-7 16,-2 1 12-16,-2 3-12 16,2-1-1-16,0 2 13 15,-1-1-13-15,1 2-5 0,2 0-17 16,1 0-96-16,0-3-108 15,0-3-181-15</inkml:trace>
  <inkml:trace contextRef="#ctx0" brushRef="#br0" timeOffset="-154388.41">26848 5641 922 0,'0'0'156'16,"0"0"-92"-16,0 0-2 16,0 0 32-16,0 0 2 15,0 0 26-15,-34-7-42 16,34 7-40-16,0 0-21 15,0 0 12-15,-1 0-22 16,-1 0-8-16,-5 0 6 16,-2 2-7-16,-5 11 2 15,-5 5-2-15,-3 4 1 16,-5 6 8-16,-1 5-9 16,-1 5 1-16,-1 6 0 15,2 4 6-15,5 4-6 16,6 4-1-16,6 5-8 15,10 3 8-15,1-2-22 0,6-5-80 16,30 7-81-16,-2-16-163 16,-3-13-443-16</inkml:trace>
  <inkml:trace contextRef="#ctx0" brushRef="#br0" timeOffset="-146775.02">27682 9096 333 0,'0'0'113'0,"0"0"-73"16,0 0 43-16,0 0 54 16,0 0-2-16,0 0-74 15,0 0-28-15,0 0-11 16,0 0 21-16,0 0 15 15,0 0 1-15,0-2-9 16,0 1-17-16,0-3-13 16,0 1 18-16,0-3-19 15,0 2-5-15,0-3 6 16,0 1-9-16,0-1 0 16,0-1-4-16,0-1-5 15,0 2 14-15,0-1-15 16,0-1 10-16,0 1-2 15,2 1 1-15,-2-1-4 0,2 0 4 16,-2 1 3-16,1-1-7 16,-1-1 1-16,0-1-5 15,2 0 11 1,-2 1-3-16,0-4 0 0,0 2-9 16,0-2 6-16,0-1 2 15,0 0-8-15,0-1 4 16,0 2 7-16,0-1 16 15,0-2-17-15,0 0 7 16,0 2-8-16,-3-1 3 16,1-1-10-16,-1 2-3 15,1-1 9-15,-1 0 5 16,0 1-8-16,2 0 10 16,-3 0-4-16,1 2 5 15,0-1-11-15,0 0 6 0,-2 2 4 16,2-1-2-16,0 1-1 15,0 1-1-15,0 1 3 16,-3-1 7-16,3 0-21 16,0 0 11-16,0 0-3 15,0 1 4-15,2-1-3 16,-2 2-1-16,1-2-8 16,-1 2 14-16,2-1-15 15,-1 2 0-15,1-1 12 16,-2-1-5-16,2 1 2 15,-1-2-7-15,-1 0 5 16,2 0 9-16,-1-1-16 0,1 1 1 16,-1-2 11-16,2 0-11 15,-1-1-1-15,1 2-1 16,-2-2 0-16,2 2 0 16,-1 0 1-16,1 0 0 15,0-2 1-15,-2 2 1 16,0-1 3-16,2-1-5 15,0 1 0-15,0-2 0 16,0 1-10-16,0-1 10 16,0 1 1-16,0 0 0 15,0 0-1-15,0 1-6 16,0-2 6-16,0 2 5 16,0-3-4-16,2 1-1 0,0 0 8 15,-1 1-7 1,1 0-2-16,-2 0-2 0,1 0 3 15,2-1-1-15,-1 1 1 16,1 0 0-16,0 0 4 16,-2 1-3-16,3-1-2 15,-2 1 1-15,1 0 0 16,-2-1 7-16,1 0-7 16,1 1 0-16,-2-2 8 15,1 1-8-15,1-1-1 16,0 0 0-16,0 0 0 15,0-2 1-15,1 2-2 16,-2 0 2-16,1 0 1 0,0 0-1 16,0-2 1-1,-2 2-1-15,2-1 0 0,0 1 7 16,0-2-7-16,0 2 0 16,-1-2 0-16,2 2 0 15,-1 0 1-15,-2 0 0 16,2 2 0-16,-1-1 6 15,1 0-7-15,-1 0 0 16,1 2 0-16,-2 0-1 16,1 0 2-16,-1-1-1 15,1 1 1-15,-1-2 3 16,1 2-2-16,1-1-2 16,-1 0 1-16,1-1 0 15,-1 1-1-15,-1-1 0 16,1-1 0-16,-1 1 7 0,1-3-7 15,-1 2-2 1,1-2 2-16,-2 0 0 0,1-1 2 16,-1-2-2-16,0 3 6 15,0-1 5-15,0 0-10 16,0 0-1-16,0 0 1 16,0 0 6-16,0 2-6 15,0-1-1-15,0 0 1 16,0 1 9-16,0 1-10 15,0 0 0-15,0 0 0 16,0 0 1-16,0-1 7 16,0 1-8-16,0 1 0 0,0-1 9 15,0 0-9-15,-1 2 0 16,-1-1 9-16,1-1-1 16,-1 1-1-16,-1 0-5 15,2 2-1-15,-1-1 16 16,1 0-16-16,-1 1-1 15,0 0 2-15,2-1-1 16,-2 1 8-16,2 0-9 16,-1-1 0-16,1 3 14 15,-2-2-13-15,2-1 0 16,-1 1 6-16,1-1-7 16,-2 1 1-16,2 1-1 15,-1 0 0-15,1 2 8 0,-2 0-8 16,2 1 0-1,0 1 0-15,0-1 0 0,-1 1 0 16,1 0-2-16,-2 2 2 16,2 1 5-16,-1 0-4 15,1 2-1-15,0-2 10 16,0 2-10-16,-2-2 0 16,2 0-1-16,0 2 1 15,0-1 0-15,0 1 0 16,0-1-1-16,0 2 0 15,0 0 1-15,0 0 0 16,0 0 0-16,0 0 0 16,0 0 9-16,0 0-9 15,0 0-1-15,0 0-6 16,-2 0-5-16,2 0 12 0,0 0 0 16,0 0 2-16,0 0 1 15,0 0-3-15,0 0-1 16,0 0-6-16,0 0-3 15,0 0 10-15,0 0-9 16,0 0 9-16,0 0 11 16,0 0-11-16,0 0-1 15,0 0 0-15,0 0 1 16,0 0 1-16,0 0-1 16,0 0 0-16,0 0 4 15,0 0-4-15,0 0-9 16,0 0 8-16,0 0-4 0,0 0 5 15,0 0-9-15,0 0 8 16,0 0-5 0,0 0 6-16,0 0-6 0,0 0 6 15,0 0 0-15,0 0 0 16,0 0 0-16,0 0-20 16,0 0-8-16,0 0-23 15,0 0 1-15,0-1 2 16,0-2-19-16,0-1-44 15,0-2 17-15,4 2 10 16,-1-1 59-16,1-1-4 16,-1 1 15-16,-1 0 2 15,1 0-81-15,-1-1 92 0,0 2 1 16,-2-1 1 0,1 2 6-16,-1 2 5 0,0 0 4 15,0 1 24-15,0-2-6 16,0 2-17-16,0-1-5 15,0-1 2-15,0 1 7 16,0-1-20-16,0 2 8 16,0 0-8-16,0 0 14 15,0 0-1-15,0 0-7 16,0 0-5-16,0 0 35 16,0 0-13-16,0 0-13 15,-1 0 2-15,-6 5 3 16,-2 5-8-16,-5 5-8 15,-2 5 0-15,-2 4 12 16,-2 3-12-16,-2 3 0 0,1-1 0 16,3 1 0-16,0-3 1 15,5-4-1-15,2 0-1 16,3-6 0-16,3-4-68 16,5-3-104-16,0-10-103 15,3 0-216-15,7 0 153 0</inkml:trace>
  <inkml:trace contextRef="#ctx0" brushRef="#br0" timeOffset="-146520.12">27687 6627 575 0,'0'0'89'0,"0"0"31"16,0 0 51-16,0 0 21 15,0 0-63-15,0 0-47 16,0 0-16-16,3-13-13 16,-1 13-3-16,-2 0-20 15,4 0-17-15,3 0 38 16,2 5-11-16,5 4-24 16,2 3 3-16,2 2-6 15,5 2-2-15,0 2-9 16,4 1-1-16,3-1 11 15,1 0-12-15,1-1 0 16,0-3 0-16,0 2-6 16,1 5-125-16,-10-3-440 0,-7-1-456 15</inkml:trace>
  <inkml:trace contextRef="#ctx0" brushRef="#br0" timeOffset="-145497.5">27729 8910 20 0,'0'0'313'0,"0"0"-196"16,0 0-50-16,0 0 41 0,0 0 51 15,0 0-25 1,0 0-73-16,-2 0-32 0,2 0-5 15,0 0-11-15,0 0-13 16,0 0-3-16,0 0-14 16,0 0-18-16,0 0-37 15,0 0-36-15,0-2 9 16,0 1-91-16,-1-2-103 0</inkml:trace>
  <inkml:trace contextRef="#ctx0" brushRef="#br0" timeOffset="-136301.75">26478 11053 350 0,'0'0'345'0,"0"0"-261"0,0 0-74 15,0 0 85-15,0 0 60 16,0 0-76-16,16-44-31 16,-12 37-3-16,2-1-32 15,-2 1 15-15,2-2-4 16,3-2 30-16,3-2-9 16,2-2-28-16,3-4-7 15,6-2-7-15,4-3-3 16,6-5 0-16,8-4 10 15,6-5 5-15,9-3-15 16,9-6-2-16,16-11 2 16,20-10 5-16,19-10 8 15,6-1-11-15,-4 7-2 16,-6 10 0-16,-8 10 10 16,8 1-10-16,3 3 1 15,4 1-1-15,4 4 1 16,4 1-1-16,5 6-7 0,0 0 7 15,0 6 2 1,1 3-2-16,-3 1 0 0,3 5 0 16,-1 3 0-16,2 1 1 15,3 3 7-15,0 1-8 16,3 2 8-16,-2 1-8 16,-2 1 0-16,-7 4 0 15,-4 2 0-15,-5 2 0 16,-4 1 0-16,-9 0 0 15,-5 0 0-15,-5 7 0 16,-23 1 0-16,-16-2-1 16,-19-1-5-16,-7-1 5 15,4 1-24-15,2 0 12 16,1 1 12-16,-7-3-24 0,-4 0 13 16,-5-2 12-16,-4-1-16 15,-2 0-20-15,-5 0-19 16,-8 0-87-16,-4 0-181 15,-4 0-301-15</inkml:trace>
  <inkml:trace contextRef="#ctx0" brushRef="#br0" timeOffset="-134432.1">26359 12864 214 0,'0'0'200'15,"0"0"-129"-15,0 0-26 16,0 0 27-16,0 0 37 16,0 0-31-16,0 0-27 15,5-6-28-15,-5 5 2 16,1-1-2-16,1 1 10 15,-1-2-11-15,4-1 4 16,2-2-5-16,-1-1 70 16,2 0-10-16,-1-3-36 15,3 0-20-15,1-1 0 16,-1-1-5-16,4 1-4 16,-1-3-5-16,5 0 18 15,0 0-23-15,3-3 19 16,4 0-8-16,5-3 8 15,4-1-6-15,4 0-18 0,4-3 15 16,5 0 8-16,4 0-15 16,1-2 6-16,5 3 1 15,4-3-3-15,16-2-3 16,17-4-3-16,19-5 8 16,6 1 12-16,-6 4-15 15,-8 2-12-15,-6 6 7 16,3 1-6-16,4-2-1 15,6 4 2-15,1-1-2 16,2 2 3-16,6 3-3 16,-2 1-5-16,4 3 5 15,-4 4 1-15,-3 2-1 16,-3 1-1-16,-6 3-26 0,-7 2 5 16,-9 1-25-16,-15 0 14 15,-19 0 23-15,-13 0 10 16,-5 0 3-16,4 0-3 15,2 0-3-15,0 4-10 16,-5-1 13-16,-7 1-1 16,-6-1-9-16,-5 0 10 15,-2-1-9-15,-4 0-8 16,-4 1-11-16,-1-1 1 16,-3 1-60-16,-2 2-161 0,-3-3-158 15,-1 1 47-15</inkml:trace>
  <inkml:trace contextRef="#ctx0" brushRef="#br0" timeOffset="-133214.18">31241 10048 1043 0,'0'0'137'0,"0"0"-108"16,0 0-27-16,0 0 11 15,0 0 20-15,0 0 18 16,0 0-27-16,-21-18-18 16,16 18 7-16,-3 0-7 15,-4 4-6-15,-8 8 0 16,-1 2 6-16,-4 2-6 16,-5 3 8-16,-1 2-7 15,-5 3 16-15,-4 3 31 0,-2 4-1 16,-4 4-5-1,2 0 7-15,1 2-18 0,5 1-6 16,3-1-4-16,8-2 3 16,5 2-4-16,2 0-11 15,7-2-8-15,1 2 5 16,3-2-5-16,4-2-1 16,2 0 0-16,2-2-1 15,1-1-5-15,0-2-4 16,1 0-46-16,9-1 43 15,0 0-1-15,0 0 3 16,-4 1 10-16,-3 2 1 16,-3 1 7-16,-1 5-1 15,-17 3-6-15,-5 4 20 16,-5 2-18-16,-5 2 15 0,-2-1-6 16,1 1-9-16,4-3 9 15,5-5-11-15,6-1 0 16,7-6-1-16,7-2 1 15,5-3-1-15,0-6-30 16,7-3 6-16,3-5-1 16,-1-1 25-16,0-4 1 15,-3-1 13-15,-6 2-13 16,0 2 0-16,-2 6 8 16,-15 5 29-16,-10 7 3 15,-7 4-30-15,-5 3 2 16,-6 2 15-16,2 1-13 15,-1 1-5-15,1-1-8 0,4 3 6 16,7-2-7-16,5-1 0 16,8-3-27-16,2 5-43 15,8-8-148-15,-1-10-267 16</inkml:trace>
  <inkml:trace contextRef="#ctx0" brushRef="#br0" timeOffset="-132113.78">26855 10933 713 0,'0'0'132'0,"0"0"-95"16,0 0 17-16,0 0 151 15,0 0-63-15,0 0 42 16,0 0-104-16,-36 3-46 16,10 15-33-16,-5 6 12 15,-2 9 7-15,-3 3 5 16,0 7 2-16,-4 4-5 15,-2 5 10-15,1 1 17 16,-2 2-30-16,2 2-3 16,4 0-5-16,4 0-10 15,6-4-1-15,6-5-3 16,11-8-8-16,7-10 9 0,3-9-113 16,7-7 30-16,13-9 53 15,4-3-11-15,4-2-23 16,2-6 16-1,1-8 50-15,-4-1 24 0,-3 2-12 16,-9 3 1-16,-5 6-1 16,-7 4 4-16,-3 0-2 15,0 6 6-15,0 13 21 16,-7 11 19-16,-4 10-24 16,-4 6-2-16,-1 8-12 15,-1 2 10-15,0 4-7 16,2 4-9-16,-2 0-9 15,4-2 11-15,3-3-17 16,0-2-2-16,4-3-4 16,2-1 4-16,-3-4-4 15,1-2-97-15,-5 5-85 0,4-13-376 16,-2-11-196-16</inkml:trace>
  <inkml:trace contextRef="#ctx0" brushRef="#br0" timeOffset="-128291.05">29294 14517 9 0,'0'0'144'16,"0"0"-73"-16,0 0 12 15,0 0 65-15,0 0-21 0,0 0 26 16,24-12-51-16,-21 7-7 16,-2 1 33-16,1 1-79 15,-2 0 10-15,0 0-17 16,0-1-6-16,0 1-17 15,-5-1 51-15,-1-2-8 16,-1 4-36-16,-4-1 15 16,2 0 2-16,0 3-25 15,-4 0-11-15,-1 0-5 16,-2 2-2-16,1 6 5 16,-1 2-5-16,2 1 0 15,1 1-1-15,4 0-6 16,1 0-1-16,5-1-5 15,2 0 3-15,1-3 4 16,0 1-4-16,0-2-6 0,4-1 16 16,7-2 0-1,1-3 1-15,1-1-1 0,4 0 0 16,-2-3 42-16,1-7-17 16,-2-1-13-16,-2-1 12 15,-2-1-5-15,-4 1-6 16,-5-1 6-16,-1 0 0 15,0 1 34-15,0 1-40 16,-6 3-7-16,-4-1 7 16,1 4-12-16,-2 2 20 15,0 2-13-15,-1 1-8 16,0 0-1-16,-2 5-12 16,4 8 13-16,-2-1 2 0,5 3-2 15,1 0-15-15,3 0-1 16,3-3 16-16,0 1-8 15,0-4-16-15,9 0-12 16,5-5 35-16,3-4-16 16,4 0 7-16,2-1-35 15,0-13 23-15,-1-3-14 16,-4-1 21-16,-6-2-3 16,-4 3 17-16,-7 1-8 15,-1 6 9-15,-3 3-10 16,-15 7 2-16,-7 0 7 15,-6 10-38-15,-15 18-94 0,7-1-207 16,7-4-442-16</inkml:trace>
  <inkml:trace contextRef="#ctx0" brushRef="#br0" timeOffset="-120964.21">28354 14589 134 0,'0'0'212'0,"0"0"-141"15,0 0-10-15,0 0 71 16,0 0 0-16,0 0-38 16,1 0-32-16,-1 0-25 15,0 0-2-15,0 0-6 16,0 0-3-16,0 0-9 16,0 0 8-16,0 0-1 15,0 0 2-15,0 0 3 16,0 0 3-16,0 0-7 15,0 0 20-15,0 0-12 16,0 0-8-16,0 0 1 16,0-1 11-16,2 1-15 15,-1-2-5-15,1 1-17 16,-1 1 0-16,2 0-1 16,0-2 1-16,2 1 19 0,4 0 5 15,-2-1-22-15,2 1 7 16,3-1-8-16,2-1-1 15,-1 2 15-15,6-3-15 16,1 1 0-16,1 0 6 16,3-1-6-16,-2 1-1 15,2 0 1-15,-2 2 5 16,4 0 3-16,-1 1-8 16,2-2 0-16,-2 2 0 15,1-1 0-15,2-1 1 16,-1 1-1-16,1-2 2 15,0-1-1-15,-1-1-1 16,2 0 0-16,-1-2 12 16,0 2-12-16,2-1 1 0,-2 2-1 15,1-1 1-15,-1 2 6 16,-1 2-5-16,1 0-2 16,-1 1 20-16,2-2-8 15,-1 2-1-15,2-1-11 16,1-2 0-16,2-1 9 15,1-2 2-15,2 0-10 16,0-2 27-16,2 1-14 16,1-1-14-16,-1 1 7 15,-1 1-7-15,3 0 19 16,-2 2-18-16,0-2 0 0,1 2 11 16,3 0-11-1,-2-1 8-15,2 1-9 0,3-2 1 16,-2 2 11-16,0-1-12 15,1-1 0-15,-2 2 9 16,-1 0-7-16,-1-1-2 16,-2 4 1-16,0-2-1 15,-2 2 6-15,-1 0-6 16,-1-1 1-16,-1 1 8 16,0-1-9-16,-1 1 0 15,3 0-2-15,-1-1 2 16,2 1 2-16,-4-1-2 15,1 1-2-15,-1-2-4 16,-1 2 6-16,-3-1 0 16,1 1 0-16,-5-2 0 0,1 2 0 15,-1-2-9 1,0 1-7-16,-3 1 15 0,0-2-17 16,-2 2-38-16,-1-2 37 15,1 1 17-15,-4 1-8 16,2-1-3-16,-4 1-31 15,-1 1 7-15,-3-1-62 16,-3 1 13-16,-1-2-80 16,-4 2 28-16,2 0-126 15,-3-1 78-15,0-1-13 16,0 1-54-16</inkml:trace>
  <inkml:trace contextRef="#ctx0" brushRef="#br0" timeOffset="-120193.2">30859 14130 405 0,'0'0'236'16,"0"0"-165"-16,0 0 26 16,0 0 40-16,0 0 3 15,0 0-36-15,0 0-52 16,-2-1-5-16,2 1-4 16,0 0 11-16,0 0-24 0,0 0-6 15,0 0-14 1,0 0 9-16,0 0-9 0,0 0-10 15,0 0-1-15,0 0-12 16,0 0 13-16,3 1 6 16,10 8-5-16,1 1 18 15,5 0-19-15,1 1 0 16,4-1 0-16,3 1 2 16,-1-1-2-16,3 0 8 15,-5-2 0-15,3 1-1 16,-3-1-7-16,-2 0-1 15,-4-1 1-15,0-2 6 16,-6 2-6-16,-2-1 0 16,-4 0-21-16,-3-2 20 15,-1 0-8-15,-2 0-3 0,0 0 12 16,0 3 9 0,-5 2 2-16,-11 4 7 0,-4 2-8 15,-8 4 0-15,-5 2-10 16,-3 0 0-16,-4 1 0 15,-2 3-53-15,-11 4-69 16,11-5-117-16,6-5-467 16</inkml:trace>
  <inkml:trace contextRef="#ctx0" brushRef="#br0" timeOffset="-114567.95">27266 11726 121 0,'0'0'68'0,"0"0"-48"16,0 0-4-16,0 0-9 16,0 0 8-16,0 0 8 15,0 0 35-15,6 0 53 16,-6 0 10-16,0 0-30 15,0 0-9-15,0 0 0 16,0 0-12-16,0 0-2 16,0 0-15-16,0 0-21 15,2 0-15-15,-2-1-5 16,1 1-1-16,2-3 7 0,0 0-4 16,2-1 30-16,1 0-7 15,-2-1 18-15,3 0-27 16,-2-1-17-16,1 2 1 15,0-2-11-15,0 0 9 16,1 2 6-16,1-3-14 16,-1 1 37-16,-1 1-17 15,2-2-8-15,1-1 14 16,1-1-19-16,1 1 4 16,2-2 10-16,-1 0-23 15,3 0 0-15,-2-2 17 16,4 1-15-16,-4 1 12 0,2-1 7 15,-1 0-4-15,0 0 1 16,0 1-17-16,0 0 6 16,0 0 6-16,1 1-12 15,0-1 4-15,0 2-5 16,0-2 0-16,0 2 8 16,0-1-8-16,-3 1 0 15,1-1 0-15,1 1 0 16,-2 1 8-16,2-2-8 15,2 1 0-15,0-1 0 16,-1 1-2-16,1 1-4 16,-1-1 6-16,1 0 0 15,2 1 0-15,0-1 0 0,4-1-1 16,1-1 1-16,3 0 8 16,0 1-8-16,3-1 0 15,0-1-8-15,1 1 6 16,-1 1 4-16,0-1-2 15,1 0 5-15,2 2-5 16,-3-2 0-16,3 2-4 16,-1-2 4-16,0 1-9 15,2 1 9-15,2 0 0 16,-3-1 12-16,3 0-12 16,0 1 0-16,1-1 6 15,0 2-5-15,0-1 5 16,-2 1-6-16,1 0-8 15,-1 1 7-15,-1-1-4 16,2 3 5-16,-2-2 8 16,-2 2-7-16,1 0-1 0,-1 0 0 15,-3 1 0-15,1 0 9 16,-3 0-9-16,0 0 0 16,0 2-3-16,0-2 5 15,1 1-4-15,1 0 2 16,2-1 0-16,0 1-6 15,1-1-7-15,1 1 2 16,1-1 10-16,1 0 1 16,-1 2-23-16,1-2-40 15,-1 0 49-15,-2 2 14 16,1-1-1-16,-2 1 1 16,-1 1-2-16,1-1 3 15,0 1-2-15,0-2 2 16,0 1 4-16,1-1 3 0,-1 1-8 15,0 0 0-15,0 1 6 16,-2-2-6-16,-1 1 0 16,-2 1 9-16,-2 0-3 15,-1 0-5-15,0 0-1 16,-2 0 1-16,-1 0 4 16,0 0-5-16,-1 0 0 15,2 0 0-15,-2 0 1 16,3 0 6-16,1 0-7 15,0 0 0-15,1 1-1 0,4 1 2 16,1-1-2 0,0 2 1-16,2-2 0 0,-2 1-4 15,-1-1 4-15,-2 0-6 16,-5 1 6-16,-1-1 0 16,-2 1 1-16,-2-1-1 15,-3 0 2-15,1 1 1 16,-4 1-3-16,2-2-8 15,-3 0 7-15,1 2-4 16,0-2 5-16,-1 1-1 16,2-1 1-16,-2 1 0 15,1-1 0-15,1-1-3 16,-2 2-4-16,1-1-9 16,-2 2 1-16,2-2-44 0,-3 1-28 15,-2-2-45-15,1 0-123 16,-4 0-398-16</inkml:trace>
  <inkml:trace contextRef="#ctx0" brushRef="#br0" timeOffset="-111260.97">29309 14424 715 0,'0'0'247'16,"0"0"-112"-16,0 0-8 16,0 0-7-16,0 0-41 15,0 0-21-15,-14-14-28 16,14 14-17-16,0 0-1 15,0 0-11-15,-1 0 0 16,-1 0 16-16,-2 0-17 16,-1 6 0-16,-2 6-4 15,0 3 4-15,1 0 0 16,3 0-2-16,1 1 1 16,2-2-1-16,0-1 2 15,0-3-13-15,0-4 4 16,5-2-5-16,2-4-5 0,5 0-25 15,-2-3 44-15,4-11 0 16,-1-3-27-16,-1-5 25 16,0 0 2-16,-1-9-85 15,-4 5-222-15,-4 4-449 0</inkml:trace>
  <inkml:trace contextRef="#ctx0" brushRef="#br0" timeOffset="-110113.77">28910 11179 530 0,'0'0'178'16,"0"0"-15"-16,0 0-4 15,0 0-35-15,0 0-8 16,0 0-71-16,0 0 17 16,0-39-5-16,0 35-14 15,0 0 23-15,2 1-15 16,-2 2 11-16,0-1 10 16,0 2-21-16,0 0-16 15,0 0-26-15,0 0-9 16,0 0-27-16,0 0 19 15,0 0-14-15,0 3 9 16,0 5 13-16,0 4 0 0,0-1 23 16,0 2-23-16,0 1-1 15,0 0-22-15,0 2-57 16,0 7-79-16,1-3-132 16,-1-1-399-16</inkml:trace>
  <inkml:trace contextRef="#ctx0" brushRef="#br0" timeOffset="-109854.24">28958 11561 510 0,'0'0'129'0,"0"0"-69"15,0 0 63-15,0 0-6 16,0 0-37-16,-22 85 1 15,19-67-37-15,3 0-3 16,0-1-11-16,0 0-22 16,0 0-1-16,0-3 4 15,0 2-11-15,0-2-9 16,0-1-104-16,0 5-158 16,0-4-103-16,0-3 100 0</inkml:trace>
  <inkml:trace contextRef="#ctx0" brushRef="#br0" timeOffset="-109438.18">28963 11957 2 0,'0'0'213'15,"0"0"1"-15,0 0 31 16,0 0-27-16,0 0-62 16,0 91-55-16,0-71-28 15,0-2-28-15,-2 1-27 16,2-2-2-16,0 1-16 15,0-1 1-15,0-1-1 16,0 0-16-16,0-1-117 16,2 1-86-16,3 0-39 15,1-1 20-15,-1 0 134 16,1 2 65-16,-1 0 36 16,-2 0 3-16,-2 1 0 15,-1-2 23-15,3 2 42 16,-3-1 13-16,0 3-6 15,0 0 22-15,0 1-6 0,0 2-36 16,-4-1 9-16,1 2-2 16,-2-1-7-16,2 1-18 15,0-1-15-15,0 0-9 16,1 1 1-16,1 2-11 16,1-1-12-16,0 10-110 15,0-6-231-15,1-4-52 0</inkml:trace>
  <inkml:trace contextRef="#ctx0" brushRef="#br0" timeOffset="-109166.33">29021 13102 77 0,'0'0'144'16,"0"0"-92"-16,0 0 50 15,0 0 73-15,0 0-70 16,0 0-36-16,-18 80-27 16,18-68-11-16,0 1 0 15,0-2 37-15,0 1-32 16,0 2-27-16,0 0 7 16,1 2-2-16,2 0-8 15,0-2-5-15,0 0-1 0,3-2-46 16,5 2-148-1,-4-1-119-15,1-4-14 0</inkml:trace>
  <inkml:trace contextRef="#ctx0" brushRef="#br0" timeOffset="-109008.89">29058 13501 232 0,'0'0'240'0,"0"0"-80"16,0 0 38-16,0 0-68 15,-6 95-56-15,5-70-31 16,1 2-14-16,0 2-18 15,0 1-11-15,0 2 16 16,0-3-16-16,0 1-38 0,7 5-98 16,0-9-112-1,3-3-75-15</inkml:trace>
  <inkml:trace contextRef="#ctx0" brushRef="#br0" timeOffset="-108746.96">29148 14067 211 0,'0'0'137'0,"0"0"-97"16,0 0 146-16,0 0-76 15,0 0-22-15,-12 85-11 16,9-68-25-16,0 0-29 16,1-1-14-16,2 1-9 0,0-1-90 15,0 1-70 1,8-4-103-16,-1-2 17 0</inkml:trace>
  <inkml:trace contextRef="#ctx0" brushRef="#br0" timeOffset="-108661.45">29185 14428 618 0,'0'0'203'0,"0"0"-125"15,0 0 20-15,0 0 20 16,0 0-36-16,0 0-70 15,-45 72-12-15,45-66-106 16,0-2-199-16,6-4-344 0</inkml:trace>
  <inkml:trace contextRef="#ctx0" brushRef="#br0" timeOffset="-107069.27">28864 11005 684 0,'0'0'153'16,"0"0"-75"-16,0 0 28 15,0 0 53-15,0 0-51 16,0 0-22-16,0 0-53 16,-9-3 1-16,8 3 0 15,-1 0-2-15,-1 0-13 16,-1 7-6-16,-3 6 0 15,0 2 19-15,3 1-18 16,-1-1-6-16,4 1 1 0,1-3 0 16,0-2-9-1,0-1-2-15,6-3 2 0,3-3 0 16,3-3 0-16,-2-1-3 16,2 0 3-16,0-9 50 15,0-7 1-15,-2-1-31 16,-4-3-11-16,-3-1 4 15,-3-1 6-15,0 1-17 16,0 1 11-16,-6 1 6 16,-7 3 26-16,-1 3 17 15,0 3-23-15,-1 3-9 16,2 3-5-16,0 2-13 16,4 2-12-16,2 0-15 15,3 0-50-15,1 7-103 0,1 6-78 16,2-2-300-16,0-2-328 15</inkml:trace>
  <inkml:trace contextRef="#ctx0" brushRef="#br0" timeOffset="-105965.39">28642 9927 494 0,'0'0'257'16,"0"0"-66"-16,0 0 12 15,0 0-55-15,0 0-41 16,0 0-24-16,0 0-48 16,0 0 1-16,0 0-1 15,0 1-17-15,0 3-8 0,-2 5-3 16,2 5 18 0,-1 5 51-16,-2 6-34 0,0 6-4 15,-3 3 2-15,-1 4-24 16,-1 3-2-16,2 1-13 15,0 1 0-15,0-6 6 16,3-2-7-16,3-9-16 16,0-6-18-16,0-8-66 15,2-12-61-15,6 0-99 16,-1 0-604-16</inkml:trace>
  <inkml:trace contextRef="#ctx0" brushRef="#br0" timeOffset="-105631.85">28697 9846 626 0,'0'0'232'0,"0"0"-204"16,0 0 113-16,0 0 34 15,0 0-31-15,0 0-43 16,0 0 10-16,51 0-52 16,-39 9-29-16,-2 1-3 15,-2 1-8-15,-1 2-10 16,-4 1 6-16,-2 0-13 0,-1 1 13 16,0 3 13-16,-3-3-9 15,-10 1 10-15,-2-1-3 16,-4 0-4-16,-3 0 3 15,-1-1-25-15,-1-1-29 16,3-4-21-16,5 0-56 16,4-2-76-16,8-2-104 15,4-2-231-15,0-2 30 0</inkml:trace>
  <inkml:trace contextRef="#ctx0" brushRef="#br0" timeOffset="-105157.22">29046 9871 776 0,'0'0'187'0,"0"0"15"15,0 0 18-15,0 0-35 16,0 0-38-16,0 0-32 16,0 0-37-16,-28-25-22 15,26 25-15-15,-1 0-18 16,-3 0-22-16,-3 13 20 16,-4 4-21-16,-1 4 9 15,0 2-3-15,0 4 4 0,1 0 4 16,2 2-14-16,1 2 1 15,3 2 7-15,4-1-8 16,3-2 0-16,0-1-2 16,0-2-5-16,8-4-21 15,4-2-42-15,5-4-68 16,-1-6-8-16,14-6-74 16,-3-3-416-16,-3-2-217 0</inkml:trace>
  <inkml:trace contextRef="#ctx0" brushRef="#br0" timeOffset="-104083.92">29122 9992 512 0,'0'0'209'0,"0"0"-27"16,0 0 93-16,0 0-94 15,0 0-72-15,0 0 8 0,0 0-96 16,-8-38-12 0,16 32 17-16,3 0 7 0,-1 4-27 15,3 0-6-15,1 2 0 16,1 0 2-16,-2 0-2 15,2 7 9-15,-3 3-8 16,-3 3-1-16,-3 1 0 16,-2 1 2-16,-4 4 31 15,0-1 15-15,0 2-18 16,-10 0 5-16,0-1 0 16,-1-2 3-16,-1-1-4 15,3-3-26-15,2-2-7 16,1-4 5-16,5-2-6 15,1-2 0-15,0-3-43 16,0 0-40-16,5 0 52 16,7 0-5-16,5-1-36 15,-1-12 18-15,5-2-8 0,-1-5 60 16,-1-3-31-16,-3-2 33 16,-5 1 17-16,-2 0 6 15,-5 1 9-15,-2 5 8 16,-2 4 18-16,0 3 22 15,0 4 5-15,0 1-6 16,0 5-9-16,0-1-20 16,0 2-10-16,0 0 3 15,0 0-28-15,-2 0-8 16,1 0-7-16,-1 0-7 16,-1 12 7-16,0 2 1 15,-1 3 5-15,2 2 6 16,-1 2-12-16,3 1 0 15,0 0-5-15,0 0-2 16,0 0 7-16,8-4-9 0,1-1-7 16,5-3 7-16,3-3-47 15,4-4 12-15,1-2-72 16,2-5-26-16,0 0 8 16,0-2 5-16,-5-8-156 15,-2-1-13-15,-4-3 298 16,-4 2 48-16,-4-3 82 15,-2 1 37-15,-2 3-37 16,-1 2 24-16,0 4 31 16,0 2-12-16,0 2-80 15,0 1-38-15,0 0-33 16,0 0-6-16,0 0-16 0,0 0-27 16,0 0 27-16,-1 7 22 15,-4 4-20-15,2 6 14 16,2 1-16-16,-1 2 1 15,2 0 7-15,0-2-8 16,6-2-13-16,8-4 11 16,3-3 2-16,6-3 0 15,-1-6-13-15,2 0-23 16,1-3-29-16,-4-11-17 16,-3-4 68-16,-5 0 14 15,-6-1 12-15,-6-1-12 0,-1-1 1 16,-3 1 25-16,-10 3 16 15,-2 3-12-15,-3 6-8 16,3 2 19-16,-1 4-41 16,4 2-4-16,4 0-48 15,2 0-97-15,3 6-34 16,3 4-112-16,0-2-71 16,4-1-251-16</inkml:trace>
  <inkml:trace contextRef="#ctx0" brushRef="#br0" timeOffset="-103858.59">29886 10011 816 0,'0'0'267'0,"0"0"-44"16,0 0 24-16,0 0-33 15,0 0-88-15,0 0-76 16,0 0-41-16,-6 9-2 15,0 4 0-15,-1 2 14 16,-1 4-20-16,-1-3 5 16,3 1-6-16,2-4 0 15,4-1 0-15,0-4-49 16,0-1-134-16,1-7-88 16,7 0-380-16,2 0-147 0</inkml:trace>
  <inkml:trace contextRef="#ctx0" brushRef="#br0" timeOffset="-103286.52">30058 9836 140 0,'0'0'1050'0,"0"0"-877"16,0 0 53-16,0 0-29 15,0 0-77-15,0 0-51 16,0 0-55-16,-5-10-14 15,2 23 0-15,-3 7 1 16,-1 3 6-16,1 3-6 16,0 3 9-16,1 1 3 15,4-3-12-15,1-1-1 0,0-2 9 16,0-4-9 0,4-5-6-16,5-4-4 0,1-2 1 15,3-8-9-15,-1-1-35 16,2 0 42-16,2-11-32 15,1-7 2-15,-1-6 18 16,-2-3-8-16,-2-3 31 16,0 0 7-16,-4-2 7 15,-4 3-13-15,-1 4 43 16,-3 3-10-16,0 8 24 16,0 7 10-16,0 4-23 15,0 3-30-15,0 0-15 16,0 0 0-16,0 0 13 15,0 0-13-15,0 11-2 16,0 6 2-16,-4 5 22 0,1 3-4 16,-1 3 0-16,0 2 11 15,-2 2 23-15,2 2-27 16,1 3-3-16,-2-1-3 16,4 0-7-16,-2-3-1 15,1 0-11-15,2-4-5 16,0-4 4-16,0-1-23 15,0-3-73-15,0-4-38 16,0 0-148-16,0-6-54 16,2-6-486-16</inkml:trace>
  <inkml:trace contextRef="#ctx0" brushRef="#br0" timeOffset="-102849.66">30338 10090 464 0,'0'0'834'0,"0"0"-735"16,0 0 27-16,0 0 77 15,0 0-37-15,0 0-76 16,0 0-58-16,0-3-13 16,0 3-18-16,0 0-1 15,0 10 0-15,-1 5 8 16,-4 3-8-16,4 1 0 15,1-3 0-15,0 1 1 16,0-3-1-16,1-2-7 16,7-2 2-16,2-5 5 0,2-3 0 15,0-2 0-15,3 0 5 16,-3-13-4-16,1-4-2 16,-4-3 16-16,-3-2-12 15,-4-4 6-15,-2 2 0 16,0 0 10-16,-2 5 9 15,-5 3 1-15,-1 5 27 16,1 4-9-16,2 4-38 16,2 3-9-16,2 0-10 15,-1 0-46-15,-1 3-16 16,3 8-35-16,0 0-98 0,0 1-65 16,5-4-216-1,4-4-163-15</inkml:trace>
  <inkml:trace contextRef="#ctx0" brushRef="#br0" timeOffset="-102535.52">30635 9967 1114 0,'0'0'238'15,"0"0"-186"-15,0 0-9 16,0 0 74-16,0 0-56 15,0 0-31-15,0 0-9 16,0 32 12-16,0-12 29 16,0 2-14-16,0 2-6 0,-2 1-5 15,1 0-14-15,-1-3-7 16,1-1-15-16,1-5-1 16,0-5 0-16,0-3-100 15,0-5-87-15,0-3-177 16,1 0-366-16,4-5 318 0</inkml:trace>
  <inkml:trace contextRef="#ctx0" brushRef="#br0" timeOffset="-102133.63">30817 9789 871 0,'0'0'215'0,"0"0"-145"15,0 0 53-15,0 0 7 16,0 0 78-16,0 0-97 16,0 0-44-16,1-54-58 15,10 50 37-15,4 1-21 16,0 0-17-16,-3 3 11 16,0 0-18-16,-3 0 4 15,-3 0-4-15,0 0 24 16,-2 7-7-16,-1 0 2 15,-3 3-4-15,0 1 25 16,0 4-1-16,-5 2-2 16,-8 3 6-16,0 3-10 15,-2 1-3-15,1 0-16 0,1 1-14 16,4-1 17 0,2-1-18-16,3 0-2 0,3-2-7 15,1-1 9-15,0-3 0 16,1-2-15-16,12-1 0 15,4-3 14-15,5-4-42 16,4-3-4-16,6-2-34 16,14-2-74-16,-7-3-77 15,-8-5-460-15</inkml:trace>
  <inkml:trace contextRef="#ctx0" brushRef="#br0" timeOffset="-101811.53">30850 9928 1086 0,'0'0'193'16,"0"0"-121"-16,0 0 9 15,0 0 27-15,0 0 40 16,0 0-120-16,0 0-28 16,12-1 35-16,7 1-9 15,4 0-10-15,1 3-16 16,2-2 1-16,0 2 14 15,1 0-15-15,-1-2 0 16,3 1-29-16,-2-1-59 16,11 2-127-16,-6 0-399 15,-4 0-24-15</inkml:trace>
  <inkml:trace contextRef="#ctx0" brushRef="#br0" timeOffset="-101496.08">31345 10000 1038 0,'0'0'288'0,"0"0"-189"16,0 0 39-16,0 0 41 15,0 0-26-15,0 0-84 16,0 0-33-16,0 6-25 16,-3 1-2-16,-5 3 5 15,0 1-2-15,0 5-12 16,2-1 16-16,2 1-15 15,0 0 14-15,4-1-15 0,0-1 7 16,0-4-7 0,5-2-5-16,6-3 5 0,0-4 29 15,3-1-9-15,0 0-11 16,-1-10 3-16,-1-5 13 16,-3-3-3-16,-3-2-5 15,-5 0-9-15,-1 0 16 16,0 0-5-16,-4 2-7 15,-3 3 13-15,-1 6-14 16,2 2-10-16,1 1-1 16,4 3-37-16,1 2-41 15,0 1-67-15,0-4-96 16,11 0-399-16,-1-2-273 0</inkml:trace>
  <inkml:trace contextRef="#ctx0" brushRef="#br0" timeOffset="-101186.23">31685 9664 1113 0,'0'0'191'0,"0"0"-184"15,0 0 31-15,0 0-5 0,0 0 15 16,0 0 35-1,0 0 1-15,80 68-21 16,-60-38-33-16,-3 4 7 16,-5 4 2-16,-6 6-18 0,-6 2-7 15,0 5-5-15,-35 22-9 16,0-11-80 0,-7-10-264-16</inkml:trace>
  <inkml:trace contextRef="#ctx0" brushRef="#br0" timeOffset="-98835.2">28394 14575 137 0,'0'0'217'0,"0"0"-75"16,0 0-7-16,0 0 45 15,0 0-28-15,0 0-55 16,0 0-53-16,0 0-16 15,0 0-19-15,0 0 2 16,0 0 4-16,0 0-14 16,0 0 8-16,0 0-9 15,0 0 1-15,0 0-1 16,0 0-44-16,0 0-67 16,0 0-133-16,0 0 30 15,11 0 54-15,0 0-40 16,-1-2 113-16</inkml:trace>
  <inkml:trace contextRef="#ctx0" brushRef="#br0" timeOffset="-94448.55">27738 11305 95 0,'0'0'60'0,"0"0"-33"16,0 0 8-16,0 0-12 15,0 0-12-15,0 0-1 16,0 0-4-16,-6 0-5 16,6 0 26-1,0 0 1-15,0 0-12 0,0 2 4 16,0-1-11-16,0 1 1 16,-1 0-2-16,1 3 1 15,-2-1-3-15,0 2 5 16,1-2-10-16,-1 2 0 15,2-2 9-15,0 0-4 16,0-1 6-16,0-2-11 16,0 1 1-16,0-1 13 15,0 1-6-15,0-1 12 16,0-1-1-16,0 0-4 0,0 1 7 16,2-1-21-16,1 0 28 15,0 0 0-15,1 0 34 16,1-1 31-16,1-5-28 15,-2 1 22-15,1-2-5 16,-2-1 45-16,0 3-74 16,1-1 13-16,-4 2-22 15,0 0 12-15,0 2 35 16,0 1 4-16,0 1-43 16,0 0-25-16,0 0-16 15,0 0 6-15,0 0 22 16,-4 0-25-16,-2 0-16 15,0 7 1-15,-2 3-5 0,2 1 4 16,-1 2-10 0,4-2 8-16,1-2-4 0,2-2 5 15,0-2-13-15,0 0-2 16,3-3-16-16,6 0-6 16,0-2-60-16,2 0-13 15,0 0-98-15,3-7-176 16,-5-2-147-16,0 1 338 0</inkml:trace>
  <inkml:trace contextRef="#ctx0" brushRef="#br0" timeOffset="-92679.65">28088 11211 574 0,'0'0'166'16,"0"0"-76"-16,0 0 37 0,0 0 20 15,0 0-38-15,0 0-61 16,0 0-19-16,0 0-3 15,0 0 9-15,0 0 1 16,0 0-10-16,0 0 6 16,0 4-2-16,0 3-8 15,-4 0-3-15,-1-1 9 16,2-1-28-16,2 0 1 16,-1-1 3-16,0-1-4 15,2 0 0-15,0-2-19 16,0 1-27-16,0-1-28 15,0-1-160-15,0 0-254 16,2 0 111-16</inkml:trace>
  <inkml:trace contextRef="#ctx0" brushRef="#br0" timeOffset="-92196.45">28088 11211 146 0,'44'-11'535'0,"-44"9"-343"15,0 1 64-15,0 1-56 16,0 0-49-16,0 0-54 16,0 0-53-16,0 0-22 15,0 0-2-15,0 0-17 16,0 0 4-16,0 0-7 16,0 0-1-16,0 0-5 15,0 0-1-15,0 0 6 16,0 4 0-16,0 0-11 15,0 1-63-15,0-4-9 16,4 0-39-16,2-1-64 0,0 0-75 16,0 0 25-16,0 0 94 15,1 0 143-15,-2-1 19 16,-1-3 98-16,2-2 1 16,4-1-118-16,1 0 24 15,1-1 51-15,1-1-62 16,-2 2 23-16,-3 3 48 15,-4 1-11-15,-2 1 34 16,-2 2 46-16,0 0 9 16,0 0-50-16,0 0-45 15,-2 0-14-15,-2 0-47 16,-2 5-6-16,-1 3-1 16,0 2-19-16,0 2-109 0,2 2-116 15,2-2-72-15,0-2-318 16</inkml:trace>
  <inkml:trace contextRef="#ctx0" brushRef="#br0" timeOffset="-91702.93">28582 11186 570 0,'0'0'292'15,"0"0"-94"-15,0 0-33 16,0 0-35-16,0 0-81 16,0 0-28-16,0 0-21 15,0-4-92-15,6 1-144 16,6 1-165-16,-1-1-92 0</inkml:trace>
  <inkml:trace contextRef="#ctx0" brushRef="#br0" timeOffset="-91410.26">29355 11136 166 0,'0'0'806'16,"0"0"-738"-16,0 0-52 0,0 0-7 15,0 0 46-15,0 0 17 16,0 0-36-16,-3 10-28 15,3-9-5-15,0 1-3 16,0 1-60-16,0-2-317 16,5-1-162-16</inkml:trace>
  <inkml:trace contextRef="#ctx0" brushRef="#br0" timeOffset="-91153.52">29689 11125 327 0,'0'0'165'0,"0"0"-93"0,0 0 4 16,0 0-4-16,0 0 9 16,0 0-11-16,0 0-33 15,5 17-21-15,1-15-16 16,12-2-68-16,-2 0-232 15,0 0-197-15</inkml:trace>
  <inkml:trace contextRef="#ctx0" brushRef="#br0" timeOffset="-90987.63">30028 11100 489 0,'0'0'199'0,"0"0"-58"0,0 0-32 15,0 0-21-15,0 0 12 16,0 0-40-16,0 0-38 16,6 0-22-16,6 0-30 15,-2 0-226-15,2 0-354 16</inkml:trace>
  <inkml:trace contextRef="#ctx0" brushRef="#br0" timeOffset="-90823.13">30481 11142 104 0,'0'0'162'0,"0"0"-108"0,0 0-13 16,0 0-22-16,0 0-11 16,0 0 4-16,0 0-12 15,55 21-35 1,-38-21-123-16</inkml:trace>
  <inkml:trace contextRef="#ctx0" brushRef="#br0" timeOffset="-90600.44">30854 11207 176 0,'0'0'117'0,"0"0"-56"16,0 0 35-16,0 0 86 15,0 0 22-15,0 0-61 16,0 0-64-16,2 1-53 16,-1-1-26-16,-1 0 0 15,0 0-50 1,2 0-102-16,2 2-37 0,-1-1 8 16,1 0-93-16</inkml:trace>
  <inkml:trace contextRef="#ctx0" brushRef="#br0" timeOffset="9051.23">26859 8488 38 0,'0'0'164'16,"0"0"-89"-16,0 0-30 15,0 0 8-15,0 0 73 16,0 0-12-16,0 0-45 16,0 0-11-16,0 0-5 15,0 0 11-15,0 0-4 16,0 0-22-16,0 0 7 0,0 0 10 15,0 0-5-15,0 0 8 16,0 0-1-16,0 0-18 16,0 0 16-16,0 0-16 15,0 0-16-15,0 0-4 16,0 0-7-16,0 0 14 16,0 0-18-16,2 0 8 15,-1 0 5-15,-1 0 1 16,2-2-6-16,-2 2-16 15,1 0 8-15,-1-1-8 16,2 1 0-16,2-2 0 16,-1 0 5-16,0 0-5 15,1-2-8-15,2 0 8 16,2-2 29-16,2-2-13 16,2 0-9-16,-1-2-6 0,2 2 14 15,-1-2-14-15,0-1-1 16,0 0 0-16,0 0 0 15,0-1 5-15,0-1-5 16,2 1 0-16,-1 0 5 16,0 1-4-16,0 0-1 15,1-2 0-15,1 2 0 16,-2-2 6-16,3 2-6 16,-2-2 0-16,2 0 5 15,-1-1-5-15,3 2 0 16,0-2-2-16,0-1 2 15,0 1 1-15,-2 1-1 16,1 1 0-16,-2 1 5 0,-3-1-5 16,1 3 0-16,-2 0 0 15,0 1 0-15,-3-1 1 16,1 0-1-16,0 1 0 16,1-2 7-16,-1 2-7 15,0-2-1-15,3-1 1 16,-1-1 0-16,2 0 0 15,-1 0 0-15,0 1 0 16,3 0 8-16,-5 1-8 16,3 1-2-16,-2 0-7 15,-2 0 9-15,3 2 2 16,-3-1-2-16,0 0 0 0,0 0 7 16,3-2-7-16,1 0 0 15,2-1-1-15,-1-2 1 16,2 2 0-16,-3 0 0 15,2-1 0-15,-1 1 5 16,-1 0-5-16,-1-1-1 16,0 1 1-16,0 2 0 15,-2-3 1-15,1 2-1 16,1 2 0-16,-3-2 5 16,0 1-5-16,1 1 0 15,-1-1-1-15,-1 1 1 16,2 0 1-16,-3-2-1 15,2 1 1-15,1-1 0 0,0 0-1 16,0 0 0-16,-1-1-1 16,3 0 1-16,-1 0 1 15,-1 0-1-15,3-1 0 16,-1 1 1-16,3-1-1 16,-1 3-1-16,2-3-1 15,-2 2 2-15,0 1 1 16,-2 0-1-16,1-1 0 15,-2 2-3-15,0-1 9 16,-2 1-7-16,2-1 2 16,0 1-1-16,0-1 8 15,2-1-8-15,-1 1-1 16,1-1 0-16,-1 0 1 16,-1 0-1-16,0 2 1 15,-1-1 0-15,-1 1 0 0,-1 0 0 16,-2 1 1-16,0 0 6 15,0 2-7-15,-1-1 0 16,-1 2-1-16,1 0 1 16,-2 1 1-16,0-1-1 15,0 1 0-15,1 0 0 16,-1-1 0-16,2 1 0 16,-1 0-1-16,0-1 1 15,1 1 0-15,-2-1 0 16,2 1-2-16,-2 0 2 15,0 0 0-15,-2 3-1 16,-1-1-11-16,2 1-14 0,-2 0-26 16,0 0-31-16,0 0-52 15,1 0-64-15,-1 0-334 16,0 0 197-16</inkml:trace>
  <inkml:trace contextRef="#ctx0" brushRef="#br0" timeOffset="9749.27">28079 7257 611 0,'0'0'227'16,"0"0"-131"-16,0 0 7 0,0 0 29 16,0 0-11-16,0 0-41 15,0 0-41-15,0 0-24 16,0 0-7-16,2 0-2 16,2-1 36-16,5-1-16 15,5 0 6-15,-1-3 2 16,6 1 1-16,-2-1-15 15,2-1 5-15,2-1-3 16,-3 1-16-16,3-3 4 16,1 1 4-16,-1-1-13 15,2 0 15-15,-1-3-16 16,-1 1 2-16,1 0 10 16,1 0-10-16,-5 1-2 15,0 0 5-15,-2 3-4 16,-6 1-2-16,-2 3 0 15,-2 0 1-15,-3 3-7 16,-3 0 4-16,0 0-6 0,0 0 9 16,0 0-16-16,0 0-3 15,0 0 9-15,0 0 10 16,0 3 15-16,0 1-14 16,0 5 9-16,0 1 7 15,0 3-3-15,-1 1-3 16,-3 4-9-16,0 0 4 15,-2 3 5-15,1 1-11 16,-1 0 0-16,-1-1 0 16,3 0 0-16,-1-2-22 15,4 2-134-15,-1-7-248 16,2-4-475-16</inkml:trace>
  <inkml:trace contextRef="#ctx0" brushRef="#br0" timeOffset="11436.41">26851 7220 620 0,'0'0'122'15,"0"0"-78"-15,0 0 25 16,0 0 61-16,0 0 38 15,0 0-71-15,0 0-28 16,0-8-12-16,0 8-33 16,0 0-2-16,0 0-4 15,0 0 3-15,7 0-2 16,-1 1 3-16,2 6-12 16,1 2 5-16,3 2-15 0,2 1 15 15,-1 0 1 1,3 2-10-16,1 0-6 0,4 2 7 15,3 1-7 1,4-2 1-16,3 2 5 0,4 0-4 16,2 2 14-16,2 1 0 15,1-1 8-15,-1 2-18 16,-2 2-6-16,-2 0 17 16,-1 2-16-16,-3 0 5 15,2 1-6-15,-2-2 2 16,2 1 7-16,-1 0-9 15,1 0 0-15,-2-2 0 16,0 1 0-16,-1 0 2 16,0-1-1-16,-3 1-1 0,-2-2 7 15,0 1-7 1,0 1 0-16,-2-2 4 0,2 1-4 16,1 0 0-16,1-2 0 15,4 0 0-15,0 0 0 16,4-1-9-16,-1-1 9 15,-1-1 11-15,-2-2-9 16,-3 1-2-16,-4-1 0 16,0 1 1-16,-4-1 7 15,0 0-8-15,0 1 0 16,-2 2 1-16,1-4 5 16,-1 2-6-16,-5-3 0 15,1-1 0-15,-2 0 6 0,-3-3-6 16,-2-2-1-1,0 1 0-15,-1-1 0 0,1-1 1 16,-1 2 0-16,0-2 2 16,-2 0-2-16,3-1 0 15,-2 0-16-15,-2-2-17 16,0-2-32-16,-2 1 24 16,1-3-20-16,-2 0-6 15,1 0-26-15,1 0-60 16,-2 0-115-16,0 0 37 15,0 0 45-15,0-2-45 0</inkml:trace>
  <inkml:trace contextRef="#ctx0" brushRef="#br0" timeOffset="12534.16">26864 7252 52 0,'0'0'84'16,"0"0"15"-16,0 0 25 0,0 0 48 16,0 0-42-1,0 0 3-15,0 0-21 0,-11-49 24 16,11 45-20-16,-2 1-36 16,2 2 17-16,0 1-2 15,-1 0-35-15,1 0-32 16,0 0-17-16,-2 0-11 15,-1 1 9-15,-1 9-9 16,-3 4 1-16,-1 5 15 16,-1 0-2-16,-3 2-3 15,0 1-11-15,2-2 1 16,0-2 13-16,1-4-14 16,1-2 0-16,3-2 0 15,2-1-1-15,3-3-18 16,0-3-56-16,0-2-20 0,2-1-111 15,7 0-165-15,2-3 98 16,0-8 41-16,0-4 60 16,-2 0 55-16,0-2 117 15,-3-2 0-15,-2-1 94 16,1-2-55-16,-2 4 265 16,0 2-123-16,-2 3 83 15,1 3-14-15,-1 4-102 16,1 2-68-16,2 2-12 15,-1-1-49-15,3 3 10 0,5 0-19 16,2 0 3 0,5 0 13-16,6 2 2 0,6 6-19 15,5 5 7-15,11 0-15 16,7 0 14-16,21 1-14 16,32 0-1-16,-13-5-60 15,-10-1-440-15</inkml:trace>
  <inkml:trace contextRef="#ctx0" brushRef="#br0" timeOffset="15365.06">27960 10645 90 0,'0'0'174'16,"0"0"-115"-16,0 0-4 15,0 0 46-15,0 0 4 16,0 0-25-16,2 0-28 0,-2 0-12 15,1 0 37-15,-1 0 48 16,0 0 8-16,2 0-24 16,-2 0-42-16,0 0 8 15,0 0-30-15,0 0-19 16,0 0 2-16,3 0-15 16,1 0 4-16,5 0-16 15,-2 0 18-15,5 0-2 16,2 0-4-16,-1 0-12 15,5 2 23-15,-1-2-10 16,3 0 2-16,1 0-7 16,0 2-2-16,2 1 1 15,0 2-8-15,3-1 0 16,-2 3 1-16,4 0-1 16,0 1 2-16,2 1-2 0,0-1 6 15,0 2 0 1,-2-2-6-16,-1 1 0 0,-2 0-1 15,0-1 2-15,-2 1-2 16,0-1 0-16,-3 0 1 16,0 2 7-16,1 0-7 15,-1 0 0-15,0 1 1 16,4 1-1-16,-2-1 0 16,1 0 0-16,-1 0 6 15,0 1-6-15,1-1-3 16,-4 2 3-16,2-2 0 15,-2 2-1-15,1 0 1 16,1 1 0-16,-1-1 0 0,2 3-1 16,1 1 1-1,1-1 0-15,1 2-1 0,-2-1 3 16,2-1 1-16,-2 3-3 16,-1-2 0-16,-2 0-1 15,0 1-4 1,0 0 4-16,-1 1 1 0,0 0 0 15,0-1-1-15,0 1 0 16,2 0 1-16,-2 1 3 16,2 0-3-16,1-2-5 15,-3 0-1-15,1 0 7 16,-2 1-2-16,-1 1 1 16,-1 1-1-16,0 0 1 15,4 3-6-15,-2 1 5 0,1 2 1 16,3 3 0-16,0-2-1 15,1 0 2-15,1 0-1 16,0-1 8-16,0-2-8 16,-2 1-5-16,1-3 5 15,-1-4 0-15,-1 1 1 16,-2-3-1-16,-1 1 0 16,-3-1-1-16,-3-1 4 15,1 1-3-15,-4-1 0 16,2 0 0-16,-4-2-9 15,-1 1 3-15,-1-4 6 16,-2-1 1-16,0-4-1 16,0 0-52-16,-2-2-76 0,-1-1-163 15,0 0-86 1,-1-3-169-16</inkml:trace>
  <inkml:trace contextRef="#ctx0" brushRef="#br0" timeOffset="16837.5">27977 11940 90 0,'0'0'125'0,"0"0"-89"15,0 0 3-15,0 0 55 16,0 0 26-16,0 0-34 16,0 0 2-16,0 0 32 15,0 0 3-15,0 0 4 16,0 0-11-16,0 0-66 15,0-1 5-15,4-2 8 16,0-1-1-16,2-3-11 16,0-3-37-16,4-1-13 15,1-2 16-15,1 1-17 16,3-4 0-16,2 0 0 16,2-1 1-16,1-2 0 0,2 0 0 15,0-2-1 1,2 0 6-16,0-3-6 0,1 0 0 15,2-3-1-15,1 0 1 16,1 1-1-16,-1 0-2 16,0 1 3-16,1 1 1 15,-3 0 6-15,-1 1-5 16,-2 2-1-16,0-1 0 16,0 0-1-16,-1 1 0 15,0-1 0-15,2-1 7 16,2 0-7-16,1-1 0 15,-1 2-7-15,1 0 7 16,-2 2 0-16,-1 1 0 0,-2 1-1 16,-1 1 0-1,0 0 1-15,0 0-1 0,-2 0 1 16,2 1 1-16,3 1 0 16,-1 0-1-16,3 1-3 15,3 1 1-15,1 0 2 16,-2 1-7-16,2 1 7 15,-2 0 0-15,-1 0 0 16,1 0 0-16,-1-1 0 16,0 1 0-16,-3-2 0 15,0 2-10-15,0 0-35 16,-1 0 39-16,-1-1 4 0,1 2 1 16,1 0 1-1,0 1-9-15,0-1 5 0,3-2 2 16,-2 2 1-16,0-1 0 15,2 2-1-15,-2-3 2 16,0 2 0-16,0 0 4 16,0 2-4-16,1-1 0 15,0 2 0-15,4 1 0 16,0-1 8-16,1 1-8 16,2-1 0-16,-3 0 20 15,0 1-19-15,-2-1 6 16,-2 1 2-16,2 1-2 15,1-1 3-15,-3 2-10 16,3-2-1-16,-3 0 1 16,0 2 0-16,-4-2 1 0,-2 2 0 15,-4 0 0-15,-4 0 11 16,-3 1-12-16,0 0 0 16,-3 0 0-16,-2 2 0 15,-1-1 5-15,0 1-4 16,-1 1-1-16,-2 0 3 15,0-1-3-15,0 1-10 16,0-2-61-16,0 1-270 16,0 0-447-16</inkml:trace>
  <inkml:trace contextRef="#ctx0" brushRef="#br0" timeOffset="45689.59">25612 4603 1322 0,'0'0'193'0,"0"0"-132"16,0 0-39-16,0 0 10 15,0 0 20-15,0 0 21 16,-3-43-19-16,3 39-26 16,9 0-11-16,4 1 7 15,11-1-24-15,10 1 0 16,14-1 5-16,21-3-4 15,26-1-1-15,29-4 1 16,15 1 0-16,1-1 12 16,0 2-13-16,-7 2 0 15,6-1 7-15,10 1-6 16,8 0-1-16,8-2 0 0,5 2 0 16,9-2 6-16,3 0-6 15,3-2 0-15,0 2 0 16,-1-1 0-16,-4 0-4 15,-4 0-5-15,-2 0 7 16,-5 1 1-16,-6-3-5 16,-5 0-12-16,-5-1 7 15,-13-3-16-15,-12 2 26 16,-17-1-23-16,-26 5-6 16,-24 2 16-16,-21 2-53 15,-10 3 36-15,-3-1 9 16,-2 0-19-16,-6 1 31 15,-11-1 10-15,-7 1 25 0,-1-1-25 16,0 1-2 0,-1-2-34-16,-8 0-18 0,-4 2-42 15,-1 4-94-15,1 0-145 16,4 0-227-16</inkml:trace>
  <inkml:trace contextRef="#ctx0" brushRef="#br0" timeOffset="50193.28">23545 16332 26 0,'0'0'283'15,"0"0"-202"-15,0 0-57 16,0 0-2-16,0 0 17 15,0 0 17-15,-56-23 21 0,53 23-34 16,1-1 48 0,-1 1 26-16,2 0-12 0,-2 0-41 15,0 0-44 1,-2 0-18-16,1 4 14 0,1 0-16 16,1-1 1-16,2-2 0 15,0-1 39-15,0 0 30 16,0 0-15-16,3 0 42 15,8 0-25-15,7 0-60 16,7 0 17-16,9-2-19 16,10-4 6-16,8-4-3 15,9-2-13-15,18-8 1 16,21-9 12-16,17-3-13 16,5-3-11-16,-9 2-37 15,-11 4 17-15,-16 2-154 16,-22 6-136-16,-12 4-203 0</inkml:trace>
  <inkml:trace contextRef="#ctx0" brushRef="#br0" timeOffset="50538.85">23866 16335 573 0,'0'0'521'0,"0"0"-521"16,0 0-50-16,0 0 50 15,0 0 11-15,0 0 2 16,112 7 0-16,-46-9-7 16,26-16-6-16,35-11-8 15,22-11-2-15,9-4-43 16,-37 9-181-16,-30 8-318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41:29.6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27092 2978 814 0,'0'0'164'0,"0"0"-105"16,0 0 10-16,0 0 43 16,0 0-17-16,0 0-26 15,-2 0-11-15,2 0-21 16,0 0-3-16,0 0-8 15,0 0-25-15,0-1 25 16,0-2-8-16,0-2 3 0,0-4-6 16,3-5 13-1,3-3 1-15,2-5-16 0,1-5-13 16,4-3-35-16,1-5 35 16,5-5 0-16,2-2 0 15,0-4-3-15,6-1 3 16,1 1 13-16,2-1-13 15,1 2 0-15,2-1-34 16,1 0 34-16,6-1 20 16,4-2-20-16,8-3 0 15,6-1-36-15,18-7 36 16,21-9 18-16,18-6-15 16,7 1 3-16,-4 10 14 15,-7 7 5-15,-4 6-13 16,5 1 5-16,3-1 2 0,4 0-19 15,2 3 2-15,1 1 12 16,7 2-13-16,1 4 7 16,2 2-7-16,-4 5 4 15,-4 3-5-15,-7 5 0 16,-13 7 0-16,-8 3-1 16,-8 5 0-16,-3 2-1 15,-4 2 2-15,-10 3 1 16,-12 1-1-16,-12 2-2 15,-4 1-5-15,6 0 6 16,5-2 0-16,3 2-7 16,-8 0-2-16,-6 0 9 15,-5 0-11-15,-7 0 3 16,-4 0-16-16,-6 0 9 0,-3 0-4 16,-6-3-32-16,-1 2-55 15,0-5-39-15,-3 2-264 16,-3-1-299-16</inkml:trace>
  <inkml:trace contextRef="#ctx0" brushRef="#br0" timeOffset="2093.65">28697 1589 595 0,'0'0'158'0,"0"0"-126"16,0 0 50-16,0 0-4 15,0 0-4-15,0 0 17 0,0-38-27 16,0 32-25 0,0 2 3-16,0 0 7 0,0-1-5 15,0 3-1-15,-5-1-15 16,-2 0 43-16,1 0-20 16,-1 2-24-16,-4 1-11 15,-2 0-16-15,-1 0 0 16,-3 1 16-16,0 8-15 15,-1-1 1-15,2 3-2 16,1-1 8-16,1 2-7 16,3 1-1-16,2 0 0 15,1-2-1-15,3 2 1 16,3-1-9-16,2 0-2 16,0-1 9-16,0 2-9 15,8-2-8-15,5-1-3 0,3-1 0 16,0-3-11-16,4-5 14 15,-4-1 8-15,4 0 10 16,-4-6 1-16,-3-4-14 16,-2-3 3-16,-2 1 11 15,-5-2 0-15,-2 0 2 16,-2 0 8-16,0-1 0 16,0 3 12-16,-5-1-10 15,-5 3-2-15,1 1-4 16,0 4 24-16,-1 1 4 15,1 2-15-15,1 1-3 16,0 1-2-16,0 0 1 16,-1 0-15-16,0 1 13 15,-1 8-13-15,2 3-1 16,0 3-6-16,2 2-5 0,3 0 3 16,3-1-13-16,0 1-68 15,14-1-4-15,5-5-170 16,1-4-358-16</inkml:trace>
  <inkml:trace contextRef="#ctx0" brushRef="#br0" timeOffset="6124.46">27111 2476 5 0,'0'0'116'15,"0"0"-75"-15,0 0-8 0,0 0 20 16,0 0 22 0,0 0-7-16,0 0 30 15,0 0-11-15,0 0-8 16,0 0 8-16,0 0-14 0,0 0-21 16,0 0-11-16,0 0-14 15,2 0-12-15,1-1 15 16,4-2-8-16,-1-1 27 15,0-1 9-15,2 0 5 16,2-2-12-16,-1 0-32 16,1 0-3-16,1 0 4 15,-1 1-13-15,-1-1 6 16,1 2-11-16,-1-3 11 16,-1 3-3-16,1-2 3 15,1-2 7-15,1 0 4 16,0-1-14-16,2 2 3 15,-3-2-12-15,2 2 9 0,-1 0 1 16,-1 1-11-16,2 0-5 16,-3-1 5-16,1 1 1 15,2 2-1-15,-1-3 0 16,1 1 0-16,1-1 0 16,1 1 0-16,2-3-2 15,-1 2 2-15,0-1 0 16,0-1 0-16,-1 2 0 15,-1-1 12-15,0 1-12 16,-1-1-1-16,-2 1 1 16,2 1 1-16,-3 0 0 15,0-2-1-15,3 1-9 0,-3 1 9 16,0-1 13 0,1-1-12-16,1 0-1 0,1 1 0 15,1 1 1-15,-1-2 6 16,3 1-7-16,0-1 1 15,1 1 8-15,-1 0-9 16,3 1 0-16,-3-2 10 16,3 1-10-16,0 1 6 15,0-3-6-15,0 1 0 16,-2 0 3-16,2 1-2 16,-3 0-1-16,3-2 7 15,-2 2-7-15,1-2 0 16,-2 1 0-16,2 1 0 15,-1-1 12-15,0 0-12 16,-1 1-1-16,3-2 1 0,-2 2 1 16,4 0 0-16,-3-1-1 15,0 1 2-15,2-1-1 16,-2-1 0-16,2 0-1 16,-1 0 0-16,-2 0 1 15,2 1-1-15,-3 0 0 16,3 0 2-16,-3 0-2 15,1 0-1-15,-1-1 1 16,0 2 1-16,-4-1 0 16,-1 1-1-16,0 1 2 15,0 0 4-15,-3 1-5 16,3-1-1-16,1 2 1 16,-1-2 1-16,4-2-2 0,-1 1-1 15,3-2 1-15,0 0 0 16,1-2-3-16,0 3 3 15,-1-3 0-15,-1 1 0 16,0 1 0-16,-3 0-6 16,0 2 6-16,-3 1 1 15,-2 1 5-15,-1 0-6 16,2 1 0-16,-2-1 5 16,-2 0-5-16,1 0 1 15,1 0-1-15,0-1 0 16,1 0 16-16,-1-1-16 15,0 0 3-15,2 1 15 16,0 2-18-16,1-3 0 0,2 3 0 16,4-2 1-1,-2-2 1-15,3 1-2 0,1-1 1 16,1 0 10-16,0-1-10 16,1 0-1-16,2 0 0 15,-1 0 0-15,0-1 1 16,3-1-1-16,-2 3 0 15,1-3 8-15,0 0-8 16,4 0-1-16,-4-2 1 16,5 0 1-16,0 0 13 15,0-2-12-15,0 0 6 16,1 0 8-16,0 0-16 16,0 1 7-16,2 1-6 0,0 0 7 15,1 0 3-15,1 0-11 16,1-1 2-16,-1 0 8 15,1-1-10-15,0 1 0 16,2-2 9-16,-3 1-3 16,1 1-6-16,-1-1 10 15,0 2-10-15,3-1 9 16,2-1-9-16,-1 1 7 16,1-1 0-16,0-1 11 15,1 0-8-15,-1 1-7 16,0-2 3-16,-1 1 13 15,0 2-8-15,0-1-5 16,-2 3 5-16,3-2-6 16,-3 3 3-16,-1-1 3 15,2 0-9-15,-4 0 15 16,2 1-17-16,-2-1 1 0,2 0 7 16,0 2-8-16,-2 0 1 15,1-1-1-15,-1 2 1 16,-1 1 10-16,-2 0-11 15,-3 2-1-15,-2 0 1 16,-4 2 0-16,-1 0 0 16,-6 3 0-16,-3-1 0 15,-2 1 0-15,-5 1 0 16,-2 1-11-16,0 0-5 16,0 0-18-16,0 0-26 15,0 0-6-15,0 0-1 0,0 0-31 16,0 0-40-16,0 0-146 15,-5 0-346-15</inkml:trace>
  <inkml:trace contextRef="#ctx0" brushRef="#br0" timeOffset="8941.58">25840 3412 568 0,'0'0'581'0,"0"0"-520"16,0 0-56-16,0 0 4 15,0 0 16-15,0 0 53 16,0 0-24-16,-5 0-11 16,13 0-1-16,4 0-11 15,1 0 21-15,5 0-26 0,5 0-1 16,10 0 1-1,10 0-7-15,12 0 12 0,23 0-2 16,29-7-9-16,35-2 14 16,25-3-34-16,6 0 35 15,9 0-6-15,-2 2-8 16,10 1-20-16,8 3-1 16,4 2 2-16,3 0-2 15,10 4-8-15,5-2-19 16,2 2 3-16,5-1-6 15,9-2 3-15,7-1 19 16,7-1 8-16,3-1-11 16,-4 2 5-16,-4 0-50 15,-13 0 20-15,-7 1-2 16,-13 0 8-16,-8-1-1 0,-3-1 13 16,-8 0 17-16,1-1-4 15,0-1 5-15,-7-3-2 16,-8 0-5-16,-15-1-25 15,-18-2-82-15,-17 3-40 16,-32 2-74-16,-12 1-80 16,-30 3-5-16,-22 1 46 15</inkml:trace>
  <inkml:trace contextRef="#ctx0" brushRef="#br0" timeOffset="10989.19">27232 2397 18 0,'0'0'144'0,"0"0"-68"0,0 0 21 16,0 0 14-16,0 0 7 16,0 0-31-16,0 0-37 15,2 0-14-15,-2 0-5 16,0 0-11-16,0 0 3 15,0 0 16-15,0 0 7 16,0 0 8-16,0 0 9 16,-2 0 21-16,-7 6-49 15,0 0-12-15,-3-1 10 16,-1 4-14-16,-5-1 10 16,0 2-20-16,-3 2-2 15,-1 1 6-15,-1 3-3 16,-2 2 6-16,-4 3 4 0,0 2-8 15,-3 2-2-15,-1 2-9 16,-1 1 7-16,-3 2 11 16,-2 4-18-16,-6 1 0 15,-7 6 5-15,-4 1-5 16,-9 2 0-16,-2 0-1 16,-3-2 0-16,-3-1 5 15,1 0-5-15,1-3 0 16,-2 0-4-16,1-2 4 15,0-4 0-15,1-1 1 16,4-3 0-16,4-1-1 16,6-3-3-16,8-1 3 15,4-2 2-15,10-3-2 0,5-2-13 16,6-2-15-16,7-3-15 16,6-1-72-16,5-3-13 15,6-3-86-15,0-2-133 16,10-2 121-16,6 0-9 0</inkml:trace>
  <inkml:trace contextRef="#ctx0" brushRef="#br0" timeOffset="13464.41">26641 2895 147 0,'0'0'175'16,"0"0"-45"-16,0 0 24 16,0 0 16-16,0 0-24 15,0 0-55-15,0 0-18 16,0-7-31-16,0 7-8 16,0-1 29-16,0 1-33 0,0 0-11 15,0 0 4 1,0 0-17-16,0 0 3 0,0 0-9 15,3 0 0-15,5 2 8 16,2 6-8-16,2 3 13 16,4 5 15-16,1 2-17 15,2 4 7-15,-1 7-4 16,2 3 2-16,-3 3-1 16,-2 1-9-16,-1-2-4 15,-8-1 11-15,-6 2-13 16,0-1 0-16,-15 5-21 15,-27 18-130-15,2-8-212 16,0-6-260-16</inkml:trace>
  <inkml:trace contextRef="#ctx0" brushRef="#br0" timeOffset="14797.84">32672 3020 785 0,'0'0'179'0,"0"0"-91"0,0 0 75 16,0 0 21-16,0 0-34 15,0 0-52-15,0 0-4 16,-5-15-45-16,5 15-22 15,0 0-21-15,0 0-6 16,0 0-8-16,0 0-18 16,0 0-2-16,9 3 22 15,9 6 7-15,5 2-1 16,5 2 6-16,3 1-5 16,4 0 14-16,-3 0-15 15,2-1 0-15,-6 1 11 16,-3-1-11-16,-4 1-11 15,-8-1 11-15,-4 3 0 16,-9 3 0-16,-7 2-5 16,-23 4-34-16,-46 15-15 0,4-6-195 15,-1-6-722-15</inkml:trace>
  <inkml:trace contextRef="#ctx0" brushRef="#br0" timeOffset="15823.45">28014 2612 899 0,'0'0'198'16,"0"0"-146"-16,0 0-15 16,0 0 30-16,0 0 26 15,0 0-5-15,-37 45 23 16,17-14-33-16,-5 7-22 15,-7 7-1-15,-4 3 2 16,1 2-7-16,-4-5-18 16,5-6-7-16,4-7-5 0,3-6-6 15,6-7-6 1,2-7 0-16,2-4 9 0,2-3-9 16,5-5-1-16,-2 0-1 15,5-6-6-15,-1-6-13 16,3-5 7-16,4-3-8 15,1-2 14-15,0 1 3 16,4 0-2-16,7 3 0 16,5 2 0-16,1 5-1 15,4 4 0-15,1 4-1 16,1 3 1-16,2 0-1 16,2 3-1-16,1 8 0 15,2 2 2-15,0 1-1 16,1 3-5-16,-1 0 6 0,1 0 10 15,2-2-10-15,1 0-10 16,2-5-56-16,4-3-76 16,13-6-140-16,-10-1-226 15,-7 0-152-15</inkml:trace>
  <inkml:trace contextRef="#ctx0" brushRef="#br0" timeOffset="34743.65">13179 4398 142 0,'0'0'885'0,"0"0"-730"16,0 0-142-16,0 0 35 0,0 0 14 15,0 0-30 1,32-20-13-16,-19 12-2 0,2-2 2 16,6 2-1-16,-5 1-18 15,2 3 8-15,-1 1-6 16,0 0 2-16,2 3 3 15,0 0 1-15,0 0-1 16,-1 0-6-16,3 0 8 16,0 0-7-16,-2 0 2 15,2 0-4-15,-4 0 0 16,1 0-1-16,-5-2-25 16,0 0-49-16,-7-1-171 15,-1 0-300-15,-5-1 57 0</inkml:trace>
  <inkml:trace contextRef="#ctx0" brushRef="#br0" timeOffset="34969.97">13199 4357 1126 0,'0'0'168'0,"0"0"-112"0,0 0 22 16,0 0-24-1,0 0-26-15,0 0-28 0,0 0 0 16,37 0 0-16,-4 0 1 16,9 0-1-16,8 0 0 15,22-1-81-15,-12-3-329 16,-8 0-514-16</inkml:trace>
  <inkml:trace contextRef="#ctx0" brushRef="#br0" timeOffset="39136.71">10837 4156 500 0,'0'0'205'16,"0"0"-143"-16,0 0-14 15,0 0 1-15,0 0 12 16,0 0-12-16,0 0-9 15,0 0-40-15,0 0-23 16,0 0-97-16,3 0-135 16,6 0-249-16</inkml:trace>
  <inkml:trace contextRef="#ctx0" brushRef="#br0" timeOffset="43606.25">11070 4860 660 0,'0'0'125'15,"0"0"-81"-15,0 0 36 16,0 0 83-16,0 0-28 15,0 0 1-15,0 0-51 16,-14-6 10-16,14 5-24 16,0 1 9-16,0-2-24 15,0 2-36-15,0 0-20 16,0 0-25-16,5 0-24 16,4 0 49-16,7 0 13 15,2 0 7-15,2 0-7 16,-1 0-13-16,-1 0 1 0,-2 0 19 15,-4 0-20 1,0 0 0-16,-6 2 0 0,0 0-2 16,-3 1-14-16,-1-1-4 15,-2 1-3-15,0 1 17 16,0 2 6-16,0 2 14 16,-5 4-2-16,-7 5 7 15,-6 5-2-15,-4 0-9 16,2 3-7-16,-2 2 7 15,0-1-7-15,1-2-1 16,3-5 1-16,4 0 0 16,3-5 0-16,3 0-1 15,2 0-1-15,3-1 1 16,1-1-12-16,2-2 6 16,0 0-21-16,3-3 18 15,8-2-6-15,5-3-5 0,4 0 2 16,2-2 17-16,5 0 2 15,0 0-10-15,0-6 9 16,0-1-30-16,-2-2-26 16,-1 1-92-16,3-5-79 15,-8 2-172-15,-4 2-158 0</inkml:trace>
  <inkml:trace contextRef="#ctx0" brushRef="#br0" timeOffset="44013.03">10986 5053 1060 0,'0'0'183'15,"0"0"-136"-15,0 0-36 16,0 0 24-16,0 0 25 16,0 0 8-16,0 0-54 15,5 1 4-15,8-1-11 16,5 0 31-16,10 0-12 0,5 0-11 16,3-4-7-1,3-4-7-15,5-1 8 0,0-1-9 16,-1 3-61-16,-3 0-180 15,10 0 11-15,-10 3-285 16,-9-1-38-16</inkml:trace>
  <inkml:trace contextRef="#ctx0" brushRef="#br0" timeOffset="44218.84">11686 4926 977 0,'0'0'146'0,"0"0"-94"15,0 0 3-15,0 0 35 16,0 0 20-16,0 0 19 16,0 0-63-16,-15 0-66 15,26 0 8-15,0 0-10 16,4 3 4-16,5 0 4 15,-1-1 9-15,4 1-1 16,-1-1-5-16,0-2 0 16,-2 0-9-16,-1 0 4 15,2 0-4-15,-6 0-35 0,-3 0-59 16,-2 0-110 0,-5 0-121-16,-5 0-449 0</inkml:trace>
  <inkml:trace contextRef="#ctx0" brushRef="#br0" timeOffset="44475.66">11640 5125 995 0,'0'0'210'0,"0"0"-152"15,0 0-16-15,0 0 14 16,0 0-40-16,0 0 54 15,0 0-35-15,61 4 10 16,-36-4-19-16,3 0-10 0,2 0-6 16,3 0-3-1,1 0-6-15,2 0 5 0,2 0-6 16,-2-3-21-16,1-1-66 16,9-3-122-16,-7 0-351 15,-8 0 55-15</inkml:trace>
  <inkml:trace contextRef="#ctx0" brushRef="#br0" timeOffset="45177.27">12406 4793 742 0,'0'0'186'16,"0"0"-125"-16,0 0-61 16,0 0-8-16,0 0 8 15,0 0 14-15,0 0 41 16,56 16 35-16,-35-16-28 15,1 0-27-15,-1-2 23 16,-5-7 18-16,-2-3 4 16,-4 0-33-16,-2-3-8 15,-5 1-13-15,-3-1 8 0,0-1 12 16,0 1 14-16,-3 1-6 16,-5-1 10-16,1 3-23 15,-5 3-9-15,7 1 15 16,-1 3-10-16,2 1-21 15,1 3 9-15,0 0 3 16,1 1-14-16,2 0-12 16,0 0 15-16,-1 0-17 15,-2 0-7-15,-3 8-7 16,0 10 14-16,-3 8 0 0,0 8-1 16,-1 7 1-1,2 4 0-15,1 6 0 0,-2 2 0 16,1 7-1-16,1 2 1 15,1 1 6-15,0-1-6 16,-1-1-4-16,4-1 3 16,0 0 2-16,1-4-2 15,2-2 2-15,0-6 10 16,0-6-11-16,0-5-1 16,0-8-15-16,3-3-5 15,0-8-33-15,-1-6-1 16,-1-5-32-16,-1-7-3 15,0 0 18-15,0-12-99 16,-1-9-328-16,-16-23 126 16,1 3 27-16,-1 3 86 0</inkml:trace>
  <inkml:trace contextRef="#ctx0" brushRef="#br0" timeOffset="45418.12">12228 5283 214 0,'0'0'226'16,"0"0"-22"-16,0 0 86 15,0 0-20-15,0 0-71 16,0 0-61-16,0 0-65 16,3-40-1-16,17 29-35 15,10-4-8-15,6-4-4 0,13-4 0 16,4-3-24-1,2-5 0-15,3-3-2 0,0-2-32 16,-1-3-30-16,19-13-75 16,-13 11-258-1,-8 5-456-15</inkml:trace>
  <inkml:trace contextRef="#ctx0" brushRef="#br0" timeOffset="45987.85">13018 4734 593 0,'0'0'390'0,"0"0"-254"15,0 0-45 1,0 0 71-16,0 0-86 0,0 0-40 16,0 0 3-1,-67-2-7-15,54 14-8 0,-1 3 0 16,1 5 1-16,1 3 13 16,-1 3-12-16,2 4 21 15,2 4-8-15,0 4-5 16,6 3-3-16,3 1-8 15,0 1-2-15,2-4-16 16,11-5 1-16,2-4-5 16,4-6-1-16,4-6-72 15,3-4-51-15,2-6-82 16,16-8 125-16,-6-2-195 16,-7-9-514-16</inkml:trace>
  <inkml:trace contextRef="#ctx0" brushRef="#br0" timeOffset="46652.39">13063 4863 504 0,'0'0'134'0,"0"0"95"16,0 0 14-16,0 0-65 15,0 0 1-15,0 0-72 16,0 0-67-16,-11-18-16 0,16 17-16 16,4 0 6-1,3 1 5-15,1 0-17 0,4 0 8 16,-2 0-10-16,2 0 0 16,-3 5-1-16,1 5-7 15,-5 5-6-15,-2 0 6 16,-2 4 8-16,-6 3 10 15,0 2 2-15,0 2 1 16,-3 3 17-16,-6 1-3 16,-3-2 0-16,-1-2 7 15,2-4-15-15,3-7-3 16,3-2-4-16,2-6-6 0,1-4 0 16,2-3-6-1,0 0-9-15,0 0 9 0,12-2 7 16,5-9 15-16,5-7-22 15,5-8-51-15,-2-6 3 16,-1-3-6-16,-3-4 38 16,-5 1 16-16,-4 4 6 15,-6 8 2-15,-3 6 42 16,-3 7 19-16,0 8 1 16,0 2-23-16,0 3 26 15,0 0-38-15,0 0-21 16,-3 0-6-16,-1 4-8 15,-4 12-6-15,1 6 5 16,-1 6 1-16,5 6-1 16,2 4 0-16,1 2 0 0,0-4 0 15,6 0-6-15,12-6-1 16,2-5-2-16,3-4-6 16,5-4-83-16,2-6-16 15,3-5 25-15,0-5 1 16,13-1-44-16,-10-5-142 15,-8-7-439-15</inkml:trace>
  <inkml:trace contextRef="#ctx0" brushRef="#br0" timeOffset="46952.57">13630 4981 322 0,'0'0'232'0,"0"0"-124"0,0 0 1 16,0 0 16-16,0 0 14 16,0 0-4-16,0 0-20 15,-3 25 14-15,3-9-23 16,-1 1-39-16,-2 3-23 16,0-1-3-16,-2 4-11 15,-1-3 0-15,3 0-6 16,-2-2-18-16,4-3 0 15,-1 1-4-15,2-3-2 16,0-2-1-16,0-2-83 0,5-5-112 16,10-4-133-16,1 0-341 15,-2-4 180-15</inkml:trace>
  <inkml:trace contextRef="#ctx0" brushRef="#br0" timeOffset="47860.3">13939 4782 1033 0,'0'0'156'0,"0"0"-101"16,0 0-20-16,0 0 58 16,0 0-18-16,0 0-33 0,0 0-18 15,-32 23 12-15,25 0 2 16,3 6 4-16,-1 2-8 15,2 1-1-15,3 1-4 16,0-1-13-16,0-1-1 16,0-1 8-16,0-3-15 15,9-5 0-15,4-3-8 16,-1-5-1-16,5-6-8 16,-1-5 8-16,2-3 1 15,2 0 41-15,0-15-24 16,1-7-7-16,-3-5-8 0,0-5-2 15,-1-6 13-15,-4-1-12 16,-3-1-1-16,-2 3 16 16,-2 5-8-16,-3 5 22 15,-3 8 1-15,0 7 1 16,0 5 20-16,0 4-27 16,0 3-9-16,0 0 1 15,0 0-4-15,0 0 0 16,0 0-13-16,0 4-1 15,-2 9 0-15,-1 8 0 16,-4 7 1-16,1 8 1 16,0 3 5-16,-3 6 1 15,-1 2-7-15,1-1 1 16,-1 0 10-16,2-3-11 0,0-2 0 16,4-3 2-16,1-1-2 15,1-3 1-15,2-5 0 16,0-2-1-16,0-4 0 15,2-6-23-15,4-6-49 16,3-4-57-16,2-4-67 16,8-3-35-16,-2-4-295 15,0-9-272-15</inkml:trace>
  <inkml:trace contextRef="#ctx0" brushRef="#br0" timeOffset="48615.77">14340 5109 700 0,'0'0'203'0,"0"0"5"16,0 0 15-16,0 0-81 16,0 0-46-16,0 0-35 15,0 0-19-15,-49 10-4 16,38 3 4-16,0 4-6 16,2 1 2-16,2 5-6 15,3-2-12-15,2 0 1 16,2-4-12-16,0-3-2 0,3-4-7 15,10-6-16-15,3-4 16 16,0 0 17-16,4-4 11 16,-2-10-1-16,-2-4-16 15,-4-5 3-15,-5-1 16 16,-4-2-5-16,-3 0-6 16,0 3 5-16,-1 3 2 15,-8 5 30-15,3 5-15 16,0 4-8-16,0 5-28 15,0 1-5-15,0 0-8 16,3 0-20-16,0 0-50 16,3 0-31-16,0 1-52 15,0 2-15-15,12-3-19 16,3 0-597-16,-1-5 230 0</inkml:trace>
  <inkml:trace contextRef="#ctx0" brushRef="#br0" timeOffset="48755.2">14548 4730 901 0,'0'0'137'16,"0"0"-98"-16,0 0-13 16,0 0-19-16,0 0 29 15,0 0-2-15,0 0 9 16,69-7 3-16,-53 16 2 15,1 6 10-15,-3 2-14 16,-1 1-4-16,-2 5 3 16,-4 0-14-16,-2 4 13 15,-2 3 25-15,-3 2-10 0,0 5 17 16,0 2-7 0,-11 4-29-16,-2-2-5 0,-2 0-25 15,4-3-7-15,1-3-1 16,4-2-25-16,3 6-177 15,0-8-183-15,2-7-775 0</inkml:trace>
  <inkml:trace contextRef="#ctx0" brushRef="#br0" timeOffset="58679.87">19752 11050 770 0,'0'0'190'16,"0"0"-135"-16,0 0-26 16,0 0 7-16,0 0-7 15,0 0 48-15,-5 0 34 16,5 0-48-16,0 0-5 15,0 0-13-15,0 0 3 0,0 0 3 16,0 0-19 0,0 0 0-16,2-1-2 0,6-1-22 15,6-1 34-15,5 2-16 16,5-2-10-16,8 0 9 16,4 1-18-1,5 0-1-15,1 2 18 0,5-1-22 16,1 1 6-16,7 0-7 15,5 0 6-15,19 0 3 16,18 0-10-16,21 0 0 16,9 0 9-16,-5 0-9 15,-10 0 0-15,-12 0-2 16,-8 0 1-16,-15 0-1 0,-15 0-40 16,-14 0-6-1,-5 0 18-15,6 0-8 16,7 0-4-16,5-4-29 0,-4 0-13 15,-4-2 1-15,-5 0-69 16,3-1-220-16,-14 1 49 16,-7 1 2-16</inkml:trace>
  <inkml:trace contextRef="#ctx0" brushRef="#br0" timeOffset="70153.33">20366 10747 302 0,'0'0'83'16,"0"0"-65"-16,0 0-7 15,0 0-4-15,0 0-1 16,0 0 3-16,-1 0-9 16,-1 0-13-16,1 0-88 15,-1 0-150-15</inkml:trace>
  <inkml:trace contextRef="#ctx0" brushRef="#br0" timeOffset="71723.1">9863 4467 1045 0,'0'0'72'0,"0"0"-71"15,0 0-1-15,0 0 35 16,0 0 11-16,0 0 57 16,0 0-39-16,92-49-26 15,-71 43 5-15,1 3-15 16,3 1-9-16,1 2-2 15,4 0-11-15,2 0 20 16,-1 0-17-16,6 1-8 16,-3 3 15-16,1 1-16 15,-1-1 0-15,0-1 10 16,-2-2-9-16,-4-1-1 16,-6 0 0-16,-5 0-12 15,-8 0-49-15,-5-4-106 16,-4-3-94-16,0 1-409 0</inkml:trace>
  <inkml:trace contextRef="#ctx0" brushRef="#br0" timeOffset="71990.7">10014 4366 78 0,'0'0'258'16,"0"0"-170"-16,-102 0-21 15,71 0 65-15,5 0 34 16,13 0 9-16,6 0-40 15,7 0-25-15,0 0-77 16,4 0-26-16,11 0 67 16,6 5-26-16,3 4-15 15,6-1-2-15,5 2-8 16,4-1-1-16,4-2-9 16,5 1-3-16,3-1 8 15,9 0-18-15,1 0-1 0,22 3 1 16,-16-2-246-16,-13-1-883 15</inkml:trace>
  <inkml:trace contextRef="#ctx0" brushRef="#br0" timeOffset="76520.28">11044 5504 825 0,'0'0'125'0,"0"0"-108"15,0 0-17-15,0 0-1 16,0 0-44-16,0 0-85 16,3 5-173-16,6-4 57 0</inkml:trace>
  <inkml:trace contextRef="#ctx0" brushRef="#br0" timeOffset="80227.81">22300 13493 895 0,'0'0'161'15,"0"0"-103"-15,0 0-24 16,0 0 68-16,0 0 12 16,0 0 15-16,0 0-15 15,-14-11-44-15,14 11-16 16,0 0-16-16,0-2-38 15,5 1 0-15,5-1 26 16,9 2-9-16,8 0-6 16,5 0-11-16,5 0-9 15,3 0 2-15,3 7 6 16,1 0-20-16,25 4-43 16,-11-2-118-16,-5-2-342 0</inkml:trace>
  <inkml:trace contextRef="#ctx0" brushRef="#br0" timeOffset="95485.71">19089 13268 377 0,'0'0'124'0,"0"0"-25"16,0 0 56-16,0 0 2 15,0 0-21-15,0 0-39 16,-13-24 4-16,13 23-21 15,-2 1 11-15,2 0-40 16,-1 0-20-16,1 0-4 0,0 0-15 16,0 0-4-1,0 0-8-15,0 0-1 0,0 0 0 16,0 0-22 0,3 0 17-16,10 0 6 0,5 0 7 15,6 4-2-15,7-1 8 16,7 0-1-16,6-1-12 15,7-2 0-15,3 0 13 16,2 0 0-16,4 0-7 16,-2 0-6-16,-1 0-66 15,-5-1-62-15,9 0-136 16,-12-1-221-16,-11 1 97 0</inkml:trace>
  <inkml:trace contextRef="#ctx0" brushRef="#br0" timeOffset="95861.14">18980 13364 111 0,'0'0'159'0,"0"0"-75"16,0 0 22-16,0 0-29 16,0 0-41-16,0 0 17 15,0 0 37-15,33 0-12 16,-11 0-2-16,8 0 5 16,8 3-22-16,6 4-22 15,7 0-10-15,9 2-5 0,17 1-11 16,29 2-11-1,-15-2-182-15,-9-2-546 0</inkml:trace>
  <inkml:trace contextRef="#ctx0" brushRef="#br0" timeOffset="102063.21">19153 13316 199 0,'0'0'116'0,"0"0"-116"0,0 0-75 16,0 0 10-16,0 0 55 15,21-7 2-15,-14 6 8 16,6 0 0-16,-2 1-7 16,0-2-52-16</inkml:trace>
  <inkml:trace contextRef="#ctx0" brushRef="#br0" timeOffset="112755.7">9715 12062 208 0,'0'0'203'0,"0"0"-145"16,0 0 27-16,0 0 28 15,0 0 4-15,0 0 0 16,-9-20 1-16,8 16-4 15,-1 1-33-15,1 0-37 16,-1 2-25-16,1-1-2 16,-2 2-16-16,1 0 15 15,1 0-16-15,-1 0-4 16,-1 0-14-16,-4 2 1 16,2 6 8-16,-2 2 9 15,1 0 0-15,0 0-1 16,0 0 1-16,2 0 0 15,-1-1 1-15,-1 3 0 16,3-1-1-16,3 0 0 0,0 1-1 16,0-2-25-1,0 0 5-15,6-3-31 0,5-2-14 16,2-2-27-16,0-3 69 16,5 0 22-16,0-1-105 15,0-12 107-15,1-2-21 16,-4-3-29-16,-4 0-22 15,1 1-37-15,-9-2-102 16,-3 5 12-16,0 1-9 0</inkml:trace>
  <inkml:trace contextRef="#ctx0" brushRef="#br0" timeOffset="116468">9473 11255 3 0,'0'0'12'16,"0"0"-11"-16,0 0 9 15,0 0-3-15,0 0 10 16,0 0 15-16,0 0 26 16,-1-3 7-16,-2 1-11 15,2 2-16-15,1-1 22 16,-2 1 4-16,2 0-37 16,0 0-14-16,0-1 5 15,0 1-17-15,0 0 31 0,0-2 17 16,0 2 16-1,0-1-23-15,0-1-22 0,0-1-20 16,0 2 7-16,0-2 15 16,0 0 1-16,-1 2-17 15,1-2 7-15,-2 0 4 16,1 0-4-16,1 1 13 16,-2-1 22-16,2 0 2 15,-1-1 5-15,1 1 4 16,0 0 15-16,0 1-7 15,0 0-11-15,0 2-4 16,0 0-1-16,-2 0-28 16,2 0 12-16,0 0-10 0,-3 0-13 15,3 0-12-15,0 0-37 16,0 10 37-16,0 2 10 16,0 4 2-16,0 4 4 15,0 4-16-15,0 5 10 16,0 5 4-16,0 6-8 15,0 2-5-15,0 1 14 16,0-4-14-16,3-2-1 16,2-6 1-16,-1-4 0 15,2-4-1-15,0-5-9 16,-2-4-20-16,2-5-77 16,-3-4-110-16,2-5-69 0,-2 0-34 15,-3-10 53-15</inkml:trace>
  <inkml:trace contextRef="#ctx0" brushRef="#br0" timeOffset="116860.55">9408 11240 222 0,'0'0'241'15,"0"0"-154"-15,0 0 4 16,0 0 26-16,0 0-12 0,0 0-57 16,0 0 36-1,40-78-41-15,-22 66 3 16,0 2-11-16,-3 2-5 0,1 2-4 16,-4 5 21-16,-2 1-23 15,-5 0 10-15,1 0 2 16,-1 3-26-16,-2 5 16 15,-2 5-6-15,-1 1 14 16,0 3-11-16,0 0-4 16,0 1 7-16,-9 0-19 15,1 2-2-15,-5 0-5 16,0 0-14-16,-2-1-39 16,-3 7-76-16,3-5-277 15,3-5-113-15</inkml:trace>
  <inkml:trace contextRef="#ctx0" brushRef="#br0" timeOffset="118832.65">9793 10988 431 0,'0'0'100'15,"0"0"63"-15,0 0 0 16,0 0-9-16,0 0-12 16,0 0-25-16,0 0 2 15,-8-21-17-15,5 21-35 16,0 0-13-16,-1 0-25 16,1 0-2-16,1 0-11 15,-2 0-7-15,-1 0-8 0,1 8-1 16,-2 5-9-1,-3 6 8-15,3 3 1 0,0 4 0 16,0 6-7-16,3 0 7 16,3 2 0-16,0-1-5 15,0-1 5-15,6-1-6 16,9-1 1-16,3-2 4 16,1-3-42-16,5-1-61 15,0-2-2-15,10-6-90 16,-5-6-164-16,-4-6-248 0</inkml:trace>
  <inkml:trace contextRef="#ctx0" brushRef="#br0" timeOffset="119912.74">9861 11064 886 0,'0'0'133'0,"0"0"-86"16,0 0 29-16,0 0 6 16,0 0-12-16,0 0-46 15,0 0 5-15,17-43 3 16,-1 37-1-16,2 0-31 15,-1 5 0-15,-1 0-6 0,-4 1 6 16,0 0 10-16,-3 0-10 16,0 7-13-16,-1 3 12 15,-2 3-12-15,-4 3 13 16,1 2 22-16,-3 2 1 16,0 3-4-16,0-1-6 15,0-1-3-15,0-1 17 16,-3-3-18-16,3-4-9 15,0-2-1-15,0-4-3 16,0-3 1-16,6-1-10 16,5-3-12-16,2 0 11 15,0-7-128-15,2-8-172 0,-1-6 93 16,-5-2 79 0,-1-3-12-16,-5 1 149 0,-3-2 5 15,0 2 62-15,0 2 15 16,0 2 34-16,-7 4 22 15,0 3 6-15,1 4-1 16,0 3-13-16,3 3-38 16,0 1-31-16,1 3-12 15,1 0-21-15,-1 0-13 16,2 0-10-16,0 0 0 16,0 5-7-16,0 7 7 15,0 4 6-15,0 2-6 16,0 2 1-16,0 0 5 0,3 0 6 15,5 0-1 1,2-1-10-16,2-4-1 0,0-2 1 16,3-3-1-16,-2-3 0 15,1-4 0-15,2-3 0 16,-4 0-42-16,1 0-32 16,-2-9-83-16,0-2 80 15,-3-2 69-15,-2 1 16 16,-1 0 0-16,-2 4 35 15,-3 2 8-15,0 3-22 16,0 3-23-16,0 0-6 16,0 0-51-16,0 3 51 15,1 7 15-15,1 0-1 16,1 0-2-16,0 1-11 16,6-1-1-16,-2 0 19 0,1-2-9 15,3-2 9-15,0-3-19 16,1-2 17-16,1-1-5 15,1 0-12-15,-1-6-8 16,-1-5-70-16,-3-3 78 16,0 0 15-16,-3-1-5 15,-6-1 23-15,0 2 6 16,0 2-17-16,0 1 11 16,-5 3 12-16,-5 2 11 15,1 3-11-15,2 2 17 16,-5 1-40-16,4 0-20 15,1 5-2-15,-1 5-1 0,4 0 1 16,0 3-9-16,2-2 9 16,2 1-13-16,0-2 1 15,0-1-21-15,3-3-31 16,9-2-21-16,-2-3 23 16,8-1-57-16,-3-1-117 15,-2-7-405-15</inkml:trace>
  <inkml:trace contextRef="#ctx0" brushRef="#br0" timeOffset="120391.3">10470 10893 42 0,'0'0'101'16,"0"0"-16"-16,0 0 54 15,0 0-38-15,0 0 13 16,0 0-12-16,0 0 2 16,82 8-20-16,-73-3-19 15,2 2-10-15,-3 5-18 16,-2 0 73-16,-1 4-30 16,-4 0-32-16,-1 3-12 15,0 0-1-15,0-1-17 0,0-3-3 16,0-2-14-1,-1-5 0-15,-1-4-1 0,2-2-67 16,0-2-211-16,0 0-93 16,0-6 0-16</inkml:trace>
  <inkml:trace contextRef="#ctx0" brushRef="#br0" timeOffset="121063.97">10625 10631 705 0,'0'0'224'16,"0"0"-35"-16,0 0-13 15,0 0-49-15,0 0-45 16,0 0-5-16,0 0-45 16,-7-6-32-16,7 6-3 15,0 4-4-15,0 9 7 16,0 3 0-16,0 4 0 16,6 1 4-16,3 0-2 15,1-1 5-15,-1-2-5 16,5-1 4-16,-1-3 9 15,-1-4-15-15,-3-3 0 0,6-3 0 16,-5-4 2-16,2 0-3 16,-3-4 1-16,0-9-14 15,-3-4-11-15,0-2-6 16,-3-4 31-16,-2-1 0 16,-1-1 1-16,0-1 7 15,0-1-7-15,0 0 12 16,0 4 19-16,-3 4 5 15,0 8 22-15,-1 5 28 16,3 3-30-16,-1 3-38 16,1 0-13-16,1 0-6 15,0 0-12-15,0 10 1 0,0 6 11 16,0 4 10 0,1 5-10-16,4 2 8 0,0 1-7 15,0 2 10-15,-2 1 1 16,1 1-10-16,1-1-2 15,-2 0 15-15,4-1-15 16,-4-5 0-16,2-3-1 16,-2-4 0-16,-2-2-11 15,2-5-66-15,-1-3-110 16,1-2-49-16,-2-4-44 16,1-2-390-16</inkml:trace>
  <inkml:trace contextRef="#ctx0" brushRef="#br0" timeOffset="121477.78">10870 10675 696 0,'0'0'163'0,"0"0"35"16,0 0-4-16,0 0-57 15,0 0-10-15,0 0-81 16,0 0-20-16,0-8-26 15,0 8 0-15,0 7 0 16,0 6 1-16,6 3 12 16,0 4 4-16,3-2-17 15,1 1 0-15,1-5 9 16,2-2-9-16,1-4 0 0,0-3-9 16,0-5 9-16,1 0 16 15,-3 0-14-15,-2-10-1 16,-1-3 12-16,-5-2 3 15,-2-2-10-15,-2 1-6 16,0 1 35-16,-8-1 3 16,-3 4-7-16,0 3-2 15,2 2 27-15,-1 6-28 16,1 1-28-16,3 0-7 16,0 0-10-16,2 8-20 15,1 2-43-15,1 3-56 16,2 1-85-16,0-3-265 15,0-2-134-15</inkml:trace>
  <inkml:trace contextRef="#ctx0" brushRef="#br0" timeOffset="121893.3">11156 10583 702 0,'0'0'84'0,"0"0"-19"16,0 0 25-16,0 0 30 16,0 0 1-16,0 0-25 15,0 0-22-15,54 2-57 16,-46 7-12-16,-1 2-5 16,-1 5 0-16,-2 0 2 15,-1 2 17-15,-3-1-3 16,0 1-5-16,0-2-10 0,0-4 0 15,0-2-1 1,0-4-118-16,0-3-187 0,5-3-95 16,-1 0 61-16</inkml:trace>
  <inkml:trace contextRef="#ctx0" brushRef="#br0" timeOffset="122422.1">11237 10328 172 0,'0'0'534'15,"0"0"-420"-15,0 0 55 0,0 0 10 16,0 0-56-16,0 0-47 16,0 0-21-16,-8-74-15 15,19 66 14 1,-1 2-52-16,2 2 35 0,-1 3-15 15,-2-1-4-15,-1 2-10 16,0 0 4-16,-2 0 8 16,-1 0-20-16,-1 4-2 15,2 5 2-15,-3-1 8 16,0 5-7-16,-2 2 31 16,-1 3 3-16,0 1-3 15,0 2-4-15,0 3-3 16,0 0-13-16,0 0 1 15,0 1-13-15,5-2 0 16,2-1-1-16,1-4 2 16,2-3-2-16,1-2-8 0,-1-3 9 15,2-2 0-15,2-2-6 16,-1-3-63-16,-1-3-26 16,7-3-46-16,-5-8-133 15,-4-2-647-15</inkml:trace>
  <inkml:trace contextRef="#ctx0" brushRef="#br0" timeOffset="122881.42">11207 10455 1129 0,'0'0'158'0,"0"0"-141"15,0 0-17-15,0 0-27 16,0 0 27-16,0 0 27 15,0 0 18-15,60 0-3 16,-34 0-32-16,4 0 5 16,0-6-9-16,0 0-6 15,0-2-30-15,-3-1-85 16,3 1-194-16,0 0 95 16,-2-1-166-16,-1 2 180 15,-5 3 134-15,0 0 66 16,-5 1 17-16,-5 1 18 15,-6 2 102-15,-5 0-33 16,-1 0 148-16,0 0-31 16,0 0-68-16,0 5-8 0,-4 3-22 15,-5 1-48 1,6 2-22-16,-2 0-14 0,2 1-19 16,2 3-4-16,1-2-7 15,0-1-2-15,0 0-7 16,4-2 1-16,7-4-1 15,4-3 1-15,-2-3 15 16,2 0-16-16,-1-1-82 16,-1-12 2-16,-4-2 28 15,-5-4 10-15,-2 1-52 16,-2-2 12-16,-3 2 30 16,-11 0 46-16,-5 0 6 15,-2 4 36-15,2 2-6 16,-4 2-20-16,3 2-10 15,1-1-101-15,6 4-508 0,6-3 240 16</inkml:trace>
  <inkml:trace contextRef="#ctx0" brushRef="#br0" timeOffset="123137.32">11611 10040 905 0,'0'0'115'0,"0"0"-62"0,0 0-36 16,0 0-8-16,0 0 27 15,0 0 58-15,0 0-2 16,65-4-63-16,-51 16-28 16,0 5 12-16,-2 4-13 15,0 6 0-15,-3 6 0 16,-3 4 11-16,-3 6-11 15,-3 23-11-15,0-9-324 16,-5-8-526-16</inkml:trace>
  <inkml:trace contextRef="#ctx0" brushRef="#br0" timeOffset="125637.51">20009 16998 456 0,'0'0'319'16,"0"0"-199"-16,0 0-71 0,0 0 46 15,0 0 59 1,0 0-50-16,0-17-49 0,0 16-40 16,0 1 15-16,0 0-30 15,0 0-19-15,0 0-10 16,0 0 18-16,5 1 2 15,6 5-42-15,15-3-118 16,-2 0-198-16,1-3-208 0</inkml:trace>
  <inkml:trace contextRef="#ctx0" brushRef="#br0" timeOffset="134140.81">18717 13816 867 0,'0'0'158'16,"0"0"-106"-16,0 0-25 16,0 0 27-16,0 0 8 0,0 0 21 15,-82-50-24-15,69 43 14 16,-2 3-24-16,0 3-26 15,-1 1-9-15,-1 0-13 16,-2 0-1-16,-3 5 1 16,-1 8-1-16,-2 3 0 15,-2 5 0-15,-1 3 0 16,-4 4 0-16,-1 6 0 16,-1 3 0-16,-2 2 0 15,-1 4 0-15,3 3 0 16,1 2 0-16,2 4 0 15,4 0 8-15,6 2-8 16,1 0 0-16,8-1 1 16,5 1 8-16,4 1-3 15,3-3 1-15,0 2-6 0,6-3 11 16,10 1 1-16,7-3 3 16,6 2 19-16,7-2-9 15,6-2-11-15,9-3-14 16,7-5 6-16,6-4-7 15,3-6 7-15,5-8-6 16,1-6 9-16,-3-5-10 16,-4-6-13-16,-8-4-19 15,-6 0 3-15,-8-16-15 16,-5-13 44-16,4-19 13 16,0-25 2-16,6-26-15 15,-4-12 25-15,-9 1-19 16,-11 8 4-16,-13 16 12 15,-8 13-15-15,-4 15 0 16,0 13-7-16,0 5 0 0,-8-7 15 16,-4-4-15-16,-5-6 3 15,-4 5 6-15,-3 1-8 16,-2 6 6-16,-4 4-7 16,-5 6-20-16,-3 8 19 15,-1 5-29-15,-4 8 29 16,-1 9-6-16,-2 5-34 15,3 0-33-15,-11 26-19 16,11 4-127-16,7 1-310 0</inkml:trace>
  <inkml:trace contextRef="#ctx0" brushRef="#br0" timeOffset="155308.46">10434 13707 67 0,'0'0'30'0,"0"0"16"0,0 0 35 16,0 0-15-16,0 0 6 15,-1 0-14 1,-1 0-36-16,2 0-11 0,-3 2-11 16,-1-1 1-16,1 3 14 15,0-1-15-15,3 0 0 16,0 0-18-16,0 0-34 15,0 0-5-15,0-2-20 16,0-1-15-16,6 0 53 16,0 0-9-16,-2 0 40 15,-1 0 7-15,0 0 1 16,0 0 1-16,0 0-1 16,-1 0-54-16</inkml:trace>
  <inkml:trace contextRef="#ctx0" brushRef="#br0" timeOffset="155511.54">10434 13707 80 0,'21'22'144'16,"-21"-22"-104"-16,-3 0-32 15,-1 2-7-15,-2 3 5 16,0-1-6-16,1 2-22 16,-2-2 15-16,4 0 6 15,0 0 0-15,3 2 1 16,-2-1-33-16,1-1-18 15,1 1-31-15</inkml:trace>
  <inkml:trace contextRef="#ctx0" brushRef="#br0" timeOffset="157032.72">10452 13790 71 0,'0'0'36'15,"0"0"23"-15,0 0 7 16,0 0-22-16,0 0-7 0,0 0 22 15,0 0-4 1,-65 44 9-16,54-35-8 0,-4 0 7 16,2 3-32-16,-1-1-7 15,-4 0-5-15,2 1-2 16,1-1 1-16,-1-2-5 16,1-1 5-16,0-2 37 15,1-1 12-15,2 1-24 16,-1-1-10-16,1 1 14 15,-3 1-21-15,3 0-13 16,-4 3-12-16,4 2 15 16,-3 0-16-16,-3 2 6 15,2 0-6-15,-1 0 1 16,-2 1 8-16,2-1-9 16,-2-1 0-16,2-1 0 15,0 1 0-15,-1-4 1 0,3 3-1 16,-1-2 1-16,-1 0 8 15,2-2-9-15,2 2 0 16,-5-1 5-16,4 1-5 16,0-2 0-16,-3 0 0 15,1 2 9-15,-1-1-8 16,-2-1 5-16,1 2-6 16,-3 0 10-16,0 1-4 15,0 1-4-15,-4-1 7 16,-2 1 11-16,2 1-4 15,-1 1-3-15,1 1-3 16,1-1 21-16,0-2-30 16,2 2 7-16,1-1-8 0,0 0 10 15,3-1 0-15,0 0-9 16,-1 1-1-16,1-2 15 16,-2 0-14-16,1 0-1 15,1 2 1-15,-3 0 1 16,1 0 8-16,-3-1-10 15,4 1 0-15,-5 1 8 16,2 0-7-16,-1 0 0 16,-1 0 0-16,2 2 5 15,0-1-5-15,0 2 0 16,2 0-1-16,-4 2 12 0,4-1-12 16,-5 0 0-1,3 0 2-15,-4 1-2 0,0 1 7 16,-3 0-7-16,-2-1 0 15,2 1 3-15,-3 1-3 16,-1 0 0-16,6-1 0 16,0-1 0-16,2 1 5 15,1-1-5-15,2-2 0 16,3 0 4-16,0-2-4 16,4-1 0-16,-1-2 0 15,2-1 0-15,0-2 6 16,0 1-6-16,-1-2 0 15,2 0 5-15,-2 1-5 0,1-1-1 16,-2 2 1 0,1 1 0-16,-3-1-1 0,2 3 1 15,-4-2 0 1,1 3 0-16,-5 0 0 0,2 0 0 16,-4 2 0-16,4 0 0 15,1-2 0-15,0-2 0 16,3 1 1-16,2-1 4 15,-2 0-5-15,3 1 0 16,-1-2-5-16,1 1 5 16,0 0 0-16,0-1 0 15,0-1 0-15,0 1 3 16,3 1-3-16,-3-1 0 16,0 1 6-16,0-1-6 0,2 0-1 15,-5 2 1-15,4-2 1 16,-3 1 3-16,0 1-4 15,-1-1 0-15,1 1 1 16,0-2 8-16,1 1-9 16,1 1-7-16,-3 0 7 15,6-1 0-15,-3 0 0 16,3-1 0-16,0-2 12 16,0 0-12-16,2-2 6 15,-1 2-6-15,2-4 0 16,2 1 4-16,1-2-4 15,3 0-13-15,0-2 13 16,1 1-2-16,1 0 2 16,-2-2-1-16,2 2 1 15,-1-2-1-15,1 2 1 0,-1-1-1 16,1-1 1-16,-1 0 0 16,-1 1-1-16,0-1 1 15,3 1 0-15,0-2 0 16,0 0-25-16,0 0-153 15,12-5-415-15,1-5 273 0</inkml:trace>
  <inkml:trace contextRef="#ctx0" brushRef="#br0" timeOffset="157989.1">7963 15203 85 0,'0'0'504'0,"0"0"-407"0,0 0-65 16,0 0-8-16,0 0 48 15,0 0 27-15,0 0-37 16,0-1-30 0,0 1-21-16,0 0 22 0,0 0 12 15,0 0 15-15,0 2-29 16,-7 7 19-16,1 2-3 15,-3 2-15-15,0 0-3 16,-3 0 2-16,0 3 9 16,-2 0-3-16,0 2-18 15,-1 1 5-15,-1 1-14 16,-2 0-2-16,3 2-8 16,-1-3 8-16,2 0-7 15,-1-1-1-15,5-3 1 0,-1 0 5 16,1-1-6-1,4-3-1-15,0 0 1 0,0-1 1 16,3-2 0-16,0 1-1 16,-1 0 0-16,2-1 0 15,1-1 0-15,1-1-2 16,0-2 1-16,0-1-5 16,0 0-1-16,0-2-5 15,0 1 12-15,0-2-1 16,0 0-4-16,0 0 4 15,0 0 1-15,0 1 0 16,3 0 2-16,2 1-2 16,1-1 7-16,2 1 12 15,-1-2-19-15,2 0 9 16,3 0-6-16,-1 0 0 0,2 0-2 16,-1 0-1-16,4-3 37 15,-1 0-7-15,0-1-9 16,0 0-13-16,0-1 0 15,0 1 2-15,6-2-1 16,0-1-2-16,3 0 3 16,1-1 16-16,5-1-24 15,-2-1 7-15,-1 2 6 16,3 0-15-16,-2-1 0 16,-4 2-1-16,2 1 1 15,-4 1-1-15,0 0 1 0,-4 3 0 16,0-3 4-1,0 2-4-15,-2 1 0 0,-2 0-6 16,2-1-12-16,-2 3-26 16,5 0-68-16,0 0-111 15,-7 0-590-15</inkml:trace>
  <inkml:trace contextRef="#ctx0" brushRef="#br0" timeOffset="176804.7">19103 17057 12 0,'0'0'404'0,"0"0"-298"16,0 0-75-16,0 0 9 16,0 0 68-16,0 0 61 15,-8 0-8-15,8 0-69 16,0 0-32-16,0 0-24 15,0 0-12-15,0 0-6 16,0 0-4-16,0 0-9 16,0 0-5-16,9 0 0 15,4 0 12-15,4 0-2 16,5 0 7-16,5 0-16 16,4 0 20-16,5 0 11 15,5 0-6-15,6 0-5 0,5 0-4 16,2 0-15-1,6 2 7-15,4 3-8 0,4 1-1 16,13 3 1-16,19-4 1 16,20-2-2-16,5-3 10 15,-6 0-10-15,-7-8-1 16,-17-4 0-16,-2 2-6 16,-18 6-6-16,-14 4-35 15,-17 0-36-15,-5 1-25 16,2 11-64-16,18 10-107 15,-7-1 23-15,-10 2 39 0</inkml:trace>
  <inkml:trace contextRef="#ctx0" brushRef="#br0" timeOffset="179780.97">21988 17166 697 0,'0'0'100'16,"0"0"-61"-16,0 0 4 15,0 0 101-15,0 0 0 16,0 0-56-16,-12-6-16 16,12 6-30-16,0 0-15 15,0 0-27-15,0 0 0 16,3 0 0-16,9 0 1 15,5 6 18-15,6 1-12 16,7 0 5-16,4-1 5 16,9-1-17-16,4 1 46 15,6-4-12-15,6 1-14 16,2 0-3-16,1-3-9 0,4 0-1 16,1 0-6-16,15 0 5 15,12 0-6-15,-6 0-19 16,-10-1-73-16,19-1-80 15,-32 2-316-15,0-1-82 0</inkml:trace>
  <inkml:trace contextRef="#ctx0" brushRef="#br0" timeOffset="191853.11">20056 4203 400 0,'0'0'226'16,"0"0"-226"-16,0 0-16 16,0 0 16-16,0 0 0 15,0 0-23-15,0 0-7 16,0 0-51-16,1 0-94 15,2 0-61-15</inkml:trace>
  <inkml:trace contextRef="#ctx0" brushRef="#br0" timeOffset="192899.3">20051 4220 360 0,'0'0'620'16,"0"0"-542"-16,0 0-40 15,0 0 76-15,0 0 2 0,0 0-20 16,0 0-12 0,-10 0 8-16,10 0-60 0,9 0-24 15,1 2 1-15,7 0 13 16,3 1-13-16,2-1 7 15,3-2-8-15,2 0-8 16,-1 0 2-16,1-7 15 16,-4-5-3-16,-2 1 6 15,-5 0-19-15,-6 0-2 16,-2-2 2-16,-5 0 2 16,-1 0 21-16,-2-1-13 15,0 0-5-15,0 2 10 16,0 1-15-16,-7 1 15 15,1 3-1-15,2 1 16 0,-1 3 16 16,1 3-18-16,0-1-16 16,2 1 27-16,2 0-30 15,-1 0 1-15,-1 0-10 16,-1 5 0-16,-1 9 0 16,-1 7-1-16,-3 9 0 15,1 6 14-15,1 3-11 16,0 8 4-16,0 0 4 15,2 6-4-15,-2 2 11 16,3 1-17-16,0 2-1 16,3-3 15-16,0-3-15 15,0-5-1-15,0-8 0 16,0-8 1-16,6-7-1 0,1-5-5 16,-1-7-62-1,-1-3-43-15,-1-5-68 0,-4-4-100 16,0 0-219-16,0-10-271 15</inkml:trace>
  <inkml:trace contextRef="#ctx0" brushRef="#br0" timeOffset="193114.17">20032 4603 1187 0,'0'0'204'0,"0"0"-163"16,0 0-22-1,0 0 1-15,0 0 69 0,0 0 13 16,0 0-6 0,85-30-38-16,-51 13-30 0,2-4 0 15,4-3-16-15,4-4-2 16,0-3-10-16,1-2-6 16,1 1-11-16,8-12-151 15,-11 10-368-15,-8 5-394 0</inkml:trace>
  <inkml:trace contextRef="#ctx0" brushRef="#br0" timeOffset="193356.12">20608 3885 1190 0,'0'0'147'0,"0"0"-98"16,0 0-19-16,0 0 8 16,0 0 10-16,0 0-10 15,0 0-18-15,-2 12-4 16,1 7 34-16,-1 4-2 16,-2 4-22-16,-2 3-10 15,0-1-9-15,2 1-7 16,1 10-53-16,1-11-192 15,2-3-496-15</inkml:trace>
  <inkml:trace contextRef="#ctx0" brushRef="#br0" timeOffset="194055.53">20666 4473 205 0,'0'0'525'0,"0"0"-480"16,0 0 27-16,0 0 177 0,0 0-3 15,0 0-34-15,0 0-138 16,-6-14-43-16,10 4 20 15,3 2-21-15,-1 2-11 16,2 2 0-16,-3 1 5 16,1 3-24-16,0 0-3 15,0 0 3-15,2 10 25 16,-1 4-15-16,-3 7 16 16,-2 4-2-16,-2 5 5 15,0 2 0-15,-2 1-14 16,-7-1-2-16,0-4 0 15,0-3-2-15,3-5-10 16,2-8 0-16,1-5 11 16,3-3-12-16,0-4-2 15,0 0-20-15,10-7-3 0,6-9 9 16,6-7-10 0,-2-3-17-16,1-3 17 0,-3 1 26 15,-5 2 0-15,-2 3 0 16,-5 5 13-16,-3 7 12 15,-1 4 35-15,-2 4-3 16,0 2 0-16,0 1 2 16,0 0-38-16,0 0-2 15,0 0 2-15,-3 5-10 16,-3 7 3-16,-2 4-13 16,2 4 11-16,-1 3 7 15,2 2-11-15,4 1-7 0,1 0 18 16,0 0-18-1,1-1 6-15,12-4-7 0,3-2 0 16,6-4-1-16,3-5-9 16,8-4-51-16,3-6-17 15,25-3-73-15,-9-13-118 16,-7-1-763-16</inkml:trace>
  <inkml:trace contextRef="#ctx0" brushRef="#br0" timeOffset="194649.31">21382 4141 910 0,'0'0'242'0,"0"0"-124"16,0 0 72-16,0 0-40 15,0 0 3-15,0 0-49 16,0 0-47-16,-36 13-13 16,26 3-23-16,-3 3-4 15,0 5-5-15,3 5 5 16,1 2 5-16,3-1-16 0,2 3 2 16,2-1-1-1,2-2-7-15,0-1 0 0,5-4-16 16,8-4 16-16,2-1 7 15,6-6-7-15,1-4-40 16,5-4-25-16,18-6-128 16,-8-9-1-16,-4-7-534 0</inkml:trace>
  <inkml:trace contextRef="#ctx0" brushRef="#br0" timeOffset="195622.07">21592 4256 485 0,'0'0'824'15,"0"0"-822"-15,0 0 76 16,0 0 20-16,0 0-56 16,0 0-32-16,0 0 35 15,2-41-20-15,13 38-5 16,0 3 5-16,3 0-12 15,-3 0-12-15,1 4 20 16,-4 9-8-16,1 2 7 16,-2 7 2-16,-5 1 16 15,-5 6 24-15,-1 2-20 16,0-2-11-16,0-2 1 16,-3-3-11-16,-1-5 2 0,1-7-13 15,1-4-4 1,2-3 2-16,0-5-8 0,0 0-1 15,2 0-23-15,10-12 24 16,6-7-1-16,0-6-44 16,2-7-42-16,1 0 11 15,-4-2 13-15,1 0 56 16,-5 2 7-16,-3 5 0 16,-2 6 18-16,-5 5 8 15,-2 8 31-15,-1 5 44 16,0 2-35-16,0 1-20 15,0 0-7-15,0 0-20 16,0 0-6-16,0 11-13 0,-1 4 8 16,-4 5 10-1,2 4-6-15,0 0-3 0,2 1 7 16,1 0-3-16,0-1 2 16,0-2-15-16,10-2 1 15,3-3 5-15,3-4-6 16,0-3-1-16,5-6-15 15,3-3-15-15,0-1-2 16,0 0-36-16,0-10 36 16,-2-3 8-16,-1 1-21 15,-6 0 11-15,-6 4 16 16,-2 2 19-16,-4 3 10 0,-3 3-1 16,0 0 4-1,0 0 26-15,0 0-22 0,0 0-10 16,0 6 5-16,0 7-2 15,-3 2 13-15,-1 4-16 16,4-1 1-16,0-1 5 16,0-2-13-16,0 0 0 15,12-4 1-15,1-4-1 16,6-3 0-16,0-4 0 16,1 0 0-16,3-2 3 15,-5-10-3-15,-1-1-16 16,-4-2 16-16,-5 1 1 15,-5-2 11-15,-3 2 0 16,0 0-11-16,-6 1 31 16,-7 2-11-16,-1 4 14 0,1 1-4 15,1 5-10-15,3 1-6 16,0 0-15-16,5 0-1 16,2 0 1-16,1 0-27 15,1 3-7-15,0 2-57 16,0 2-36-16,0 0-61 15,9-1-39-15,3-3-102 16,-2-3-531-16</inkml:trace>
  <inkml:trace contextRef="#ctx0" brushRef="#br0" timeOffset="196604.1">22555 4292 978 0,'0'0'197'0,"0"0"-83"0,0 0-22 16,0 0-1 0,0 0 17-16,0 0-24 0,0 0-23 15,1-3-15-15,-1 3-32 16,0 0 10-16,0 0-11 16,0 7 4-16,2 8 26 15,-2 2 17-15,0 5-13 16,0 3-22-16,0 1-10 15,0 0 10-15,0-4-19 16,0-1-5-16,0-5 0 16,0-4 0-16,0-4-1 15,7-6-24-15,4-2-52 16,1 0 0-16,2-10-40 16,3-7-43-16,1-4-28 15,1-3 92-15,-2-3 43 16,-1-1-43-16,-2 0 47 0,-3 4 48 15,-3 3 78-15,-2 6 31 16,-3 7 24-16,-3 5 7 16,0 2-19-16,0 1-16 15,0 0-29-15,0 0-16 16,0 0-32-16,0 0-9 16,0 0-10-16,0 5 1 15,0 7 10-15,0 2-2 16,0 3-6-16,0 2 21 15,0 0-16-15,0 1-7 16,0 0-9-16,0 0 7 16,6-1 1-16,2-1-2 15,2-1-6-15,0-1 9 0,3-3-10 16,-1-3-2-16,2-5 1 16,1 0 0-16,1-5 0 15,4 0-18-15,-1-3-7 16,1-9 20-16,-1 1-15 15,-3-2-7-15,-2 2 8 16,-7 2 19-16,-2 5 0 16,-4 3-4-16,-1 1 3 15,0 0 2-15,0 0 0 16,0 8 0-16,-6 8 0 16,-3 5 0-16,-2 6 14 15,-2 4-12-15,0 6 7 16,-2 2 13-16,3 2-22 15,3 1 6-15,3-1 8 0,5-1-3 16,1-2-5-16,0-5-6 16,0-4-9-16,8-5 1 15,0-6-31-15,-2-5-78 16,-1-6-154-16,-2-4-134 16,-3-3-561-16</inkml:trace>
  <inkml:trace contextRef="#ctx0" brushRef="#br0" timeOffset="197424.9">23143 4434 780 0,'0'0'227'0,"0"0"-155"16,0 0 58-16,0 0 47 15,0 0-3-15,-36 77-19 16,30-57-56-16,4-2-46 16,2-1-2-16,0-3-25 15,0-2-13-15,8-5 30 16,2-3-27-16,1-3-2 15,-1-1-14-15,2 0 2 0,0-8 35 16,-1-9-15 0,0-3-6-16,-2-4-16 0,-4-3 8 15,-5 0 4 1,0 2-10-16,0 3 18 0,-9 2 15 16,-3 4 15-16,-1 5-10 15,2 5-22-15,1 2 14 16,4 2-26-16,1 2-6 15,4 0-13-15,-1 0-8 16,2 0-131-16,0 7-25 16,8 0-116-16,3-2-533 0</inkml:trace>
  <inkml:trace contextRef="#ctx0" brushRef="#br0" timeOffset="197753.94">23481 4035 1202 0,'0'0'0'0,"0"0"61"16,0 0-61-16,0 0 162 15,0 0-9-15,0 0-37 16,0 0-75-16,-1-30-41 15,1 30 0-15,9 0 2 16,4 7-1-16,2 4 0 0,3 4 8 16,1 5 5-1,1 4-2-15,1 4-6 0,-2 3 11 16,-4 3-9 0,-2 3 3-16,-5 3-3 0,-7 0 3 15,-1 4 1-15,0 2-5 16,-10 1-7-16,-20 12 0 15,5-12-159-15,1-10-353 16</inkml:trace>
  <inkml:trace contextRef="#ctx0" brushRef="#br0" timeOffset="198484.41">22440 4621 163 0,'0'0'616'16,"0"0"-499"-16,0 0-30 15,0 0 59-15,0 0 22 16,0 0-22-16,0 0-21 16,0-11-20-16,0 8-33 15,0 2 5-15,0-1-12 16,0 2-10-16,0 0-24 15,0 0-10-15,0 0-2 16,0 0-19-16,0 0 0 16,0 0 0-16,-2 0-8 15,-2 9 8-15,1 6-2 16,-3 9 2-16,-2 6 2 0,1 5-2 16,-5 6 0-1,0 3-1-15,-1-1-1 0,-7 15-116 16,3-11-195-16,1-12-627 15</inkml:trace>
  <inkml:trace contextRef="#ctx0" brushRef="#br0" timeOffset="202936.65">24608 4256 1405 0,'0'0'247'15,"0"0"-206"-15,0 0-19 16,0 0 30-16,0 0 48 0,0 0-40 15,0 0-25 1,0 0-13-16,0 0-21 0,0 0-1 16,0 0-17-16,0 0-52 15,0 1-95-15,0 9-97 16,0 0-105-16,0-1-392 0</inkml:trace>
  <inkml:trace contextRef="#ctx0" brushRef="#br0" timeOffset="203141.12">24618 4385 1252 0,'0'0'180'0,"0"0"-145"0,0 0-15 16,0 0 22-16,0 0 63 15,0 0-26-15,0 0-47 16,0 3-15-16,0-2-17 0,2 2-6 15,-1 0 6-15,2 1-68 16,3-1-136-16,0 0-160 16,-1-3-269-16</inkml:trace>
  <inkml:trace contextRef="#ctx0" brushRef="#br0" timeOffset="204251.54">25142 3992 1081 0,'0'0'155'15,"0"0"-139"-15,0 0 34 16,0 0 30-16,0 0 3 16,0 0-31-16,0 0-30 15,0-1-3-15,0 10-8 16,0 5 32-16,0 4 27 0,0 7-9 15,-2 2-6-15,-1 2-25 16,-1 4-10-16,-2-1 6 16,1-1-20-16,1 0 0 15,-2-5 8-15,5-6-13 16,1-5-2-16,0-5 1 16,0-5-1-16,0-2-5 15,0-3-1-15,0 0 1 16,0 0-12-16,7-7-8 15,3-7 25-15,2-6 1 16,3-2-8-16,0-2 7 16,3-2 1-16,-1 2 0 15,2 3 5-15,0 4-5 0,-1 4 0 16,0 5 0-16,-4 3-8 16,-1 4 6-16,-4 1-18 15,-2 0 14-15,-1 0 6 16,0 6 1-16,-3 7 31 15,-1 2-6-15,-2 4 21 16,0 3-1-16,0 3-18 16,0 0-1-16,0-1 2 15,0-4-21-15,0-1 2 16,0-5-10-16,0-4 1 16,0-3 8-16,6-2-9 15,1-4-14-15,3-1-23 16,4 0-27-16,1-4-4 15,4-8-50-15,2-3-18 0,-1-4 29 16,2 0-97-16,2-5 22 16,0-2 43-16,-2-2 19 15,2 1 13-15,-2 0 107 16,-2 2 41-16,-5 4 9 16,-5 3 1-16,-1 3 36 15,-6 7 12-15,-2 2 16 16,-1 3 21-16,0 3 9 15,0 0-45-15,-6 0-37 16,-2 0-8-16,-1 0-27 16,0 7 13-16,0 3-31 15,1 2 3-15,4 3-5 16,1 1 6-16,0 2 14 0,3 0-13 16,0 1-4-1,0-1 11-15,0 2-11 0,10-1 15 16,5 0-7-16,0 1-1 15,4-3 2-15,-2-2-19 16,-1-2 0-16,-4-2 10 16,-3-2-10-16,-4-2 0 15,-5-2-1-15,0 1 9 16,-9 3 20-16,-9-1-16 16,-7 2-7-16,-1-1 9 15,1-2-15-15,7-2 5 16,5-4-5-16,8-1 0 0,4 0-58 15,1-4-225-15,13-7-18 16,0-1-310-16</inkml:trace>
  <inkml:trace contextRef="#ctx0" brushRef="#br0" timeOffset="205265.18">26040 4141 1405 0,'0'0'206'16,"0"0"-184"-16,0 0-21 15,0 0 46-15,0 0 6 16,0 0 59-16,0 0-6 16,-46-5-54-16,31 5-38 15,-2 8 6-15,1 4-9 0,3 0 1 16,0 4 9-16,2 2-15 15,2 2 0-15,1 1 11 16,5 2-9-16,2-1 0 16,1-1-8-16,0-2-6 15,4-6 5-15,7-2 1 16,3-6 0-16,2-5 0 16,1 0-53-16,1-4 25 15,3-10-3-15,-3-4 16 16,-1-5 15-16,-4 0 0 15,0-2 1-15,-5 1 12 16,-1 1-12-16,-1 5 16 0,-3 4-4 16,-1 4 15-16,-2 6 27 15,0 4-30-15,0 0-19 16,0 0-6-16,0 0-16 16,0 1 13-16,0 14 3 15,0 5 11-15,0 7-2 16,0 7-9-16,0 5 2 15,0 7 11-15,0 3-6 16,0 5 11-16,-5 2-17 16,-1-2 0-16,0-2 13 15,0-7-14-15,-1-4 0 16,-2-10 1-16,0-5-1 16,0-8 6-16,0-5-4 0,-3-6 10 15,0-3 6-15,-1-4-9 16,-1 0-3-16,1 0 7 15,1-11-13-15,3-8 6 16,1-5-6-16,6-4-12 16,2-3 3-16,0 3-8 15,7 1-3-15,10 3 19 16,3 3-10-16,4 1-7 16,6 0-23-16,3-1 7 15,4-3 3-15,5-1-25 16,4-3-33-16,-1-3-44 15,0-1-27-15,-5-1 0 0,-3-1 17 16,-4-3-116-16,-6-1-110 16,-3-3 96-16,-5 0 56 15,-5 0 123 1,-5 5 94-16,-1 4 17 0,-5 8 113 16,-1 8 135-16,-2 5 5 15,0 5 24-15,0 4-61 16,0 2-84-16,0 0-54 15,0 0-37-15,0 0-20 16,0 0-19-16,0 10-3 16,0 9-1-16,-3 4 18 15,0 7 12-15,-3 3-1 16,2 2-3-16,-1 2-13 0,1 0-12 16,2 2 2-1,1-4-17-15,1-3 0 0,0-3 8 16,0-7-9-16,0-5-6 15,4-4-72-15,1-5-78 16,-1-6-44-16,-1-2-139 16,0 0-404-16</inkml:trace>
  <inkml:trace contextRef="#ctx0" brushRef="#br0" timeOffset="205500.6">26353 4195 804 0,'0'0'593'0,"0"0"-495"16,0 0-3-16,0 0-21 0,0 0-14 15,0 0-15-15,0 0 27 16,51-14-31-16,-15 13-8 16,9-1-22-1,7-2-10-15,7 0-1 0,27-9-10 16,-14 3-201-16,-10-3-776 0</inkml:trace>
  <inkml:trace contextRef="#ctx0" brushRef="#br0" timeOffset="208340.37">27739 4105 121 0,'0'0'233'0,"0"0"-99"15,0 0 26-15,0 0 59 16,0 0-19-16,0 0-66 0,0 0-35 16,0-5-15-16,0 5-16 15,0 0-23-15,0 0-16 16,0 0 13-16,0 0-17 16,0 0 0-16,0 0 7 15,0 0 16-15,0-1 2 16,-1 1 7-16,-6 0-15 15,-3 0-7-15,1 0-34 16,-4 0 5-16,1 4 1 16,0 5-6-16,-1 2 5 15,-1 2-6-15,1 4 0 16,2 1 8-16,4 2-8 16,2-1 0-16,5 0-2 0,0-2 1 15,0-4 1 1,9-2 11-16,5-6 4 0,5-2-6 15,6-3-9-15,2 0-9 16,5-10 9-16,-3-6-7 16,0-3-27-16,-7-2 18 15,-1 0 2-15,-7 0 12 16,-1-1-1-16,-5 2 3 16,-2 2 6-16,-2 4 8 15,0 3 5-15,-2 5 2 16,-2 2 2-16,1 4 18 15,-1 0-24-15,0 0-3 16,0 0-5-16,0 0-9 16,0 0 1-16,0 10 14 15,0 7-1-15,0 4 16 0,0 4-17 16,-1 2 3-16,1 1-14 16,0-2 5-16,0-5-1 15,10-3-6-15,4-4 0 16,4-5 9-16,1-7-9 15,2-2-16-15,1 0 5 16,2-7-9-16,-3-6 20 16,2-3-2-16,-3-4 2 15,-1 0 6-15,-2-1-6 16,-3 2 0-16,-3 0 1 0,-1 4 1 16,-4 5 8-1,-3 3-9-15,-2 4 5 0,2 3-2 16,-3 0-4-16,0 0-1 15,0 0-6-15,0 0 1 16,0 1 6-16,0 12 4 16,0 4 10-16,0 6 14 15,0 0-27-15,3 4 9 16,1-2-8-16,4-3 4 16,3-3-1-16,6-3-5 15,4-4-6-15,7-5-35 16,5-7-25-16,4 0-20 15,4-3-5-15,2-13-15 16,-3-1 28-16,-2-5 29 16,-2-2 9-16,-7-2 27 0,-5-1 12 15,-6 1 1-15,-7 2 2 16,-5 2 24-16,-6 6 20 16,0 3 26-16,0 5 21 15,-8 3-9-15,-4 3-27 16,0 2-14-16,0 0-26 15,-4 0-7-15,1 11 5 16,-3 3-8-16,1 4-5 16,0 3 20-16,3 2-13 15,2-2 4-15,5 0-12 16,4-1 9-16,3-4-10 16,0-4-6-16,0-3 6 15,10-5 5-15,5-3-5 0,0-1-13 16,3 0-2-16,2-11 3 15,-1-4 6-15,-1-4-7 16,-3-1 13-16,-2-1 8 16,-3 3-8-16,-2 1 1 15,-3 6 2-15,-4 2 10 16,-1 6 18-16,0 2-10 16,0 1-12-16,0 0-5 15,0 0-1-15,0 3-5 16,0 9 4-16,0 7-2 15,0 4 15-15,-1 2-15 16,1 0 0-16,0-1 6 16,0-3-6-16,13-4 0 0,0-6-11 15,7-3-20-15,1-8-25 16,4 0-52-16,2-3-120 16,3-23-17-16,-8 4-406 15,-7-2 7-15</inkml:trace>
  <inkml:trace contextRef="#ctx0" brushRef="#br0" timeOffset="208599.6">28604 3714 1378 0,'0'0'164'15,"0"0"-162"-15,0 0-2 16,0 0 11-16,0 0 16 0,0 0-3 15,108-14 10-15,-75 16 2 16,0 11-17-16,-3 4-4 16,-4 3-9-16,-8 2 7 15,-10 4-12-15,-8 2 9 16,-12 3 15-16,-20 3 14 16,-12-2-21-16,-7 1-2 15,-4-5-16-15,-10 0-44 16,15-10-243-16,12-5-853 0</inkml:trace>
  <inkml:trace contextRef="#ctx0" brushRef="#br0" timeOffset="209843.68">29452 4170 508 0,'0'0'315'0,"0"0"-315"0,0 0-147 16,0 0 147-16,0 0 125 16,0 0 86-16,0 0-46 15,30-13-50-15,-23 6-34 16,-4 1 13-16,-3-1 11 15,0-2-31-15,0 2 5 16,-5 0-6-16,-8 3-19 16,-2 3-34-16,-4 1 43 0,-2 0-42 15,-1 7-3-15,-2 10-18 16,2 3 6-16,1 1-6 16,4 3 0-16,3 0 4 15,3-2-4-15,5 1-1 16,4-2 0-16,2-3 2 15,0-1-1-15,2-4 0 16,11-4 6-16,5-8-6 16,2-1-3-16,7-4-5 15,2-15 6-15,1-2-34 16,2-4 1-16,-4-2-12 16,-1 1 42-16,-7 4 5 15,-3 1 2-15,-5 6 8 16,-3 3 11-16,-5 5-7 15,-2 4 5-15,-2 3-19 0,0 0-9 16,1 0-2 0,-1 10 11-16,0 9 6 0,0 4 34 15,0 10-20-15,0 6 7 16,-6 8-7-16,-3 6 9 16,-5 7 1-16,-2 3-20 15,-3 2 6-15,1-1 1 16,-3-2-16-16,1-6 9 15,0-3-9-15,1-7 7 16,-1-6 5-16,2-10-12 16,1-5-1-16,0-10 11 15,1-6-3-15,2-9 5 16,-1 0-1-16,2-7-2 0,3-13-10 16,4-7-3-16,4-8 3 15,2-8 0-15,3-4-18 16,15-6 17-16,6-1-16 15,5 1 9-15,7 2 0 16,6 3-5-16,9 0-34 16,3 0 4-16,6 1-71 15,2 0 26-15,1-1-21 16,-3 2 4-16,-5 3-28 16,-5 0 11-16,-6 4-49 15,-7 0-4-15,-6 3-75 16,-5 1 233-16,-9 5 17 15,-8 3 116-15,-2 8 77 16,-7 5 13-16,0 5-6 0,0 4 17 16,0 3-45-16,0 2-65 15,0 0-47-15,-4 0-29 16,-2 7-11-16,-1 9-12 16,-1 6 9-16,-3 8 7 15,2 4-3-15,-1 2 5 16,0 5 7-16,3 3-2 15,2 0 0-15,1 2-21 16,4-2-7-16,0-5 6 16,0-4-9-16,0-7 0 15,3-7-50-15,3-6-45 16,-3-6 1-16,-3-6-51 16,0-3-32-16,-6-6-31 15,-10-10-483-15,-3-2 129 0</inkml:trace>
  <inkml:trace contextRef="#ctx0" brushRef="#br0" timeOffset="210012.14">29785 4138 664 0,'0'0'490'0,"0"0"-341"15,0 0-65-15,0 0-11 16,0 0-8-16,103-5-5 16,-48 6-22-16,9 6-22 15,4 0-16-15,1 1 0 16,18 0-34-16,-17-2-233 15,-17-2-1055-15</inkml:trace>
  <inkml:trace contextRef="#ctx0" brushRef="#br0" timeOffset="213268.49">20997 5472 195 0,'0'0'192'0,"0"0"-68"0,0 0-9 15,0 0-11-15,0 0-6 16,0 0-14-16,0 0 3 16,0-3 1-16,0 3 3 15,0 0-23-15,0 0-5 16,0 0-3-16,0 0-15 16,0 0-18-16,0 0 6 15,0 0 5-15,0 0-11 16,0 0 5-16,0-1 9 15,0-2 3-15,-5-1-18 16,-2-1-10-16,0 1 0 16,-2 1 35-16,-2 3-11 0,-4 0-5 15,2 0-10-15,-5 6-3 16,-1 8-3-16,1 3-19 16,0 4 0-16,3 3 8 15,2 2-8-15,2 1 0 16,5-2-1-16,1-1 1 15,5-4 4-15,0-5-4 16,0-4-16-16,5-4 16 16,4-5 0-16,2-2-1 15,2 0 2-15,1-6 7 16,3-10 25-16,0-4-18 16,1-6-14-16,-3 1 8 0,1 0-9 15,-2 0 2-15,-3 7-1 16,-2 4 5-16,-3 7-1 15,-1 3-5-15,-1 4-16 16,-1 0 10-16,2 0-11 16,-2 2 17-16,1 11 0 15,1 8 24-15,-2 8 7 16,-3 7-9-16,0 8-9 16,0 7 6-16,-3 4-18 15,-9 0-1-15,-2-3 2 16,1-4 8-16,-1-6-2 15,1-6-8-15,-1-8 0 16,3-8 0-16,0-7 9 16,2-4 0-16,0-6-9 15,2-3 8-15,-1-2-8 0,2-13-11 16,2-9-46-16,0-7 19 16,4-6 1-16,0-3 29 15,4-4-11-15,9 1-5 16,6 1 11-16,4 4-8 15,4 4 4-15,4 2 8 16,4 2 8-16,2 0 0 16,2 4-7-16,-1 0 8 15,1 5-1-15,-3 4-8 16,-6 6-1-16,-5 6 1 16,-5 5-11-16,-7 0-12 15,-1 9 21-15,-6 5 11 16,-2 4-13-16,-2 2 13 0,-2 1 33 15,0 2 24 1,0 1-16-16,0-1 3 0,0-2-13 16,-2-3-11-16,2-1-2 15,0-6-18-15,0-1-7 16,0-4 7-16,10-6 0 16,6 0-18-16,0-1 6 15,7-17 4-15,0-3-33 16,3-6-30-16,-4-1 25 15,1-3 24-15,-1 0 21 16,-3 0 1-16,-2 4-8 16,-5 5 8-16,-3 6 18 15,-5 8-17-15,-2 4 16 0,-2 4 16 16,0 0-16-16,0 0 12 16,0 0-28-16,0 8 36 15,0 9 3-15,-6 4-13 16,1 6-3-16,-1 1-2 15,3 1-15-15,3 0 2 16,0-2-8-16,0-5 0 16,5-4 8-16,8-3-9 15,1-8-1-15,3-6-8 16,4-1-25-16,-1-4 1 16,1-13 6-16,-1-4-20 15,0-4-26-15,-2-2 27 0,-3-2 32 16,-2 6 14-1,-4 3 13-15,-4 6 7 0,-2 5 4 16,-3 5 18-16,0 2 3 16,0 2-39-16,0 0-6 15,0 3 0-15,0 10 8 16,0 4 14-16,0 4-8 16,-3 4-1-16,0 2 3 15,0 2-16-15,3-6 0 16,0 0 5-16,0-4-5 15,0-7-8-15,6-5-67 16,11-7-84-16,-3-1-103 16,1-12-799-16</inkml:trace>
  <inkml:trace contextRef="#ctx0" brushRef="#br0" timeOffset="213524.62">22038 5309 201 0,'0'0'329'0,"0"0"-234"16,0 0-58-16,0 0-25 15,0 0-12-15,-11 84 0 16,11-53-20-16,0-6-147 15,0 0-145-15</inkml:trace>
  <inkml:trace contextRef="#ctx0" brushRef="#br0" timeOffset="213989.25">22204 5588 147 0,'0'0'168'0,"0"0"51"16,0 0 78-16,0 0 24 15,0 0-66-15,0 0-114 16,0 0-52-16,-10-21 29 16,-2 14-20-16,0 4-41 15,-3 1 2-15,1 2-20 16,0 0-14-16,0 2 0 16,0 9-24-16,1 0-1 0,3 3 8 15,1 2-8-15,0-1 2 16,3 1-2-16,3 0 0 15,3-4 0-15,0-2-3 16,0-2-11-16,0-3 13 16,4-4 2-16,7-1-2 15,4 0-34-15,1-7 26 16,5-8 8-16,1-5-34 16,-2-1 13-16,-1-1-4 15,-4 4 24-15,-6 6 1 16,-3 2 1-16,-3 5 7 15,-3 4 25-15,0 1-20 16,0 0 9-16,0 0-15 0,0 7 7 16,0 7-7-16,0 4 2 15,-1 5-1-15,1-2 2 16,0 1-9-16,0-6-1 16,6-3 1-16,8-5-1 15,3-5-11-15,5-3-51 16,4 0-19-16,14-25-83 15,-7 1-161-15,-3-2-656 16</inkml:trace>
  <inkml:trace contextRef="#ctx0" brushRef="#br0" timeOffset="214392.94">22050 5191 851 0,'0'0'270'0,"0"0"-87"16,0 0 14-16,0 0-91 16,0 0 8-16,0 0-7 15,0 0-87-15,-12-59 36 16,18 51-26-16,5 0-22 15,1 3-7-15,0 0 5 16,3 3-5-16,1 2-1 0,1 0-3 16,4 0 0-16,-1 10 3 15,4 1 6-15,2 2 1 16,1 1-1 0,2-3-5-16,1-1 5 0,2-3-6 15,-3-4 1-15,1-3 10 16,-5 0-11-16,-2 0-32 15,-8-10-48-15,-8-3-82 16,-7-9-12-16,-7 2-169 16,-11 0-457-16</inkml:trace>
  <inkml:trace contextRef="#ctx0" brushRef="#br0" timeOffset="214634.58">21270 5211 1655 0,'0'0'241'0,"0"0"-179"16,0 0-61-16,0 0 10 15,0 0-5-15,0 0-6 16,0 0-14-16,-6 6-126 15,17-2-184-15,-2 0-691 0</inkml:trace>
  <inkml:trace contextRef="#ctx0" brushRef="#br0" timeOffset="-213969.1">23521 5409 738 0,'0'0'138'16,"0"0"-111"-16,0 0 12 16,0 0-1-16,0 0-2 15,0 0 126-15,0 0-90 16,44 66-59-16,-29-66-4 16,-2-3 37-16,-1-7-30 15,-3-4-6-15,-8 0-4 16,-1-3-6-16,-1 2 8 0,-15-1 7 15,-4 2 7-15,-4 4 5 16,-3 1 63-16,1 6 18 16,-1 3-5-16,3 0-24 15,3 3-39-15,2 9-27 16,5 2-1-16,5 4-12 16,5 5-6-16,2 2 0 15,2 4 6-15,2 1 15 16,14 1-3-16,2 1-5 15,5-1 36-15,2-3-17 16,0-3-14-16,-4-2-4 16,-2-6-2-16,-6-3 6 15,-5-4 0-15,-6-3 0 0,-2 0 15 16,-3-1 8 0,-18 1 12-16,-6 1-13 0,-4-1-14 15,-4 0-9-15,3-1-9 16,3-2-2-16,6-1 3 15,6-3-3-15,7 0-27 16,10 0-46-16,0 0-149 16,13-9-535-16</inkml:trace>
  <inkml:trace contextRef="#ctx0" brushRef="#br0" timeOffset="-212690.94">24306 5510 327 0,'0'0'273'16,"0"0"-127"-16,0 0 10 15,0 0 13-15,0 0-10 16,0 0-20-16,0 0-61 16,2-6-30-16,-2 6-14 15,0 0 11-15,0 0 9 16,0 0-30-16,0 0-3 16,0 2 1-16,0 6-21 0,0 6 15 15,0 8 38 1,0 5 16-16,0 2-17 0,0 2-21 15,0-4-14 1,0-3 2-16,0-6-14 0,0-4 3 16,4-4-9-16,4-4 1 15,-1-5-1-15,2-1 4 16,4-1-4-16,1-13 33 16,5-9-13-16,1-3-10 15,1-7-3-15,-2-1-6 16,-1 0 10-16,-3 0-11 15,-2 3 0-15,-1 2 4 16,-1 2-4-16,-1 5-1 16,2 4-13-16,-3 6-23 15,2 3-78-15,-1 5-75 0,3 3-19 16,-1 1-363 0,-1 0-273-16</inkml:trace>
  <inkml:trace contextRef="#ctx0" brushRef="#br0" timeOffset="-212059.15">24958 5492 381 0,'0'0'124'0,"0"0"48"0,0 0 36 16,0 0-10-16,0 0-23 15,0 0-62-15,0 0-6 16,-62 0-33-16,50 1 1 16,-2 8 2-16,-4 0-3 15,1 4-5-15,0 3-28 16,1 1-22-16,4 1 6 15,1 0-15-15,4-1 5 16,2 0-14-16,5 0 1 16,0-2-2-16,0-6-10 0,5 0 10 15,10-4 22-15,1-5-6 16,7 0-16-16,3-3-22 16,4-12 6-16,-2-6 10 15,-1-2-30-15,-4-1 25 16,-2 2 10-16,-5 0-16 15,-4 4 17-15,-3 4 17 16,-2 3-2-16,-4 5 11 16,-1 3 5-16,-2 3-4 15,0 0-2-15,0 0-18 16,0 0-6-16,0 2 10 16,0 9 5-16,-3 6-1 15,-3 3-14-15,2 5 0 0,1 0 18 16,1 2-18-1,2-3 5-15,0-2-6 0,3-4-7 16,10-3 6-16,2-5-7 16,6-6-14-16,1-4-35 15,4 0-95-15,10-17-71 16,-9-4-443-16,-5 0-119 16</inkml:trace>
  <inkml:trace contextRef="#ctx0" brushRef="#br0" timeOffset="-211798.1">24901 5163 1575 0,'0'0'168'0,"0"0"-168"15,0 0-52-15,0 0 51 16,0 0 2-16,0 0 8 16,0 0 10-16,84 11-18 15,-42-2 10-15,4-1-11 16,30 1-82-16,-13-2-450 16,-8-3-412-16</inkml:trace>
  <inkml:trace contextRef="#ctx0" brushRef="#br0" timeOffset="-207759.76">26221 5458 1113 0,'0'0'159'0,"0"0"-108"16,0 0 44-16,0 0 4 15,0 0-7-15,0 0-17 16,0 0-26-16,26-71 8 15,-14 62-9-15,-1 1-20 16,-2 4 5-16,-2 1-15 16,-3 3-18-16,-1 0 1 15,-1 0-1-15,-2 5 19 16,1 9-18-16,-1 6 10 16,0 5 8-16,0 3-8 15,-1 1 3-15,-4-3-13 16,1-4 7-16,1-3 5 15,3-6-12-15,0-3-1 16,0-6 7-16,0-1-7 0,0-3 10 16,0 0-10-16,0 0 0 15,3-7-8-15,7-9 1 16,3-2 7-16,3-6-9 16,-1 0-3-16,3-2 11 15,-2 2-9-15,2 2 9 16,0 4 0-16,-3 5-10 15,-3 6-1-15,0 4 12 16,-5 3-26-16,-1 0 4 16,-1 1 9-16,0 11 13 15,-2 3 15-15,0 2-15 16,-3 4 11-16,0 0 6 16,0 1-4-16,0-1 2 15,0-5-14-15,0 0 9 16,0-6 2-16,0-3-12 0,2-4 0 15,-1-3-1-15,4 0-8 16,1 0 7-16,2-1 2 16,3-9 2-16,1-5-2 15,3-2-43-15,-1-2 23 16,3-1-2-16,0-3-13 16,1 2-8-16,-2 2-21 15,-1 3 35-15,-4 5 21 16,-4 4-8-16,-1 5 8 15,-3 2-10-15,-3 0-21 16,1 0 39-16,-1 5 0 0,0 6 12 16,0 3 0-1,0 3-4-15,0 0-6 0,2 1 17 16,4-1-18-16,0-3 6 16,4-3-7-16,2-4 0 15,0-1 9-15,2-6-9 16,1 0-6-16,1 0 3 15,1-7-1-15,2-5 4 16,0-4-1-16,-1-1 1 16,1 0 8-16,-3-2-7 15,-2 4 4-15,-5 0 11 16,-1 3 10-16,-5 5 3 16,1 2 18-16,-4 3-21 15,0 2-4-15,0 0-22 0,0 0-8 16,0 0 8-16,0 3 0 15,0 7 18-15,2 7 4 16,-1 4 3-16,-1 7 8 16,0 5-8-16,0 5-1 15,0 6 6-15,-7 2-5 16,-2 4-1-16,-2-1-11 16,1-2-6-16,3-4 4 15,1-6-11-15,2-8 0 16,3-7-1-16,1-8-4 15,0-6-10-15,0-5-43 16,3-3-36-16,6 0 22 16,1-10-43-16,2-5-27 0,0-7-70 15,2-1-11 1,-4-7-76-16,1-6 89 0,0-4-88 16,-1-8 136-16,0-3 68 15,0-5 94-15,-2 0 15 16,1 3 130-16,0 5 151 15,-2 8-39-15,-1 9 13 16,0 9-92-16,-3 6-31 16,3 7-76-16,-5 3 0 15,2 2-18-15,0 2-14 16,0 1-16-16,2 1-2 16,4 0 2-16,3 0-16 15,1 5-6-15,2 8 29 0,0 2-7 16,1 4-7-16,-3 2 0 15,-6 2 0-15,-5-1 15 16,-2 2 1-16,0 2 6 16,-16-2 2-16,-4-2-9 15,-4-2 2-15,1-3 1 16,1-6-21-16,3-2 3 16,7-6-16-16,4-3-41 15,8 0-66-15,0-10-161 16,0-3-701-16</inkml:trace>
  <inkml:trace contextRef="#ctx0" brushRef="#br0" timeOffset="-206889.08">27811 5290 740 0,'0'0'154'0,"0"0"-142"16,0 0 10-16,0 0 53 15,0 0 71-15,0 0 10 16,0 0-5-16,11-31-36 16,-11 29-26-16,0 2-24 15,0 0-6-15,0 0 17 0,0 0-34 16,0 7-26-16,-4 10-7 16,-3 5 15-16,-1 3-1 15,1 5-14-15,0-1-9 16,4 1 13-16,1-3-11 15,2-3-1-15,0-6-1 16,2-2 0-16,8-7 0 16,2-4 0-16,2-5-18 15,3 0 18-15,2-7-12 16,1-9-17-16,-1-3-17 16,0-3 5-16,-2-2 28 15,1-1-3-15,-6 1 16 16,0 1 5-16,-3 2-5 15,-3 6 10-15,-3 4 6 16,-2 3 27-16,-1 7 5 0,0 0-42 16,0 1 1-1,0 0 7-15,0 0-14 0,0 0 1 16,0 10 0-16,0 6 10 16,0 8 8-16,-4 7-8 15,-2 6 1-15,-4 5 15 16,1 5-14-16,-2 1 5 15,-1 1-17-15,2-2 14 16,1-2-5-16,0-4-10 16,1-5 0-16,2-3 8 15,3-5-8-15,0-4-1 16,0-4-8-16,3-6-4 0,0-4-37 16,0-6-61-16,6-2-111 15,3-2-263-15</inkml:trace>
  <inkml:trace contextRef="#ctx0" brushRef="#br0" timeOffset="-206604.22">28266 5327 1657 0,'0'0'60'16,"0"0"-60"-16,0 0-41 0,0 0 41 15,0 0 15 1,0 0 2-16,0 0 24 0,45-4-15 16,-15 4-11-16,2 0 3 15,4 0-11-15,1 0-6 16,-1 0-1-16,-3 2 1 15,-5 2-1-15,-2 1-55 16,-7 4-98-16,-6 0-183 16,-6-1-363-16</inkml:trace>
  <inkml:trace contextRef="#ctx0" brushRef="#br0" timeOffset="-206353.86">28212 5471 1128 0,'0'0'252'0,"0"0"-189"16,0 0-63-16,0 0 27 16,0 0 29-16,0 0-11 15,0 0-5-15,55 22-4 16,-28-15-10-16,4 2-20 16,1-1 10-16,1 0-15 15,0-1 0-15,-2-1-1 16,2-3-2-16,12-3-81 0,-8 0-136 15,-6-6-577-15</inkml:trace>
  <inkml:trace contextRef="#ctx0" brushRef="#br0" timeOffset="-205619.92">28803 5259 1420 0,'0'0'251'15,"0"0"-188"-15,0 0-60 16,0 0-3-16,0 0-2 16,0 0 2-16,0 0 20 15,-10 18 27-15,5-1-17 16,-1 5-2-16,0 0 16 16,0 3-12-16,3 1-7 0,2-1-11 15,1 0 5-15,0-2 0 16,0-1-18-16,9-6 0 15,4-3 18-15,1-3-19 16,3-8 1-16,3-2 0 16,2 0 1-16,4-8-2 15,-1-7-25-15,0-5-17 16,-2-1-40-16,-1-2 57 16,-3-2 17-16,-4-1-9 15,-3 2 17-15,-3 2 0 16,-4 4 1-16,-4 4 6 15,1 2 33-15,-2 6 1 16,0 2 11-16,0 4-16 0,0 0-12 16,0 0-3-1,0 0-15-15,0 0-6 0,0 0 13 16,0 9-13-16,-2 8 22 16,-5 4-2-16,-1 5 6 15,-4 6 2-15,2 3-3 16,-3 4-10-16,-1 6 22 15,-2 4-15-15,1 1 0 16,0 3-20-16,1-4 5 16,2-1 1-16,4-7-8 15,2-4 0-15,3-9-1 16,1-6-12-16,2-5-16 16,0-5-47-16,0-7-11 0,0-2-33 15,2-3-85 1,4 0-182-16,4-4-261 0</inkml:trace>
  <inkml:trace contextRef="#ctx0" brushRef="#br0" timeOffset="-205057.58">29261 5545 1564 0,'0'0'37'0,"0"0"-37"16,0 0-49-16,0 0 49 0,0 0 52 15,0 0 19-15,0 0 2 16,-49 47-32-16,40-30-6 16,1 3-1-16,4-2-18 15,2 2-1-15,2-2 9 16,0-1-18-16,0-2 6 15,11-2-12-15,5-4 7 16,4-6-7-16,1-3 9 16,2 0-9-16,-1-10 27 15,-3-7-20-15,-3-2 6 16,-5-3-12-16,-5-1 9 16,-6-2 5-16,0 1-14 15,-2 1 10-15,-10 4 11 0,-3 3 3 16,0 6-10-16,-3 4-10 15,2 5-5-15,0 1-12 16,3 0-44-16,3 0-11 16,6 0-57-16,2 3-94 15,2 1-287-15,0-3-328 0</inkml:trace>
  <inkml:trace contextRef="#ctx0" brushRef="#br0" timeOffset="-202864.06">30437 5134 730 0,'0'0'275'0,"0"0"-135"15,0 0 5-15,0 0-63 16,10-89 42-16,-7 74 7 16,-2 5-19-16,1 3-38 15,0 2-3-15,-2 3-16 0,0 1-12 16,0 1-17-16,0 0-3 16,0 0-1-16,0 0-21 15,0 8 0-15,0 9 17 16,-2 7 0-16,-6 6 13 15,-2 4-15-15,0 2 3 16,-1 3-1-16,-1 0-18 16,6-1 0-16,2 2 10 15,4-4-10-15,0-2 1 16,6-3-1-16,13-6-1 16,4-6 0-16,5-5-26 15,2-7-15-15,1-5-27 0,-2-2-82 16,-4 0-89-1,-6-9-87-15,-13-6-355 0,-6 2 438 16,0 0-60-16</inkml:trace>
  <inkml:trace contextRef="#ctx0" brushRef="#br0" timeOffset="-202660.01">30288 5253 1114 0,'0'0'301'0,"0"0"-247"15,0 0-45-15,0 0-9 16,0 0 17-16,0 0 8 16,0 0 10-16,108 10-18 15,-70-4-1-15,1-2-15 16,2 0 1-16,1-1 8 0,13 0-10 16,-10-3-109-16,-6 0-497 15</inkml:trace>
  <inkml:trace contextRef="#ctx0" brushRef="#br0" timeOffset="-201795.43">30986 5264 1540 0,'0'0'116'0,"0"0"-116"16,0 0-16-16,0 0 16 15,0 0 35-15,0 0 61 0,0 0-16 16,-99-16-33-16,75 20-32 16,1 8-6-16,1 3-9 15,2 2 0-15,2 1 16 16,3 2-10-16,0-1 18 16,3 1-13-16,1 0 7 15,5 0-5-15,1-2-13 16,3-3-1-16,2-3 0 15,0-2 1-15,5-6 0 16,8-4-6-16,5 0-7 16,6-7-14-16,1-10-21 15,2-4-40-15,0-2 33 0,-3-1 22 16,-5 0 26-16,-1 0 7 16,-7 2 2-16,-4 1 22 15,-1 2 9-15,-3 6 18 16,-3 5 26-16,0 4-14 15,0 1-16-15,0 3-29 16,0 0-10-16,0 0-1 16,0 3-7-16,0 8 0 15,-7 7 17-15,-2 5-6 16,1 4-1-16,2 2 0 16,1 0-2-16,5-1 2 15,0-3-4-15,0-4-5 16,14-5 4-16,7-7-5 0,2-8-6 15,5-1-19-15,3-3 6 16,1-12-15-16,-1-4-17 16,0-2-11-16,-2 0 14 15,-3-2 27-15,-3 2 20 16,-4 3 1-16,-6 2 6 16,-3 7 15-16,-6 3 15 15,-2 3-11-15,-2 3-7 16,0 0-11-16,0 0-7 15,0 10 0-15,-3 7 24 16,-5 2-4-16,-1 6-11 16,3 0 4-16,0 1 7 15,5-1-20-15,1-4 0 16,0-4 0-16,8-5 0 16,7-6 0-16,5-6-43 0,-1 0-49 15,11-21-186-15,-6-3-128 16,-6 0-493-16</inkml:trace>
  <inkml:trace contextRef="#ctx0" brushRef="#br0" timeOffset="-201571.03">31332 4949 1333 0,'0'0'408'0,"0"0"-408"15,0 0-169-15,0 0 158 16,0 0 11-16,0 0 11 16,0 0 13-16,-9 61-24 15,3-33 0-15,-2-3-355 0</inkml:trace>
  <inkml:trace contextRef="#ctx0" brushRef="#br0" timeOffset="-201317.44">30774 5692 1768 0,'0'0'237'15,"0"0"-237"-15,0 0-83 0,0 0-83 16,0 0 67-16,0 0 64 15,0 0 22-15,-14 40 12 16,23-40-46-16,2 0-631 16</inkml:trace>
  <inkml:trace contextRef="#ctx0" brushRef="#br0" timeOffset="-200671.82">31872 5010 1355 0,'0'0'203'0,"0"0"-147"15,0 0-16-15,0 0 36 16,0 0 38-16,0 0-29 16,0 0-17-16,0-10-38 15,0 10-17-15,0 8-1 16,0 9-11-16,0 7 20 16,-3 8-6-16,-5 5 5 0,-3 4 5 15,0 1-8 1,-1 2-10-16,2 0 8 15,1-1-15-15,1-3 2 16,1-5 4-16,4-4-1 0,1-8-5 16,2-6-9-16,0-7-22 15,0-5-16-15,0-3-41 16,0-2-79-16,14-9-72 16,-5-6-94-16,0-4-459 15</inkml:trace>
  <inkml:trace contextRef="#ctx0" brushRef="#br0" timeOffset="-200265.96">31879 5029 725 0,'0'0'357'0,"0"0"-182"16,0 0-62-16,0 0-36 16,0 0-13-16,0 0-19 0,0 0-16 15,30-44 15-15,-15 44-15 16,2 0 0-16,2 8-3 15,1 4-17-15,0 2 10 16,-1 2 6-16,-3 1-5 16,-3-1 21-16,-6 3-7 15,-5-1 8-15,-2 2 12 16,-8 0-15-16,-14 1-10 16,-8 0 0-16,-4-3-16 15,-2-2-4-15,2-3-1 16,5-4-8-16,7-2-28 0,3-1-104 15,8-2-177 1,4-1-651-16</inkml:trace>
  <inkml:trace contextRef="#ctx0" brushRef="#br0" timeOffset="-194260.16">18071 4242 41 0,'0'0'7'0,"0"0"9"16,0 0 30-16,0 0 74 15,0 0 105-15,0 0-3 0,-10-15-33 16,10 15 0-1,0 0-47-15,0 0-4 0,0 0-9 16,-1 0-26-16,1 0-27 16,0 0-27-16,0 0-25 15,0 0-13-15,7 0-11 16,9 3 0-16,10 6 13 16,5 1-4-16,10-2 0 15,6 2-9-15,8-2 2 16,33 2-2-16,-13-4-131 15,-5-2-416-15</inkml:trace>
  <inkml:trace contextRef="#ctx0" brushRef="#br0" timeOffset="-193029.86">22560 4893 485 0,'0'0'57'0,"0"0"-50"16,0 0-14-16,0 0-37 16,0 0-107-16,0 0 17 15,22-15 82-15,-2 11 33 16,1 1-66-16</inkml:trace>
  <inkml:trace contextRef="#ctx0" brushRef="#br0" timeOffset="-190315.82">28254 4858 724 0,'0'0'107'0,"0"0"-36"16,-82-13 59-16,50 12 19 16,1 0-16-16,-2 1-48 15,0 0 8-15,-2 2-36 16,-2 11-26-16,-2 7 4 0,-3 4-14 15,-4 4 19-15,1 6-5 16,0 2-2-16,2 4-11 16,-2 2-6-16,5 2-4 15,1 4 13-15,5 3-25 16,2 3 0-16,5 3 0 16,7 6 2-16,3 10-1 15,8-5-1-15,8 1 0 16,1 0-1-16,10-10 9 15,14 8-6-15,9-3 6 0,9-1-7 16,6-3 5-16,5-4-6 16,4-3-15-16,1-5 2 15,2-5-19-15,1-9-4 16,3-4 8-16,15-4 0 16,22-8 3-16,25-7 5 15,10-8-25-15,-3-3-6 16,-11-13-83-16,-13-6-28 15,-8-1-135-15,-7-4 49 16,-18-2 17-16,-18 3 68 16,-17-2 58-16,-5-3 105 15,4-7 40-15,6-13 140 16,6-10 35-16,2-14-31 0,-6 4-51 16,-6-1-70-1,-6 0-38-15,-14 10 23 0,-5-7 17 16,-10 2 22-16,-7 1-3 15,0 3-5-15,-15 1-3 16,-3 4-12-16,-5 3-7 16,-2 1-6-16,-3 3-25 15,-2 3 0-15,-7 3 15 16,-7 2 10-16,-8 5-19 16,-23 2-30-16,-24 6 6 15,-24 8 8-15,-10 6-15 16,4 12 6-16,6 1-7 15,10 14-13-15,1 12-47 0,-8 9-110 16,33-6-188 0,9-2-491-16</inkml:trace>
  <inkml:trace contextRef="#ctx0" brushRef="#br0" timeOffset="-185487.13">26962 3959 793 0,'0'0'202'0,"0"0"-86"0,0 0 65 16,0 0-39-16,0 0 3 15,0 0-9-15,-3-31-37 16,2 28-8-16,1 2-44 16,-2 1-5-16,2 0-6 15,-1 0-12-15,1 0-6 16,0 0-18-16,-2 0 1 15,1 0-2-15,-2 8-13 16,-2 11 14-16,-1 5 0 0,-4 7 1 16,1 3 7-16,0 4-8 15,-3 2 0-15,3 3 4 16,1 1-3-16,2-2-2 16,3-4 1-16,3-2 0 15,0-5 0-15,0-6-6 16,0-5-25-16,8-6-51 15,-2-4-85-15,-3-6-57 16,0-1-135-16,-3-3-441 0</inkml:trace>
  <inkml:trace contextRef="#ctx0" brushRef="#br0" timeOffset="-185281.41">26695 4102 1069 0,'0'0'191'0,"0"0"-2"16,0 0-77-16,0 0 3 15,0 0 26-15,0 0-43 16,0 0-62-16,15-4-19 15,7 4 7-15,5 0-11 16,6 0-3-16,3 0-10 16,3 0 0-16,4 1-18 0,3 2-22 15,5-2-115-15,23 2-42 16,-11-2-393-16,-9 1-329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06T08:22:35.9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8960 10488 130 0,'0'0'82'15,"0"0"-46"-15,0 0-8 16,-92 15-18-16,71-10 17 16,6 2-18-16,2 3-9 15,5 2-8-15,2 12-10 16,3-3-3-16,3 1-89 0</inkml:trace>
  <inkml:trace contextRef="#ctx0" brushRef="#br0" timeOffset="4671.49">23107 12512 15 0,'0'0'8'15,"0"0"1"-15,0 0-3 16,0 0-5-16,0 0 26 15,0 0 25-15,0 0-6 16,0 0-17-16,-33-28-23 16,39 21-6-16,1-2-84 0</inkml:trace>
  <inkml:trace contextRef="#ctx0" brushRef="#br0" timeOffset="5434.9">23210 12362 108 0,'0'0'77'0,"0"0"-1"16,0 0 129-16,0 0 0 15,0 0-134-15,0 0 28 16,0 0 34-16,-18-21-36 16,13 21-65-16,-1 5-20 0,-2 7 6 15,-3 5-3 1,0 4 17-16,0 5 23 0,0 4-10 15,1 2-6-15,1 5-15 16,4 0 11-16,4 6-9 16,1-1-5-16,0-1-3 15,16-2 32-15,4-3-36 16,7-8 39-16,4-6-36 16,6-7-5-16,3-8 13 15,1-7-18-15,-4 0-6 16,-1-15 8-16,-5-8-7 15,-5-6-2-15,-6-8-8 16,-6-6 8-16,-5-2 1 0,-8-1-1 16,-1-1 0-1,0 3 1-15,-1 4-1 0,-4 6 1 16,-1 8-1-16,3 5 1 16,0 8 8-16,0 4-9 15,0 8 0-15,-1 1-2 16,1 0 2-16,-3 6 0 15,-3 9 1-15,0 8-1 16,0 6 7-16,-1 5 0 16,-1 6 1-16,1 3 11 15,-4 9-6-15,2 2 4 16,-2 6-5-16,-3 2 5 16,-1 1 8-16,2 0-7 15,-2-4-2-15,1-1 0 16,-1-5-9-16,1 0-1 0,-3-4-6 15,-2-2 10 1,-2-7 8-16,-1-4-18 0,2-8 6 16,-1-6 3-16,2-7-2 15,2-7 6-15,3-6-12 16,0-2 16-16,4-6 13 16,2-14-29-16,4-5 5 15,7-6-6-15,0-5-4 16,16 0 4-16,16-1-14 15,10-1 2-15,13 1-29 16,21-4-19-16,22-4-26 16,27-3-63-16,-18 10-63 15,-16 8-504-15</inkml:trace>
  <inkml:trace contextRef="#ctx0" brushRef="#br0" timeOffset="19818.62">16536 4451 22 0,'0'0'58'16,"0"0"-30"-16,0 0-3 0,0 0 30 15,0 0-6-15,-94-4-25 16,76 0-1-16,3 2 3 16,1 2-26-16,-3 0-18 15,4 0-77-15,2 0-42 0</inkml:trace>
  <inkml:trace contextRef="#ctx0" brushRef="#br0" timeOffset="20183.59">16304 4448 52 0,'0'0'75'16,"0"0"-16"-16,0 0 22 15,0 0 32-15,0 0-14 0,0 0-11 16,0 0 16 0,-5-5-10-16,5 4-12 0,-1 1 6 15,1 0-15-15,0 0-37 16,0 0-26-16,0 0-10 15,0 3 2-15,10 4 12 16,2 1 11-16,2 2 5 16,3 0 21-16,2-2-11 15,1 1-14-15,2-2 2 16,2-1-15-16,0-2 6 16,3-3 0-16,1-1-5 15,2 0-2-15,0 0-11 16,0-2 6-16,3-7 8 15,0 1-14-15,1-4-1 16,1 2-4-16,1-1-6 0,-1 0-76 16,8-6-115-16,-7 3-88 15,-8-2-368-15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8:51:37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 5264 510 0,'0'0'103'15,"0"0"-22"-15,0 0 59 16,0 0-10-16,0 0-41 16,-3-3 49-16,0 3-51 15,3 0-13-15,0-1-9 16,0 1-6-16,0 0-3 16,0-1-16-16,0 1-2 15,0-2-3-15,0 2-28 16,0-1-6-16,6-1 21 15,2 2 16-15,2-1-7 0,2 1-22 16,8 0-1-16,0 0 14 16,7 0-4-16,6 0-5 15,4 0-12-15,6 0 5 16,5 1-1-16,3 1-5 16,4 1-2-16,-4-2 1 15,4 2-80-15,14-2-112 16,-14 1-333-16,-6-2-233 0</inkml:trace>
  <inkml:trace contextRef="#ctx0" brushRef="#br0" timeOffset="1635.1">4614 5313 605 0,'0'0'200'15,"0"0"-139"-15,0 0-25 16,0 0 103-16,0 0-8 16,0 0-28-16,0 0-40 15,-3 0-27-15,3 0-6 16,0 0 2-16,0 0-10 15,0 0 14-15,0 0-12 16,0 0-4-16,0 0-4 16,0 0-6-16,0 0 13 15,0 0-23-15,0 0-9 16,5 0 9-16,5 0 2 16,5 0-2-16,3 0 21 15,6-4-4-15,4-4-17 16,16-4-71-16,-6 0-142 15,-5 2-472-15</inkml:trace>
  <inkml:trace contextRef="#ctx0" brushRef="#br0" timeOffset="3190.9">5090 5392 163 0,'0'0'204'0,"0"0"-7"0,0 0 40 16,0 0-129-16,0 0 31 16,0 0 26-16,0 0-58 15,-18 0-21-15,18 0-27 16,0 0 21-16,0 0-17 16,0 0-1-16,0 0-12 15,0 0-15-15,0 0-25 16,0 0-10-16,0 0-26 0,0 0 8 15,6 0 17 1,5 0 1-16,3 0 10 0,3 0-9 16,5 0 12-16,4 0-13 15,5 0-9-15,17 0-118 16,-5 0-140-16,-7-2-429 16</inkml:trace>
  <inkml:trace contextRef="#ctx0" brushRef="#br0" timeOffset="4494.99">5711 5392 111 0,'0'0'113'15,"0"0"-73"-15,0 0 87 16,0 0 4-16,0 0 11 16,0 0 9-16,0 0-47 15,-3 0-13-15,3 0-17 16,0 0-17-16,0 0-4 0,0 0 4 16,0 0-8-16,0 0-17 15,0 0-9-15,0 0-7 16,0 0 4-16,0 0-8 15,0 0-1-15,0 0-10 16,0 0 8-16,10 0 42 16,2 1-25-16,3-1-1 15,3 0-24-15,3 2 13 16,4-2-12-16,3 0-2 16,14 0-16-16,-6 0-179 15,-6 0-352-15</inkml:trace>
  <inkml:trace contextRef="#ctx0" brushRef="#br0" timeOffset="8803.1">9923 5462 114 0,'0'0'118'0,"0"0"-11"16,0 0 26-16,0 0 20 16,0 0 4-16,0 0-38 15,0 0-31-15,0 0-20 16,0 0-52-16,0 0-3 0,0 0-13 15,0 0-1 1,0 0-19-16,0 0-78 0,0 0 25 16,6 0-116-16,8 0 32 15,-2 0-44-15,2 0-47 0</inkml:trace>
  <inkml:trace contextRef="#ctx0" brushRef="#br0" timeOffset="17741.03">28322 6992 453 0,'0'0'83'16,"0"0"-51"-16,0 0-2 16,0 0 45-16,0 0 93 15,0 0 14-15,-3 0-43 16,3 0-48-16,0 0-17 15,0 0-29-15,0 0-10 16,0 0-16-16,0 0-9 16,0 0 16-16,0 0-17 0,0 0 1 15,0 0-10-15,0 0 0 16,0 0-11-16,3 1 11 16,5 1 36-16,3-1 2 15,6 2-21-15,6-2 18 16,1 2-16-16,7 0 6 15,6 0-14-15,0-1-3 16,5 1 0-16,4 1 13 16,4-1-21-16,8-1 9 15,18 0 0-15,22 0-3 16,26-1-6-16,12 1 0 16,0-1 12-16,-5 2-12 15,-10 1 13-15,0 1-13 16,1 2 0-16,-1 0 0 15,-6 1-17-15,3 4 16 0,-2-1-18 16,4 3-25-16,-1-2-14 16,0 1 1-16,1-1-2 15,2-2-20-15,-6-3 63 16,-1 0-71-16,-9-3 5 16,-8 0-38-16,-17-3-16 15,-18 1-66-15,-15-2-68 16,14 0 65-16,-7 0 62 15,-4 0 10-15</inkml:trace>
  <inkml:trace contextRef="#ctx0" brushRef="#br0" timeOffset="25873.59">8930 6825 863 0,'0'0'153'0,"0"0"-69"16,0 0 60-16,0 0 0 16,0 0-34-16,0 0-12 15,-31-16-7-15,31 16-15 16,0-2-20-16,0 2-5 16,0-1-19-16,0 1-5 15,0 0-14-15,0-2 1 0,0 2-14 16,9-1 12-16,7 0-2 15,8-2 8-15,3-2 15 16,10 1-12-16,2-2 1 16,5 1 3-16,5-1-6 15,3 0-18-15,2 3 1 16,4 2 9-16,2 1-9 16,-1 0-2-16,1 0 0 15,-2 0-10-15,2 4-2 16,-2 3-73-16,21 3-121 15,-13-1-324-15,-10-5-622 0</inkml:trace>
  <inkml:trace contextRef="#ctx0" brushRef="#br0" timeOffset="26909.48">11577 6749 373 0,'0'0'803'15,"0"0"-650"-15,0 0-3 16,0 0 21-16,0 0-20 15,0 0-31-15,0 0-32 16,-8 0-48-16,8 0-29 16,3 3-2-16,13 1 11 15,4 2-2-15,9-1 0 16,8 2-10-16,9 1-8 16,8-3 2-16,17 1-4 15,20 1-2-15,-7 0-143 16,17 1-90-16,-27-1-289 15,-28-2-693-15</inkml:trace>
  <inkml:trace contextRef="#ctx0" brushRef="#br0" timeOffset="27560.62">13190 6797 67 0,'0'0'1202'0,"0"0"-1035"16,0 0-41-16,0 0 21 0,0 0-47 16,0 0-7-16,0 0-40 15,36 0-12-15,-5 0 3 16,8 0-21-1,4 0-8-15,8 0-11 0,5 0-4 16,5 2-42-16,30-1-144 16,-16 2-328-16,-9-2-651 0</inkml:trace>
  <inkml:trace contextRef="#ctx0" brushRef="#br0" timeOffset="29474.29">17493 6964 1232 0,'0'0'235'16,"0"0"-163"-16,0 0 30 16,0 0 8-16,0 0-18 15,0 0-12-15,-8 0-28 16,8-2-38-16,5 1-8 15,8-1 19-15,5 1-8 16,6 1-5-16,2 0-12 16,7 0 7-16,3 0-6 0,5 0-1 15,5 0 1-15,3 1-1 16,3 1 0 0,3-2-72-16,20 1-67 0,-12 1-202 15,-10-2-315-15</inkml:trace>
  <inkml:trace contextRef="#ctx0" brushRef="#br0" timeOffset="30213.19">19575 6797 1083 0,'0'0'178'0,"0"0"-87"16,0 0 43-16,0 0-22 16,0 0-18-16,0 0-41 15,0 0 1-15,47 0 1 16,-21 2-15-16,7 2-15 15,8 2 9-15,5 0-26 16,6 1-1-16,5 2-7 16,8 0-32-16,29 4-133 15,-15-3-169-15,-8-1-366 0</inkml:trace>
  <inkml:trace contextRef="#ctx0" brushRef="#br0" timeOffset="31074.25">21379 6766 864 0,'0'0'152'0,"0"0"-48"0,0 0 106 16,0 0-37-16,0 0-16 15,0 0-20 1,0 0-38-16,-4 0-33 16,13 0-45-16,7-2 19 0,5 2 0 15,3 0-18-15,4 0-16 16,5 0-5-16,5 0 10 15,4 0-11-15,32 5-63 16,-10 3-237-16,-4-2-914 0</inkml:trace>
  <inkml:trace contextRef="#ctx0" brushRef="#br0" timeOffset="35498.87">9570 8121 310 0,'0'0'87'0,"0"0"-48"15,0 0 65-15,0 0 60 16,0 0 50-16,0 0-10 16,-13 0-38-16,12 0-61 15,-1 0 8-15,1 0-4 16,-1 0 3-16,-1 0-26 16,3 0 8-16,0 0-29 15,0 0-15-15,0 0-5 16,0 0-9-16,0 0 7 15,0 0 10-15,0 0-23 16,0 0 2-16,0 0-18 16,0 0 0-16,0 0 5 15,0 0-18-15,0 0-1 16,0 0 7-16,0 0-7 16,0 0-6-16,0-1-3 0,0 1 9 15,3 0 0-15,6 0-1 16,6 0 1-16,0 0 14 15,10 0-12-15,-1 0 2 16,4 0-4-16,-1 0 0 16,1 0 2-16,-1 0-1 15,-1 0-1-15,1 0 7 16,-5 0-5-16,-1 0-4 16,-5 0 2-16,1 0 0 15,-4-2 3-15,3 1-3 16,0-1 0-16,0 1-1 0,0-2-21 15,4 0 5 1,-4 0-30-16,2 0 28 0,0 1-30 16,-3-1 6-16,-3 0 21 15,1 1-29-15,-1 2 40 16,1-1 1-16,1 1-25 16,2 0-9-16,1 0 0 15,1 0-20-15,0 0-85 16,-2 0 82-16,8 6 6 15,-9-2-237-15,-6 0-790 0</inkml:trace>
  <inkml:trace contextRef="#ctx0" brushRef="#br0" timeOffset="36602.5">11417 8191 292 0,'0'0'160'15,"0"0"-35"-15,0 0 108 16,0 0 35-16,0 0-52 16,0 0-72-16,0 0-41 15,-28 0-22-15,28 0 10 16,0-1-1-16,0 1-49 16,0-2-41-16,3 2 1 15,8 0-1-15,8 0 26 16,8 0 3-16,5 0-2 15,6 0-7-15,2 0-20 16,5 0 16-16,0 0-3 16,1 0-13-16,2 5 0 15,1-1 9-15,3 3-9 16,-1 0 0-16,1 0-1 16,5 0-2-16,-1 1-17 0,1-1-118 15,16 3-50-15,-15-1-204 16,-10-3-769-16</inkml:trace>
  <inkml:trace contextRef="#ctx0" brushRef="#br0" timeOffset="43943.82">5171 10832 920 0,'0'0'209'0,"0"0"-133"16,0 0 2-16,0 0-5 15,0 0 34-15,0 0 45 16,-18 0-29-16,18 0-41 15,0 0-25-15,0 0-14 16,0 0-14-16,0 0-8 16,0 0-13-16,0 0-8 15,0 0-2-15,0 0 2 16,0-2 4-16,10 1-3 16,5-4 13-16,4 1-5 15,7-2-3-15,1 1 17 16,10-2-14-16,0-2-8 15,4 3-1-15,3 1 2 16,6 1 6-16,3 1-8 16,4 2 0-16,9-1-2 0,-1 1 3 15,6-2-1-15,3 0 1 16,-1 0 1-16,0 1 4 16,3-4-6-16,11 0 1 15,10-1 0-15,13-1-1 16,-10 1-10-16,-22-1 4 15,-18 3 6-15,-13 0 0 16,11 0-1-16,8-2-14 16,7 1 1-16,0 1-8 15,-3 0 11-15,-1 3 3 0,-3-2 8 16,-2-1-1 0,3 1 1-16,-2 0-6 0,-2-2 0 15,0 0-27-15,-1 2 31 16,1 0-8-16,-2 1-6 15,2 2-22-15,-2 1 16 16,-1 0 14-16,1 0 8 16,0 0-7-16,3 0-4 15,2 0-5-15,1 0-19 16,2 0-3-16,4 0 18 16,-3 0 7-16,3 0 12 15,2 0-31-15,7 0 10 16,16 0-13-16,14 0 17 0,0-3 18 15,-4 0-13 1,-10 0-11-16,-13-1 23 0,3-1 1 16,3 1 0-16,-3-1-2 15,3 0 1-15,-5 1 1 16,1 2-8-16,-2-1-6 16,3-1 7-16,3 1 7 15,0 0-1-15,0 2-8 16,-3-2 8-16,-1 3-2 15,-5 0-3-15,0 0-5 16,-12 0-13-16,-10 0 1 16,-11 0-9-16,-3 0 3 15,11 0 28-15,6 3-15 16,11 2 15-16,-1 2-15 16,12-1 14-16,12-1-53 15,-7-2-27-15,-11 0-1 16,-9-2 28-16,-15-1-1 0,11 0 13 15,4 0-43-15,-1 0 7 16,-2 0 36-16,-3 0-70 16,18 0-102-16,-18 0 59 15,-7 0 42-15</inkml:trace>
  <inkml:trace contextRef="#ctx0" brushRef="#br0" timeOffset="45529.78">7803 8974 215 0,'0'0'88'16,"0"0"29"-16,0 0 1 15,0 0 60-15,0 0-11 16,0 0-57-16,0 0-25 16,-14-4-35-16,14 4-33 15,0 0-17-15,0 0 7 16,0 2-4-16,0 6 6 16,0 2-8-16,0 1 0 15,0 5 18-15,0 0 6 16,0 4 8-16,0 5-17 0,0 0 3 15,0 6 1 1,0 1-6-16,0 6 18 0,0 3 2 16,0 3-10-16,0 4 0 15,0 3 0-15,0 3 10 16,0 2 11-16,-3 2 14 16,1 3-12-16,-1 1-15 15,0 2-6-15,-2 0 5 16,2 0-22-16,0-3 4 15,-2-1-7-15,2 1-5 16,-1-1 2-16,1 1 5 16,-2 4-7-16,1 11 8 15,1 16 7-15,0 12 3 16,1 2 10-16,1-7-14 16,1-11-9-16,0-9 5 0,-2 2-10 15,1-2 1-15,1-1-1 16,0-2-1-16,0 0 5 15,0 2-5-15,0-1 0 16,-2-1-1-16,-1 0 1 16,-1-2-1-16,-5 1 1 15,2-2 0-15,-4 1 4 16,-2 0-4-16,-2 1-2 16,0-10 2-16,3-10 0 15,3-13 0-15,3-2-11 16,-4 4-2-16,-1 7 12 0,0 3-6 15,-2-1 6 1,1-4-8-16,-1-1 7 0,1-6-21 16,0-3-25-1,2-9 19-15,-1-4 5 0,5-7-31 16,0-7-21-16,2-9-49 16,1-3-140-16,1 0-564 0</inkml:trace>
  <inkml:trace contextRef="#ctx0" brushRef="#br0" timeOffset="47104.68">7792 8977 97 0,'0'0'244'16,"0"0"-138"-16,0 0-22 16,0 0 47-16,0 0 28 15,0 0-52-15,0 0 10 16,12-18-23-16,-6 13-36 15,-2 3-25-15,-1-1-20 16,0 1-4-16,-3 2 1 16,2 0 8-16,-2 0 6 0,0 0 4 15,0 0 34-15,0 0 14 16,0 0-10-16,0 0-9 16,0 3-22-16,-5 4 18 15,-2 5-26-15,-5 2-8 16,-2 3 12-16,-2 2-22 15,1 1-1-15,-1 0-7 16,4-3 5-16,0-1-6 16,3-4 0-16,3-1-15 15,3-1-48-15,3-3-90 16,0-2-378-16,0-4-121 0</inkml:trace>
  <inkml:trace contextRef="#ctx0" brushRef="#br0" timeOffset="47388.95">7792 8913 963 0,'0'0'143'0,"0"0"-50"16,0 0-22-16,0 0-9 15,0 0-5-15,0 0-28 16,0 0-9-16,12-3-5 16,-2 8-1-16,2 4 15 15,-1 0-17-15,4 4 4 16,-2 0-15-16,2 2 12 16,2 3-3-16,0-2-10 0,10 7-10 15,-5-4-118-15,-2-3-362 0</inkml:trace>
  <inkml:trace contextRef="#ctx0" brushRef="#br0" timeOffset="48637.66">7456 12290 1139 0,'0'0'199'16,"0"0"-137"-16,0 0-3 16,0 0 49-16,0 0-32 15,0 0-38-15,0 0-11 16,0-8-27-16,3 8-9 16,5 0-1-16,7 7 10 15,-2 4 2-15,2 4-1 16,0 0 7-16,1 2-8 15,-4 1 8-15,0 3 8 16,2 2 2-16,-5 1-9 16,1-2 14-16,-4 0-14 15,0-5-9-15,-1-3 10 16,-1-4-8-16,0-5 11 16,-2-2-13-16,-1-3 1 15,1 0 41-15,-1 0 13 0,2 0-8 16,2-10-6-1,2-8-4-15,5-9-17 0,2-7-20 16,3-4-15-16,2 1-25 16,0 2 10-16,-1 3-23 15,3 3 4-15,-1 3-46 16,2 0 3-16,13-8-58 16,-8 9-48-16,0 1-420 0</inkml:trace>
  <inkml:trace contextRef="#ctx0" brushRef="#br0" timeOffset="49817.55">11514 10432 1098 0,'0'0'137'15,"0"0"-98"-15,0 0-24 16,0 0-14-16,0 0 12 16,0 0 22-16,0 0-6 15,-3 0 10-15,5 3-19 16,4 1 15-16,3 2-5 16,3 2 4-16,-2 1 1 15,2 1-21-15,3 1-8 0,0 2 19 16,1-1-11-16,4 4 2 15,-2 1-15-15,4 1 9 16,5 2 3-16,-2-2-6 16,1 0-7-16,-1 1 15 15,-1-2-4-15,-5-1-11 16,-4 0 0-16,-4 0 6 16,-4 1 4-16,-4 0-6 15,-3 3-2-15,-10 2 12 16,-14 5-12-16,-15 1 9 15,-9 4-10-15,-13 1 6 16,-16 5-7-16,-31 6-57 16,14-10-228-16,11-9-786 0</inkml:trace>
  <inkml:trace contextRef="#ctx0" brushRef="#br0" timeOffset="51122.35">5644 10531 844 0,'0'0'169'16,"0"0"-56"-16,0 0 6 15,0 0-22-15,0 0 4 16,0 0 29-16,0 0-56 16,0-19-26-16,0 19-11 15,0 0-18-15,0 0 0 0,0 0 8 16,0 0-11-16,-3 0 8 16,-5 5 5-16,-4 4-8 15,-4 8-7-15,-6 3-13 16,-5 4 0-16,-3 1 15 15,-3 2-15-15,0-1 5 16,0-1-6-16,-1-2 6 16,3 0 2-16,-1-4-8 15,1 0 0-15,4-4 10 16,-1-1-10-16,7-3 0 16,0-1 1-16,6-2-1 15,6-3 8-15,3 0-8 0,6-3-12 16,0 3-4-16,0 1 4 15,3 3 11-15,9 2-15 16,6 0 7-16,4 2 0 16,1 1 3-16,8-1 5 15,2 1 0-15,12 3-119 16,-8-5-146-16,-1 0-672 0</inkml:trace>
  <inkml:trace contextRef="#ctx0" brushRef="#br0" timeOffset="53360.21">8044 12528 1007 0,'0'0'189'16,"0"0"-143"-16,0 0-28 15,0 0 30-15,0 0 59 16,-25 80-32-16,19-51 7 16,0 4-30-16,-2 1-1 15,4 0-26-15,-2-1 1 16,2-3-4-16,-1-4-13 15,2-5-9-15,3-4 10 16,0-4-10-16,0-5-1 16,0-3-10-16,0-2-28 15,0-3-85-15,0 0-14 16,0-3 16-16,0-10 53 16,6-6-89-16,-3-6-156 0,0-5 111 15,-1-5 43 1,0-2 80-16,0-1 64 0,1 1 16 15,0 3 16-15,0 8 196 16,1 5 19-16,-1 8-20 16,0 4-49-16,2 6-47 15,-2 3-49-15,4 0 21 16,1 0-10-16,1 0 3 16,4 9-26-16,2 2 3 15,3 6 3-15,0 3-25 16,6 1 1-16,-2 3 4 15,3 0 8-15,-2 2-33 16,-1-3 3-16,-1 3-11 16,0-3 3-16,-2-4 0 15,1-1-10-15,-4-5 0 0,-1-3 0 16,-3-3 0-16,-3-4-18 16,-3-1-81-16,-2-2-46 15,-2-3 2-15,-2-9-50 16,0-3-723-16</inkml:trace>
  <inkml:trace contextRef="#ctx0" brushRef="#br0" timeOffset="53719.28">8363 12455 320 0,'0'0'768'0,"0"0"-722"0,0 0-17 16,0 0 18-16,0 0 28 15,0 0 31-15,0 0 16 16,-16-9-31-16,16 9-37 16,0 7-25-16,0 7 25 15,-3 6 21-15,0 5-20 16,1 3 0-16,-1 2-29 16,2 0-2-16,-2 0 2 15,0 0-17-15,2-1-2 16,-1-3 9-16,1-2-16 15,1-2 1-15,0-5-1 16,0-5-1-16,0-2-6 16,0-5-60-16,7-3-71 0,2-2-107 15,3-7-54-15,-2-7-337 16</inkml:trace>
  <inkml:trace contextRef="#ctx0" brushRef="#br0" timeOffset="55206.24">8120 8831 117 0,'0'0'803'15,"0"0"-679"-15,0 0 15 16,0 0-14-16,0 0 15 16,0 0 17-16,0 0-46 0,0 0-34 15,0 1-9 1,0 7-11-16,-3 5-18 15,-4 8 1-15,1 6 2 16,-2 5-21-16,-1 4-1 0,-1-1-9 16,1-1 2-16,6-4 0 15,0-5-13-15,3-5 0 16,0-5-1-16,0-4 1 16,0-5 0-16,0-3-7 15,0-2-5-15,0-1-19 16,0 0-20-16,0-1 9 15,3-10 41-15,-3-9 1 16,3-5-49-16,0-7 23 16,-3-2 26-16,5-3 4 15,-2-3-4-15,1 2 0 16,3 2 0-16,-1 4 17 16,2 7 0-16,-2 6-16 0,1 7-1 15,1 4 1 1,-5 6 0-16,1 0 0 0,1 2-1 15,-1 0 0-15,3 0-7 16,1 7 9-16,-2 2-2 16,2 4 22-16,-4 1-21 15,-2 1 5-15,-2 2 5 16,0 0 0-16,0 1 8 16,-9 0-13-16,-4-3 0 15,0-1 11-15,3-4-15 16,1-3 4-16,0-3 5 15,6-3-5-15,3-1-6 0,0 0-7 16,0 0-40-16,3 0-61 16,9 0 32-16,0-4 70 15,2 1 5-15,2 2 1 16,-3 1-1-16,-1 0-10 16,-3 0 11-16,1 8 2 15,-2 5 9-15,-7 3 11 16,-1 2 22-16,0 5 25 15,-16 1-12-15,-4 1-20 16,-5 1-15-16,-2-3 13 16,2-3-16-16,1-4-6 15,3-2-12-15,5-4-1 16,5-2-27-16,2-5-62 16,5-2-175-16,1-1-425 0</inkml:trace>
  <inkml:trace contextRef="#ctx0" brushRef="#br0" timeOffset="56574.61">5427 11187 789 0,'0'0'145'0,"0"0"-50"16,0 0 122-16,0 0-72 15,0 0 9-15,0 0-10 16,0 0-17-16,0-48-52 16,0 48-13-16,0 0-30 15,0 0-23-15,0 4-8 16,0 9 14-16,0 4 18 16,0 7 4-16,2 4-22 15,1 5 21-15,-3 1-19 16,0 2-16-16,0 1 11 15,0-2-5-15,0 0-6 16,0-3-1-16,0-6 1 16,3-3-2-16,1-8-8 15,-1-5-46-15,3-4-40 16,-1-5-95-16,1-1-135 0,-2-12-366 16,0-3 1-16</inkml:trace>
  <inkml:trace contextRef="#ctx0" brushRef="#br0" timeOffset="56859.78">5348 11137 803 0,'0'0'208'0,"0"0"-124"15,0 0 82-15,0 0-37 0,0 0 24 16,0 0-27-1,0 0-67-15,-3-9-36 0,6 7-8 16,11 2 12 0,5-1 9-16,1 1 24 0,5-2-27 15,2 1-9-15,1 0-8 16,5-3-6-16,4-1-9 16,6-2 18-1,7 0-19-15,24-6-110 0,-8 2-145 16,-10 1-895-16</inkml:trace>
  <inkml:trace contextRef="#ctx0" brushRef="#br0" timeOffset="57960.88">11549 11172 1283 0,'0'0'180'0,"0"0"-130"16,0 0-50-16,0 0 1 16,0 0 37-16,0 0 19 15,0 88-11-15,-2-58 13 16,1 4-30-16,-1 3 9 15,1 0-15-15,-1 0-1 16,2-1 3-16,0-4-24 16,0-2-1-16,0-5 14 15,0-4-14-15,0-5 1 16,0-5-1-16,5-2-27 0,1-5-84 16,4-4-146-16,-1-1-452 15,-3-9 157-15</inkml:trace>
  <inkml:trace contextRef="#ctx0" brushRef="#br0" timeOffset="58345.33">11526 11164 1205 0,'0'0'180'15,"0"0"-112"-15,0 0 40 0,0 0 1 16,0 0-35-16,0 0-18 15,0 0-8-15,20-38-10 16,0 35-7-16,5 3-3 16,1 0-6-16,1 0-8 15,0 10-12-15,0 4 11 16,0 5 9-16,-5 2-9 16,-2 3 0-16,-4 3 2 15,-7 3-5-15,-8 3 8 16,-1 7 2-16,-9 4 23 15,-16 4-2-15,-12 2-40 16,-9 3 0-16,-8-3-1 16,0 1-33-16,-22 1-42 15,15-12-223-15,11-14-352 0</inkml:trace>
  <inkml:trace contextRef="#ctx0" brushRef="#br0" timeOffset="59858.54">11455 11332 727 0,'0'0'143'0,"0"0"-71"15,0 0 32-15,0 0 58 16,0 0 12-16,0 0-16 16,-3 0-38-16,3 2-12 15,0-2-32 1,-2 0 0-16,2 0-4 0,0 0-32 16,0 0-7-16,0 0-14 15,0 0-9-15,0 0-10 16,6 0-11-16,8 0 11 15,5 0 25-15,5 0-23 16,3 0-1-16,1 0 8 16,2 0-3-16,0 0-6 15,2 0-55-15,9 0-85 16,-7 0-209-16,-7-2-918 0</inkml:trace>
  <inkml:trace contextRef="#ctx0" brushRef="#br0" timeOffset="72949.56">6352 9935 28 0,'0'0'73'15,"0"0"-37"-15,0 0 22 16,0 0 33-16,0 0 66 16,0 6 18-16,0-6-40 15,0 1-13-15,0-1-23 16,0 0-15-16,0 0-43 16,0 0-23-16,0 0-10 15,0 0-7-15,0 0-1 16,0 0 0-16,0 0 1 15,0 0 8-15,0 0-8 16,0 0 1-16,0 0 14 16,0 0 31-16,0 0 8 15,0 0-39-15,0 0-16 0,-4 0 21 16,-2 0-21-16,0-1 7 16,-3 1-7-16,0 0-2 15,-2 0 1-15,0 0 1 16,0 4 0-16,2 5 16 15,-1 1-16-15,4 1 0 16,3-1 0-16,1 1 1 16,1-1 4-16,1 0-5 15,0-3-5-15,0 0 5 16,0-3 0-16,0-1-9 16,0-2-8-16,0-1 8 15,6 0 9-15,0 0 32 16,1-1-31-16,4-7 58 0,-4-4-37 15,2 1-14-15,-5-2-7 16,-2 2 11-16,-2 0-3 16,0 1-1-16,0 3-8 15,-2 0 20-15,-5 2-13 16,1 4 28-16,0 1-1 16,-1 0 20-16,-1 0-21 15,1 3-24-15,1 5-8 16,0 4 7-16,0-1-8 15,3 1-6-15,1 0 6 16,1-1 6-16,1-1-6 16,0-1 0-16,0-2-22 0,4-2 16 15,5 0-18-15,2-4-26 16,11-1-49-16,-3 0-34 16,-5-10-508-16</inkml:trace>
  <inkml:trace contextRef="#ctx0" brushRef="#br0" timeOffset="74988.95">6337 9971 248 0,'0'0'116'0,"0"0"22"15,0 0 73-15,0 0 20 16,0 0-55-16,0 0-22 16,-1-11-82-16,-1 9 27 15,-1 2 0-15,2 0-54 16,-2 0-16-16,0 0-17 15,0 0-11-15,-3 3 2 16,0 5-3-16,3 4 0 16,-2-1-1-16,4 0-5 15,-2-1 5-15,3 0-5 16,0-3-7-16,0-1-18 16,0-2-20-16,0-3 8 15,3-1 11-15,1 0-47 16,-1 0 79-16,-1 0 3 0,4-3-1 15,-3-5 24-15,0-2-20 16,0-3-5-16,0 2 16 16,-3 1-15-16,0 2 7 15,0 2-2-15,0 3-5 16,0 3 24-16,0 0-19 16,-1 0 5-16,-2 0-12 15,-2 9-25-15,2 3-8 16,3 8-163-16,0-1-165 15,0-7-198-15</inkml:trace>
  <inkml:trace contextRef="#ctx0" brushRef="#br0" timeOffset="80736.25">18937 8792 1111 0,'0'0'160'0,"0"0"-83"15,0 0 13-15,0 0 9 0,0 0-7 16,0 0 2-16,0-28-2 16,0 27-35-1,0 1-13-15,0 0-14 0,0 0-2 16,0 0 5-16,0 0-22 16,-2 0-10-16,2 5 13 15,-1 8-13-15,-2 10 20 16,-2 8-9-16,0 9 4 15,-3 7 3-15,0 3-9 16,-1 0-2-16,1 0-7 16,2-5 0-16,0-3 8 15,-1-7-9-15,4-2 0 16,-2-6 0-16,3-6 0 0,1-6-21 16,1-3-52-16,0-7-107 15,0-5-113-15,0-4-391 16,3-9 38-16</inkml:trace>
  <inkml:trace contextRef="#ctx0" brushRef="#br0" timeOffset="81093.23">18698 8781 1024 0,'0'0'165'0,"0"0"15"16,0 0 22-16,0 0-64 15,0 0-25-15,0 0-36 16,0 0-27-16,-12-9-23 16,12 9-14-16,0-1-13 15,0 1-5-15,9 0 5 16,6-1 22-16,6 1-16 15,6 0 7-15,4-3-4 16,5 0-8-16,5-1 11 16,3-2-10-16,3-2-1 15,1 0-1-15,1-2-12 0,-2 1-46 16,-3 2-125-16,1 1-84 16,-10 3-232-16,-10 2-209 15</inkml:trace>
  <inkml:trace contextRef="#ctx0" brushRef="#br0" timeOffset="81446.14">19480 8500 1237 0,'0'0'168'0,"0"0"-68"0,0 0-5 15,0 0-21-15,0 0-15 16,0 0-27-16,0 0-24 15,0 27 3-15,-4-4 28 16,-3 6-18-16,0 4-8 16,-2 2 6-16,-1 1-19 15,-1 3 0-15,0 0-6 0,-3 11-115 16,5-11-122-16,0-6-600 16</inkml:trace>
  <inkml:trace contextRef="#ctx0" brushRef="#br0" timeOffset="82192.84">19317 9309 884 0,'0'0'162'0,"0"0"-86"16,0 0 86-16,0 0-22 15,0 0 3-15,0 0-17 16,0 0-49-16,-39-21-54 16,39 18-22-16,2 0 9 15,9 2 3-15,2-1-7 0,2 2-6 16,0 0-1 0,-2 0-6-16,-1 10 7 0,-6 4 0 15,-2 3 0-15,-4 6 28 16,0 3 0-16,-4 3-12 15,-8-1 2 1,0-4 11-16,1-5-10 0,1-4 3 16,4-5-12-16,2-5-1 15,4-5-4-15,0 0-5 16,0-1-54-16,7-15-46 16,8-8 45-16,3-5-36 15,1-7 1-15,1 1 45 16,-4-2 45-16,-1 5 0 15,-3 4 11-15,-4 5 43 16,-4 10 1-16,-2 6 17 0,-2 6 33 16,0 1-20-16,0 0-45 15,0 0 9-15,0 0-25 16,0 3 4-16,-2 8-21 16,-4 6-5-16,0 3-1 15,2 5 7-15,-1 2-6 16,3 2-2-16,2 0 0 15,0-1 13-15,0-2-13 16,7-5-1-16,6-5-18 16,5-3 12-16,4-6-33 15,4-7-79-15,17-5-59 16,-7-12-38-16,-5-3-713 0</inkml:trace>
  <inkml:trace contextRef="#ctx0" brushRef="#br0" timeOffset="82609.98">19927 8729 1053 0,'0'0'143'0,"0"0"-18"15,0 0 78-15,0 0-98 16,0 0-21-16,0 0-23 16,0 0-2-16,-94 42-12 15,77-19-9-15,3 4-3 16,0 1 15-16,1 1-21 15,3 4-1-15,2-2-16 16,1 0 7-16,4-1-8 16,3-1-11-16,0-1-3 15,2-2-3-15,12-2 6 16,3-2-2-16,7-5-46 0,1-2-31 16,5-5-71-1,16-8-44-15,-4-2-64 0,-8 0-364 16</inkml:trace>
  <inkml:trace contextRef="#ctx0" brushRef="#br0" timeOffset="83874">20186 9141 842 0,'0'0'221'16,"0"0"-102"-16,0 0-12 15,0 0 25-15,0 0 28 16,0 0-61-16,0 0-23 16,0 0-57-16,5-9 4 15,4-2 18-15,4-6-28 16,1-2-11-16,3-7 14 0,-1-1-16 16,1-2-2-16,-1-2 2 15,-1-2 0-15,0-1 0 16,-5-1 2-1,2 1 4-15,-4 3 6 0,-4 4 6 16,-1 5 21-16,0 6-8 16,-3 6 15-16,2 3-13 15,-2 5-21-15,0 2 4 16,0 0 9-16,0 0-24 16,0 0-1-16,0 0-20 15,0 1 17-15,0 10 3 0,0 6 6 16,0 4 4-1,0 6 9-15,0 1-10 0,0 4-3 16,0 1-5 0,0 1 17-16,-2-2-1 0,-1-2-17 15,0-3 0-15,2-8-2 16,-1-3 2 0,2-6 0-16,0-3-9 0,0-4-16 15,0-2-58-15,0-1-78 16,0 0-4-16,0-2-59 15,8-10-273-15,-1-1-116 0</inkml:trace>
  <inkml:trace contextRef="#ctx0" brushRef="#br0" timeOffset="84354.13">20641 8738 803 0,'0'0'58'16,"0"0"40"-16,0 0 57 15,0 0 14-15,0 0 1 16,0 0-26-16,-81 8-69 16,74-3-24-16,1 1-16 15,3 0-24-15,0 3-1 16,3 1 4-16,0 3 0 15,0 3 3-15,0-1-8 0,0 3 6 16,4 2 5-16,4 0-11 16,2 1 1-16,0 0 16 15,1 0-17-15,2-1-1 16,-1-1 2-16,1-2 0 16,-3-1 9-16,-3 1-19 15,-1-3 1-15,-3-1 7 16,0 0 3-16,-3-1 3 15,0-1 1-15,-6 0 11 16,-7 1 11-16,-4 0-27 16,-1-1 2-16,-1-2 0 15,1-2-11-15,0-3 9 16,4-3-10-16,1-1 0 16,4 0-1-16,2 0-12 0,4-8-71 15,3-18-144 1,0 2-97-16,7 1-325 0</inkml:trace>
  <inkml:trace contextRef="#ctx0" brushRef="#br0" timeOffset="84662.68">20622 8747 717 0,'0'0'190'0,"0"0"-28"15,0 0 26-15,0 0-54 0,0 0-49 16,0 0-38 0,0 0-40-16,4-9-6 0,5 9 15 15,4-2-16 1,3 1 8-16,4-1-8 0,1-2 0 15,1 1 0-15,2-1-44 16,0 1-74-16,3-1-101 16,-3 2-29-16,-5 2-301 0</inkml:trace>
  <inkml:trace contextRef="#ctx0" brushRef="#br0" timeOffset="85298.8">20994 8757 712 0,'0'0'201'0,"0"0"52"0,0 0-142 15,0 0-53-15,0 0 109 16,0 0-49-16,0 0-45 16,-76 14-3-16,63-6-29 15,-1 2-5-15,4 3-23 16,1 0 6-16,3 1 2 15,-1 1-12-15,2 2-3 0,3 2 11 16,2 1-4 0,0 1-12-16,0 0 0 0,8 1 8 15,4 1-9-15,1 1 4 16,2-2-4-16,0 1 8 16,-2-1-7-16,-2-1-2 15,-4-3 2-15,-2-1 4 16,-5-3 2-16,0-1-7 15,0-3 0-15,-5-2 13 16,-8 1-6-16,-3-3 6 16,-1 0-5-16,1-3 6 15,1-3 4-15,0 0-16 16,3-2 4-16,0-7 3 16,5-5-9-16,2-2 0 15,5-2-44-15,0-4 22 0,2 1 9 16,10-1-6-16,5-2-12 15,4-2 24-15,2 1-15 16,1 0 7-16,-1-4 2 16,-2 1-22-16,-3 0 29 15,-3 0 4-15,-4 0 2 16,-5 2 9-16,-3 2-8 16,-3 3 12-16,0 3-11 15,0 4 14-15,-3 2 7 16,-5 4-5-16,1 2 10 15,-2 3-8-15,1 2-14 16,4 1-6-16,-1 0-64 16,4 0-75-16,1 8-31 0,0 1-98 15,0-1-614-15</inkml:trace>
  <inkml:trace contextRef="#ctx0" brushRef="#br0" timeOffset="86544.06">21318 8613 546 0,'0'0'218'0,"0"0"-99"15,0 0 119-15,0 0-44 0,0 0-78 16,0 0-10-1,0 0 11-15,-36-38 0 0,27 38-66 16,-1 0-28 0,-2 0 27-16,1 8-25 0,0 4-19 15,1 2-6-15,3-1 14 16,4 1-14-16,3 0 0 16,0 0-5-16,0-2 5 15,1-2 0-15,8-1-1 16,2-3-12-16,1-4 13 15,0-2 6-15,1 0-6 16,1-2 7-16,-2-10 19 16,-1-3-4-16,-2-1-22 15,-2 0 1-15,-4-3 5 16,-3 2-5-16,0 1 5 0,0 0-6 16,-5 2 10-16,-3 2 7 15,-1 1-17-15,1 4 0 16,0 3 5-16,2 1 4 15,3 1-9-15,2 2-9 16,1 0-83-16,0 3-57 16,0 9-16-16,7-1-172 15,1-1-549-15</inkml:trace>
  <inkml:trace contextRef="#ctx0" brushRef="#br0" timeOffset="87883.74">21557 8785 447 0,'0'0'228'16,"0"0"-17"-16,0 0 58 15,0 0-76-15,0 0-26 0,0 0-60 16,0 0-32-1,0-3-11-15,0 3-23 0,0 6-25 16,0 8 12-16,0 6 45 16,0 4-10-16,0 5-17 15,-2 4-13-15,-4 3-5 16,1 3-2-16,-2 2-20 16,3-2-5-16,1 1-1 15,1-5 7-15,1-4-7 16,1-4 0-16,0-5-2 15,0-5 2-15,0-5-12 16,0-5-7-16,6-6-80 16,1-1-89-16,2 0 76 0,0-14-51 15,0-17-219-15,0 4-325 16,-6 1 324-16</inkml:trace>
  <inkml:trace contextRef="#ctx0" brushRef="#br0" timeOffset="88125.13">21425 8722 1237 0,'0'0'183'0,"0"0"-47"15,0 0 23-15,0 0-36 16,0 0 7-16,0 0-33 15,0 0-58-15,-10-4-39 0,13 4-14 16,9 0 14-16,3 0 26 16,6 0-25-16,2 0 11 15,4 0-1-15,1-2-11 16,2-3 11-16,2-3-11 16,-1 1-1-16,2 0-30 15,0 0-82-15,6 3-48 16,-7 2-90-16,-8 1-434 0</inkml:trace>
  <inkml:trace contextRef="#ctx0" brushRef="#br0" timeOffset="89819.52">22116 9026 1139 0,'0'0'164'0,"0"0"-108"16,0 0 11-16,0 0 9 0,0 0-4 16,0 0-43-1,0 0-21-15,16-15 3 0,-7 12 2 16,1 3-5-16,1 0-8 16,-3 0 0-16,-1 0 13 15,1 5 0-15,-1 6-11 16,-2 3 23-16,-5 6 8 15,0 2 15-15,0 4-7 16,-15 3 6-16,-3 4 3 16,-5-2-28-16,0 0-10 15,0-4-12-15,5-2 0 16,1-4 0-16,6-4-75 16,3-3-107-16,5-5-193 15,3-6-617-15</inkml:trace>
  <inkml:trace contextRef="#ctx0" brushRef="#br0" timeOffset="91931.97">22789 8691 725 0,'0'0'159'0,"0"0"-78"16,0 0 13-16,0 0 60 16,0 0-16-16,0 0-49 15,0 0-23-15,-8 21-19 16,4-15 4-16,-2-1-10 16,-1 1-15-16,-1 3 7 0,-3-2 14 15,-3 1-10-15,0 0-8 16,-2-1-9-16,1-1-4 15,0-2 6-15,5-1-8 16,-1-3-3-16,5 0 27 16,0 0-13-16,2-2-9 15,1-7-15-15,0-5 6 16,1-3 4-16,2-1-10 16,0-1 16-16,0-1-17 15,0 1 5-15,8 0-5 16,2 4 0-16,2 0 1 15,0 4-2-15,3 3-8 16,0 3 4-16,1 4 5 16,-1 1 0-16,3 0-1 15,-3 0-9-15,1 7 3 0,-2 4 5 16,-3 4-4-16,0 0-2 16,-3 5 8-16,-5 1 9 15,-2 4 6-15,-1 2-6 16,0 1-3-16,-10 2 18 15,-6-1-2-15,-3-3 2 16,-1-1-1-16,-4 0 2 16,-1-4-7-16,-1-2-5 15,-2-2-11-15,-1-3 19 16,4-4-13-16,1-1 1 16,6-5-9-16,5-2 1 15,4-2 10-15,4 0-11 16,4 0 0-16,1 0 0 0,0 0 2 15,0-2-2-15,0 1 1 16,0-1 6-16,0 2-14 16,0 0 6-16,0 0-17 15,0 0 3-15,12 0 14 16,4 0 0-16,4 0 1 16,2 0 0-16,2 5 2 15,-2-1-2-15,2 2 1 16,-2-2 9-16,1 1-10 15,-2 0 0-15,1-1-1 16,0 0 1-16,2-1 3 16,-1-2-3-16,1-1 0 0,-1 0-9 15,-2 0-13-15,-3 0-77 16,-1 0-63-16,-5-8-60 16,-5 2-184-16,-4-1-524 15</inkml:trace>
  <inkml:trace contextRef="#ctx0" brushRef="#br0" timeOffset="92801.32">23107 8663 684 0,'0'0'126'16,"0"0"-50"-16,0 0 95 16,0 0 27-16,0 0-1 15,0 0-31-15,0 0-57 16,8-13 1-16,-8 13-11 16,0 0-38-16,0 0-35 15,0 1-7-15,0 8-6 16,0 3 12-16,0 5-6 0,0 5 5 15,0 0 18 1,0 5-21-16,0 1 3 0,-1 2-11 16,-3 2 2-16,2 1 0 15,1-3-14-15,1-4 0 16,0-3 11-16,0-6-11 16,0-3-2-16,0-6-8 15,0-2 9-15,0-3-1 16,0-2-22-16,0-1-25 15,0 2-13-15,0-2-68 16,0 1-45-16,4-1-115 16,2 0-241-16,0-7-260 0</inkml:trace>
  <inkml:trace contextRef="#ctx0" brushRef="#br0" timeOffset="93491.48">23352 8424 697 0,'0'0'214'16,"0"0"-39"-16,0 0 13 16,0 0-55-16,0 0 49 15,0 0-47-15,0 0-38 16,-8-23-12-16,6 23-43 15,1 0-7-15,-1 0-13 16,-2 0-5-16,-1 6-5 16,-3 7-12-16,0 4 0 15,1 1 4-15,2 3-4 16,2 2 0-16,3-2-1 0,0 0 1 16,0-2 7-1,6-5-7-15,5-3-8 0,1-3 2 16,1-5-2-16,2-3 8 15,1 0 0-15,-1-6 17 16,0-6-7-16,-3-5-10 16,-3-1 0-16,-6-2 0 15,-3-3 0-15,0 2 0 16,-3-1-5-16,-12 2 5 16,2 1 19-16,-4 4 1 15,2 4 5-15,2 4-10 16,2 4-13-16,5 3-1 15,-1 0-1-15,4 0-5 16,2 4 5-16,1 7-33 16,0 0-77-16,8 5-65 0,4-3-98 15,2-5-591-15</inkml:trace>
  <inkml:trace contextRef="#ctx0" brushRef="#br0" timeOffset="94725.02">23706 8653 185 0,'0'0'124'16,"0"0"55"-16,0 0 50 16,0 0-51-16,0 0-63 15,0 0 71-15,0 0-62 16,2-16-19-16,-2 16 8 15,0 0-14-15,0 0-15 16,0 0-37-16,0 0-13 16,0 0 8-16,0 0-18 0,0 0-24 15,0 0 8-15,0 2-8 16,0 6 18-16,0 6-3 16,-3 4-2-16,-2 5 23 15,0 4-12-15,-1 1-1 16,1 2-9-16,2 1-5 15,0-2 2-15,3-3-11 16,0-2 0-16,0-6 10 16,0-2-10-16,0-5 0 15,0-1-13-15,0-3 13 16,0-2-14-16,3-2-59 16,0-1-49-16,-1-2-24 15,1 0-59-15,1-2-131 16,2-8-290-16</inkml:trace>
  <inkml:trace contextRef="#ctx0" brushRef="#br0" timeOffset="95355.71">23702 8649 702 0,'0'0'209'0,"0"0"36"15,0 0-79-15,0 0 34 16,0 0-54-16,0 0-72 15,0 0-58-15,9-49-14 16,5 48 4-16,3-1-5 16,0 2 6-16,1 0-7 15,-1 0 8-15,0 6 5 0,-2 3-13 16,-3-1 0-16,-5 2 1 16,-2 2 15-16,-5-3 14 15,0 3 3-15,-3-1 32 16,-12 1 7-16,-6 1-37 15,-1 0-13-15,-1-2-2 16,-1-1-4 0,5-1-6-16,4-4-9 0,3-1 7 15,6-1-2-15,5-3-6 16,1 2-23-16,0-2-11 16,7 1-12-16,9 0 32 15,5 2 1-15,0 1 7 16,3 1-1-16,0 2 3 15,-3 1 4-15,-3 2 8 0,-2 3-8 16,-5 3-6-16,-5 0 6 16,-5 2 9-16,-1 2 13 15,-1 0 0-15,-16 0 9 16,-4 0 2-16,-2-2-13 16,-4-2 15-16,-2-2-22 15,4-1-2-15,-1-4-7 16,7 0-4-16,4-4-10 15,6-1-42-15,9-2-106 16,0-2-221-16,0 0-810 0</inkml:trace>
  <inkml:trace contextRef="#ctx0" brushRef="#br0" timeOffset="96457.49">24305 8880 898 0,'0'0'165'0,"0"0"14"15,0 0-18-15,0 0-24 16,0 0 3-16,0 0-82 0,0 0-45 16,0 0-13-16,0 3-13 15,0 7 13-15,0 5 1 16,0 9 7-16,0 4 12 15,-5 6-13-15,-7 3 1 16,-2-3-7-16,0-2 9 16,2-4-10-16,3-5 0 15,3-6-14-15,6-4-58 16,0-6-182-16,3-6-491 0</inkml:trace>
  <inkml:trace contextRef="#ctx0" brushRef="#br0" timeOffset="97547.11">24872 8627 766 0,'0'0'166'0,"0"0"-127"15,0 0-15-15,0 0 98 16,0 0 25-16,0 0-47 15,0 0-50-15,3 0-15 16,-3-3 13-16,0 1-30 16,0-1-5-16,-11-2 14 15,1 1-18-15,-2 0-2 16,-4 1 41-16,-4 2-13 16,1 1 9-16,-4 0-26 15,0 0 14-15,0 0 14 16,1 2-5-16,-1 7 0 15,1 2-25-15,4 4 12 16,0 2-8-16,3 1-20 0,2 1 0 16,5 0 9-16,4 1-8 15,2-3-2-15,2-1 0 16,0-2 1-16,3 1 0 16,8-5-16-16,5-3 16 15,2-3 2-15,6-4-1 16,1 0-2-16,2-6-22 15,0-8-11-15,-2-4 10 16,-4-3-40-16,0 0-2 16,-6-1 59-16,-2 0 7 0,-3 1 0 15,-4 1 7 1,-2 2 9-16,-3 2 29 0,-1 2 3 16,0 4 1-16,0 3 27 15,0 4-25-15,0 2-3 16,0 1-26-16,0 0-11 15,0 0-11-15,0 0 0 16,0 0 0-16,0 7 0 16,0 2 0-16,0 7 15 15,-1 4-6-15,-3 3 7 16,1 3 16-16,-2 4-15 16,-1 4 8-16,0 1 3 15,0 1-19-15,-1-2 4 16,2-1-13-16,2-3 12 15,2-6-4-15,1-5-8 0,0-3 0 16,0-5-1-16,0-2 1 16,0-3-9-16,0-1-3 15,0-2-31-15,0 0 6 16,0-3-39-16,0 0-112 16,1 0-38-16,4 0-68 15,-1-7-655-15</inkml:trace>
  <inkml:trace contextRef="#ctx0" brushRef="#br0" timeOffset="100122.96">25263 8791 622 0,'0'0'179'0,"0"0"-118"15,0 0 53-15,0 0 60 0,0 0-48 16,0 0-42-16,0 0-13 15,13-45-42-15,-12 41-6 16,-1 1 15-16,0 0-5 16,0 0 10-16,0 2-10 15,0 1-7-15,0-2 15 16,0 2 3-16,0-1 29 16,-3 1-10-16,-7 0-38 15,0 0-8-15,-4 0-15 16,-2 0-1-16,-2 3 24 15,3 5-15-15,-3 3 2 16,5-1-2-16,1 3-4 16,0-2 2-16,6 2-8 15,1 0 0-15,5 0 12 16,0 1-12-16,0-1-7 0,5 0 7 16,5 1 0-1,5-1 1-15,0-1 9 0,1-2-10 16,0-2 23-16,0-1-22 15,-3-2 33-15,-1 1-18 16,-6-3-2-16,-3-1 0 16,-3 1-3-16,0 2-1 15,-7 2 42-15,-13 4-27 16,-6 3-5-16,-6 3-19 16,-1 0 8-16,4-2-5 15,2 0-4-15,9-3-21 16,4-2-32-16,11-2-123 15,3-4-154-15,0-4-616 0</inkml:trace>
  <inkml:trace contextRef="#ctx0" brushRef="#br0" timeOffset="101903.68">25476 8411 605 0,'0'0'167'0,"0"0"-15"16,0 0 30-16,0 0 74 15,0 0-128-15,0 0-28 16,0 0-8-16,0-32-23 16,0 32-4-16,0 0-16 15,0 0-7-15,0 0-5 16,0 0-24-16,0 0 5 16,0 0-8-16,0 0 7 15,0 0 14-15,0 0-9 16,0 0 3-16,0 0 4 15,0 0-11-15,0 0 4 0,0 0-9 16,0 0-2-16,0 0 2 16,0 0-13-16,0 0 2 15,0 0-4-15,0 0 4 16,0 0-4-16,0 0-4 16,0 0 6-16,0 0 12 15,0 0-12-15,0 0-1 16,0 0 1-16,0 0-2 15,0 0 2-15,0 0-10 16,2 0 10-16,1 0 9 16,2 2-9-16,-2 0-2 15,2 3 2-15,2 0 0 0,1 3 2 16,5 4-2-16,-1 0 0 16,3 2 4-16,0 2-4 15,0 3-8-15,-2 0 8 16,1 4 2-16,1 2 7 15,-2 5-8-15,0 2-1 16,-3 7 12-16,-3 4-12 16,-5 7-1-16,-2 17 1 15,-12 16 12-15,-21 16-8 16,-8 3-4-16,-8-7-25 16,6-21-37-16,4-19-55 15,-12 9-66-15,13-19-77 16,0-4-524-16</inkml:trace>
  <inkml:trace contextRef="#ctx0" brushRef="#br0" timeOffset="111008.53">19528 9103 628 0,'0'0'105'0,"0"0"-47"15,0 0 24-15,0 0 18 16,0 0 82-16,0 0-92 16,-9-37 21-16,7 33 8 15,0 0-36-15,-1 1-36 16,-1 0 40-16,3 0 2 0,-4 0-20 15,2 0-19-15,-1-1-30 16,-2 1-12-16,0 0 21 16,-4 1-19-16,2-1-4 15,-4 1 3-15,-3 2-9 16,-2 0 1-16,-3 0 1 16,-4 2 4-16,0 5-10 15,0 1 4-15,-1 4 0 16,1-2 0-16,2 1 1 15,2 2-1-15,-1-2 0 16,2 3 1-16,1 1-1 16,-1 3 0-16,0 0 1 15,0 2 6-15,-1 1-7 0,1 1-1 16,2 0 0 0,0-1 1-16,2 0 0 0,3 0-6 15,1 0 6-15,3 2 2 16,3 1-2-16,2 1-5 15,2 2 5-15,1 0 0 16,0 1 0-16,0-2-10 16,10-4 9-16,4-1 1 15,1-1-10-15,5-2 4 16,2 1-3-16,3-4 15 16,3 2-6-16,1-3 1 15,2 0 5-15,-1-1 6 16,-2-1-12-16,0-3 0 15,1 0 1-15,-3-4-1 16,1-2 0-16,-1-2-3 0,1-1 3 16,0 0 17-16,-1-4-17 15,3-7 1-15,-2-1 5 16,-2-4 6-16,-2-3-6 16,0 1-5-16,-2-3-1 15,-3-2 9-15,0-2-9 16,-3-2 0-16,0-2 0 15,-5-4 7-15,-1-1-6 16,-5-1 0-16,-2-1 7 16,-2 3-8-16,0-1 9 15,-5 1-3-15,-8 4 0 16,-2 0 1-16,-4 4 1 0,-3 3-7 16,-1 3-1-16,-4 4 0 15,-3 5-32-15,1 4-24 16,-3 6-32-16,-8 6-36 15,9 8-95-15,5 2-310 0</inkml:trace>
  <inkml:trace contextRef="#ctx0" brushRef="#br0" timeOffset="112827.74">22519 9350 743 0,'0'0'194'0,"0"0"-134"15,0 0 13-15,0 0-10 16,0 0 56-16,0 0-20 16,0-6-44-16,0 6-6 15,0-1 25-15,2 1-8 0,-2 0-15 16,0 0-21-16,1 0-11 15,-1 0-1-15,2 0-18 16,3 0-13-16,3 0 13 16,7 0 17-16,10 0 9 15,8 0-7-15,11 0 0 16,8 0-4-16,9-2-2 16,16 0 3-16,17 0 13 15,15 1-17-15,3 1-11 16,-7 0 2-16,-6 0 10 15,-8 3-11-15,3 4 8 16,-1 0-10-16,1 0 0 16,-3-2 11-16,0-1-11 15,1-2-20-15,-1-2 20 0,-1 0-8 16,-14 0-31-16,-15 0 20 16,-14 0-18-16,-4 0 17 15,3 0-12-15,9 0 16 16,6 0 7-16,-3 0-1 15,-2 3-12-15,-5-1-12 16,-2 1-18-16,-6 1-41 16,-3-2 38-16,-4 1-14 15,-3-2 6-15,-3 0-49 16,-5 1-28-16,2-1-102 16,-8 1-101-16,-2-2 7 0</inkml:trace>
  <inkml:trace contextRef="#ctx0" brushRef="#br0" timeOffset="139969.23">5700 10021 204 0,'0'0'226'16,"0"0"-128"-16,0 0-31 15,0 0 19-15,0 0 99 16,0 0-56-16,-15 0-63 16,14-1 18-16,-2 1 22 15,2-1 2-15,-2 1-31 16,1-2-10-16,-1 2-26 15,0 0 1-15,3 0 10 16,-3 0-11-16,0 0-12 16,3 0 0-16,0 0 2 15,-3 0-15-15,3 0-4 0,0 0 4 16,0 0-15-16,0 0 5 16,0 0-6-16,0 0 0 15,0 0 0-15,0 0-10 16,0-1-4-16,0 1-2 15,0 0-7-15,0-2 4 16,0 2 3-16,3 0 16 16,6 0 19-16,7 0-12 15,1 0-5-15,2 0 8 16,3 0-3-16,1 0 8 16,-1-1-15-16,2-1 0 15,1 0 13-15,-2-1-13 0,2 1 1 16,1-1-1-1,-1 1 2-15,5-3-1 0,-2 3-1 16,2-4 0-16,0 2 2 16,-2-2-2-16,2 2-9 15,-6-1 0-15,-2 0-8 16,-4 1 9-16,-1 1 1 16,-3 2-10-16,-3-1 15 15,-2 1-4-15,1 1 5 16,-2 0 0-16,-1 0-1 15,1 0 1-15,-1 0-6 16,2 0 7-16,-3 0-1 16,0 0-8-16,0 0-3 15,-2 0-10-15,-2 0-14 16,-1 0-56-16,-1 0-40 16,0 0-24-16,0 0-7 15,0 0-59-15,0 0-28 0,0 0-73 0</inkml:trace>
  <inkml:trace contextRef="#ctx0" brushRef="#br0" timeOffset="140803.51">5854 9832 123 0,'0'0'205'16,"0"0"-119"-16,0 0-9 16,0 0 6-16,0 0 46 15,0 0-27-15,0 0 2 16,0-1 2-16,0 1-31 16,0 0 13-16,0 0-7 15,0 0-10-15,0 0-37 16,0 0-1-16,0 0-7 15,0 4 32-15,-6 5-39 16,-3 2-3-16,-3 2-6 0,-3 1 3 16,-3 1 2-16,0 0-6 15,-4 3-8-15,1-3 17 16,-1 2-11-16,4-1-6 16,-3-1-1-16,7-2 6 15,0-2-4-15,3-1-2 16,2-4 0-16,2-1 12 15,7-2-12-15,-3-1 0 16,3-1-10-16,0-1 8 16,0 2-10-16,0 0 2 15,0 1 8-15,0 0-9 16,0 3 18-16,10 1-7 16,1 1 23-16,1 0 14 0,4 2-7 15,-1 2-11 1,3-2-10-16,-3 0 14 0,6-2-23 15,-1 1 0-15,0-1-1 16,2-1-7-16,7 1-138 16,-7-1-102-16,-5-3-456 0</inkml:trace>
  <inkml:trace contextRef="#ctx0" brushRef="#br0" timeOffset="148173.7">17473 6802 2 0,'0'0'36'15,"0"0"16"-15,0 0 1 16,0 0 61-16,0 0-19 0,0 0 21 16,-1-2-5-1,1 2 17-15,0 0 9 0,0 0-31 16,0-1-33-1,0 1 0-15,0 0-33 0,0-2-9 16,0 2-17-16,0 0 22 16,0 0-20-16,0 0 3 15,0 0 14-15,0 0-9 16,0 0-3-16,0 0-5 16,0 0-10-16,0 0 9 15,0-1-10-15,0 1-5 16,0 0 0-16,0-2 0 15,4 2 18-15,2 0-17 16,0-1 0-16,3 1 13 16,0-1-14-16,4 1 0 15,1-2 0-15,2 2 9 16,1 0-8-16,2 0-1 0,0 0 0 16,1 0 3-1,1 0-3-15,2 0-1 0,3 0-6 16,-2 0 7-16,4 0 8 15,1 0-8-15,-1 0 0 16,-1 0 3-16,0 0-3 16,-1 0-1-16,3 0-5 15,0 2 6-15,3-2-1 16,1 0-8-16,1 0-23 16,0 0-1-16,-1 0-19 15,0 0-73-15,-3-2 7 16,-3-2-69-16,-2 0-48 15,-2 1 57-15,-3 0 116 0,-2 0-85 16,0 0 23 0,-3 2 26-16,-6-1 84 0</inkml:trace>
  <inkml:trace contextRef="#ctx0" brushRef="#br0" timeOffset="148788.76">17382 6848 480 0,'0'0'137'16,"0"0"-115"-16,0 0 5 15,0 0 32-15,0 0-14 16,0 0 10-16,0 0 52 15,94-5-26-15,-52 4-6 16,9-2-32-16,7 0-19 16,5 2 2-16,5 0-26 15,-1-1-20-15,0 2-58 16,18 0-71-16,-17 0-167 16,-12 0-68-16</inkml:trace>
  <inkml:trace contextRef="#ctx0" brushRef="#br0" timeOffset="159311.23">26222 8486 126 0,'0'0'128'0,"0"0"-59"16,0 0-2-16,0 0 51 15,0 0 61-15,0 0-29 16,-37-32-20-16,32 26-23 16,2 2 41-16,0 1-44 15,0 0-29-15,0 2 17 16,2-1-9-16,-1 2-44 0,1 0-11 16,1 0-18-16,0 0-9 15,0 0 8-15,0 0-9 16,0 0-12-16,0 0 11 15,0 0-25-15,0 0 26 16,9 7 3-16,6 6 4 16,4 1 6-16,8 2-13 15,3 0 2-15,4 1 11 16,5-2 5-16,0-1-2 16,-1-1-6-16,0-3-1 15,-5-1-9-15,-4 0 1 16,-5-2-1-16,-7-2 0 15,-4-1 0-15,-7-1-12 0,-3 0-10 16,-3 0-13-16,0 1 35 16,-3 3 23-16,-13 5-2 15,-7 5 5-15,-8 4-8 16,-6 4 15-16,-2 2-20 16,-2 0-13-16,3 1 21 15,-2-1-20-15,5-2-2 16,2-2 2-16,5-4 8 15,4-3-9-15,5-2-6 16,2-4 6-16,7-3-8 16,2-1-5-16,5-5-55 15,3-1-53-15,0 0-57 0,8-5-462 16,4-6 80-16</inkml:trace>
  <inkml:trace contextRef="#ctx0" brushRef="#br0" timeOffset="159901.51">26813 8560 922 0,'0'0'156'0,"0"0"-105"0,0 0 38 16,0 0 53-16,0 0-23 15,0 0-53-15,0 0-42 16,0-4-22-16,0 4 15 16,0 0-15-16,0 0-2 15,0 0 1-15,0 0 6 16,0 0 6-16,0 0 0 15,0 1 8-15,-6 9 14 16,-2 2-8-16,1 5-2 16,-1 1-12-16,0 4 2 15,2-1 2-15,3 3-16 16,3 1-1-16,0 1 17 16,0-1-17-16,6-4-1 0,8-2-6 15,3-4 7-15,5-3 39 16,5-7-39-16,3-3 19 15,1-2 7-15,4-3-11 16,0-11-3-16,0-8-11 16,-2-2 0-16,-7-4 30 15,-5-1-30-15,-9-4 8 16,-7 1 17-16,-5-1 11 16,-2 3 4-16,-14 4-6 15,-8 2-7-15,-6 4 13 16,-6 7-20-16,-1 3-15 15,-3 8-6-15,4 2-12 0,-1 0-79 16,8 9-160 0,7 1-695-16</inkml:trace>
  <inkml:trace contextRef="#ctx0" brushRef="#br0" timeOffset="163095.16">28038 8472 340 0,'0'0'173'0,"0"0"11"0,0 0 35 16,0 0-11-16,0 0-49 15,0 0-50-15,0 0-49 16,1-5-9-16,-1 5 37 15,0 0-43-15,0 0 5 16,0 0-2-16,0 0-11 16,0 0-24-16,0 0-13 15,0 5 0-15,0 6 1 16,0 6 43-16,-1 6-2 16,-4 7 2-16,-1 3-22 15,-3 7 6-15,-1 2-20 16,1 2 2-16,0 1 6 15,0-4-16-15,0-3 0 0,3-4 0 16,2-4 1-16,0-6-2 16,1-4-2-16,2-4-19 15,1-4-46-15,0-5-72 16,0-3-40-16,0-4-45 16,0-3-264-16,0-8-12 0</inkml:trace>
  <inkml:trace contextRef="#ctx0" brushRef="#br0" timeOffset="163409.29">27984 8595 489 0,'0'0'245'0,"0"0"-54"15,0 0-61-15,23-89 46 16,-15 72-41-16,1 4-16 16,0 5-23-16,3 1-35 15,0 3-7-15,4 2-6 16,-1 2-17-16,3 0 13 15,-3 0-3-15,1 7-27 16,-3 3 13-16,-3 3-14 16,-1 1-13-16,-6 1 22 15,-2 1 6-15,-1 2 1 16,0-1 7-16,-6 1-8 16,-7 1 0-16,-1-2-19 15,0-3-7-15,0-3 21 16,-1-1-16-16,3-3-7 15,2-1-24-15,1-2-8 16,6-3-36-16,3-1-96 0,0 0-53 16,12-7-491-16,1-4 3 15</inkml:trace>
  <inkml:trace contextRef="#ctx0" brushRef="#br0" timeOffset="164265.49">28499 8225 1286 0,'0'0'137'0,"0"0"-100"0,0 0 49 16,0 0 71-16,0 0-43 16,0 0-60-16,0 0-11 15,0-15-42 1,-2 15-1-16,1 10 0 0,-1 6 22 15,-1 7 22-15,-1 8-14 16,-2 4-12-16,-2 3 27 16,-2 3-23-16,1-3-3 15,1-1-7-15,-2-5 2 16,4-3 2-16,2-5-16 16,1-6 2-16,1-4-2 15,2-6 0-15,0-2-18 16,0-4-20-16,0-2-33 15,0 0 31-15,8-3 28 16,2-13 12-16,3-3 22 0,3-7-21 16,1-1 7-16,0 1-7 15,-2 5 4-15,-2 4 7 16,-3 7-12-16,-2 2 0 16,-2 7-10-16,0 1 9 15,1 0 0-15,-1 0-9 16,0 6 10-16,-1 8 0 15,-1 3 6-15,-2 5-3 16,-2 4 33-16,0 1-15 16,0-1 12-16,0-2-22 15,0-2 5-15,3-7-3 16,2-3-13-16,3-5-10 0,3-3 10 16,2-4 1-16,3 0-1 15,5-9-18-15,1-9 1 16,0-3 15-16,0-5-19 15,0 0 21-15,-5 0-1 16,-1 3 1-16,-5 7 0 16,-5 6-4-16,-3 6 4 15,-2 1 4-15,-1 3-4 16,0 0-6-16,0 0 5 16,0 5 2-16,0 9 7 15,0 6 16-15,0 4 7 16,0 2 1-16,-3 0-31 15,3 0 14-15,0-3 6 0,0-5-15 16,0-4-6-16,3-3-12 16,7-5-27-16,2-6-56 15,9-6-28 1,-4-11-155-16,-1-4-659 0</inkml:trace>
  <inkml:trace contextRef="#ctx0" brushRef="#br0" timeOffset="164386.03">28979 8321 1360 0,'0'0'321'0,"0"0"-255"15,0 0-39 1,0 0 82-16,0 0-39 0,0 0-51 16,0 0-19-1,0 11-1-15,5 2-5 0,2 4-152 16,15 6-166-16,-1-5-510 15,-1-3 185-15</inkml:trace>
  <inkml:trace contextRef="#ctx0" brushRef="#br0" timeOffset="164894.04">29282 8478 844 0,'0'0'321'0,"0"0"-159"16,0 0 17-16,0 0-32 15,0 0-10-15,0 0-33 0,0 0-59 16,-88-21-4 0,69 21 2-16,0 0-26 15,-1 0-4-15,-1 11-7 16,3 3-4-16,-1 1 11 0,2 2-11 16,4 2 5-16,1-1 9 15,4 2-15-15,3-3-1 16,3-1 0-16,2 0 0 15,0-4-9-15,6-4-9 16,6-2 18-16,1-6 14 16,7 0-5-16,2 0-9 15,-1-14 12-15,1-4-12 16,-1 0 0-16,-4-3-6 16,-1 0 6-16,-4 1 10 15,-2 4-10-15,-4 4 1 16,-3 5 8-16,-3 4 18 0,0 3 7 15,0 0-33-15,0 0 6 16,0 0 14-16,0 5-21 16,-1 10 13-16,-4 2-12 15,2 3 11-15,3-1-11 16,0 1-1-16,0-3-6 16,8-3-1-16,5-3-26 15,7-5-23-15,3-4-41 16,2-2-73-16,13-12-57 15,-8-5-323-15,-6-1-211 0</inkml:trace>
  <inkml:trace contextRef="#ctx0" brushRef="#br0" timeOffset="165187">29446 7917 626 0,'0'0'887'16,"0"0"-786"-16,0 0-78 15,0 0 21-15,0 0 10 16,0 0-28-16,0 0 38 16,-24 50 14-16,12-15-26 15,-4 8-25-15,-1 2-9 16,-2 3-5-16,-4 18-13 15,6-11-135-15,5-10-527 0</inkml:trace>
  <inkml:trace contextRef="#ctx0" brushRef="#br0" timeOffset="165932.31">30000 8211 793 0,'0'0'201'0,"0"0"-73"15,0 0 63-15,0 0-15 16,0 0-63-16,0 0-16 16,0 0-11-16,0-25-29 15,0 25-2-15,0 0-24 16,0 2-31-16,0 11 0 15,-2 8 16-15,-1 10 40 16,-2 8 5-16,-1 5-34 16,-2 3-7-1,-1 0 8-15,3-2-16 0,0-4 5 16,0-4-16-16,5-5-1 16,1-7 6-16,0-3-6 15,0-7-43-15,0-4-67 16,4-6-83-16,-1-5-90 15,0 0-451-15</inkml:trace>
  <inkml:trace contextRef="#ctx0" brushRef="#br0" timeOffset="166104.12">29844 8408 1045 0,'0'0'234'15,"0"0"-147"-15,0 0 0 16,0 0 18-16,0 0-6 15,0 0-51-15,0 0-19 16,23-8-4-16,-4 11 10 16,8 1-6-16,1 0-11 15,5 0-4-15,2-2-14 0,3-1 0 16,1-1 0 0,1 0-22-16,-1 0-109 0,13 0-169 15,-10-1-108-15,-8-2-191 16</inkml:trace>
  <inkml:trace contextRef="#ctx0" brushRef="#br0" timeOffset="167247.76">30410 8375 859 0,'0'0'192'0,"0"0"-47"15,0 0 70-15,0 0-72 16,0 0-33-16,0 0-43 0,0 0-2 15,-56-7-32 1,45 11-12-16,-3 7-7 0,0 2 9 16,-2 1 5-16,2 1-8 15,-1 2-6-15,0-1 25 16,3 2-11-16,1 1 7 16,1-1-23-16,2 0 10 15,5-2-12-15,2 0-10 16,1-4-2-16,0-2-5 15,7-2 4-15,7-4 3 16,1-2 8-16,2-2 26 16,2 0-11-16,1-9-21 15,1-5-2-15,-4-5 20 16,0-2-20-16,-1-2 0 16,-2-2 0-16,-3 1 1 15,-2-1 11-15,0 6-11 0,-5 3-1 16,-1 7 25-16,-1 4 4 15,-2 4 4 1,0 1-21-16,0 0 2 0,0 0-9 16,0 0-5-16,0 0-14 15,0 10 14-15,0 4 8 16,0 5 1-16,-3 4-9 16,1 1 19-16,2 1-11 15,0-3-8-15,0-2 0 16,2-5-5-16,5-4 5 15,4-2-10-15,0-5-9 16,3-3 1-16,4-1 2 16,-1-1 0-16,0-10-7 0,0-5 23 15,-1-2 0-15,-5-2 1 16,-1 0-1-16,-4 2 0 16,-2 3 11-16,-2 5-11 15,-2 4 0-15,0 3 10 16,0 3-10-16,0 0-6 15,0 0-15-15,0 6 21 16,-3 8 7-16,-2 7-1 16,2 3 8-16,0 3 8 15,3-2-12-15,0 0-10 16,0-5 0-16,6-3 0 16,5-4-6-16,2-6 3 15,-1-4 2-15,2-3-10 0,2 0 10 16,-1-11-1-16,4-8 2 15,-1-4 0-15,-3-3 0 16,1-4 0-16,-3 0 0 16,-3 1 12-16,-1 4-6 15,-3 5 18-15,-3 7-14 16,-3 4 26-16,0 7 7 16,0 2-32-16,0 0-10 15,0 0-2-15,0 0-1 16,0 2-8-16,0 10 10 15,0 8 3-15,-5 7 27 16,-1 5-29-16,-2 5 4 16,-3 6 10-16,0 4 4 0,-2 3-9 15,-2 5-10-15,0-1 2 16,2-2 13-16,-2-2-15 16,5-6-12-16,-1-8 11 15,2-4-12-15,3-9-20 16,2-6-39-16,1-7-72 15,3-6-21-15,0-4-59 16,0-12-16-16,0-7-781 16</inkml:trace>
  <inkml:trace contextRef="#ctx0" brushRef="#br0" timeOffset="167534.14">30420 8131 1311 0,'0'0'195'15,"0"0"-106"-15,0 0 61 16,0 0-10-16,0 0-43 15,0 0-96-15,0 0 59 16,39-60-40-16,-18 46 2 16,0 3-3-16,0 1-11 0,-2 3-8 15,-1 3 23-15,-2 2-11 16,0 2 0-16,-3 0-12 16,-1 0 7-16,1 3-2 15,-1 7-5-15,-1 3 0 16,0-1 0-16,0 2 0 15,-2 2 0-15,3-2-54 16,-2 6-66-16,-1-3-90 16,-2-5-356-16</inkml:trace>
  <inkml:trace contextRef="#ctx0" brushRef="#br0" timeOffset="169499.53">31250 8442 842 0,'0'0'213'0,"0"0"-134"16,0 0 21-16,0 0 44 16,0 0-12-16,0 0-58 15,0 0-20-15,22-21-3 16,-12 21-18-16,0 0-8 16,-1 0 31-16,-2 9-42 15,-3 5 2-15,-2 4 12 16,-2 5 16-16,0 0-1 15,0 5-20-15,-10-3-4 0,2-4-1 16,1-3-11 0,2-4 7-16,3-5-14 0,1-5 0 15,1-2 0-15,0-2-11 16,0 0-1-16,6-3-7 16,9-13 19-16,4-5 0 15,5-4-6-15,0-6 6 16,-1 1 8-16,-1 1-8 15,-3 4 0-15,-4 6 1 16,-3 6 0-16,-6 6-1 16,-3 4-2-16,-1 3-20 15,-1 0-4-15,1 3-2 16,1 8 28-16,-2 3 1 16,2 3 15-16,-1 2 9 15,-2 0-12-15,0 1 2 0,0 0 13 16,0-3-16-16,1-1 1 15,2-5-12-15,3-4-1 16,1-3 0-16,4-3 0 16,4-1-1-16,3 0 1 15,3-12-28-15,4-5-1 16,0-3-14-16,-1-3 43 16,2-1-26-16,-3 1 8 15,-2 0 18-15,-6 4 3 16,-2 5-3-16,-7 6 18 15,-2 4-17-15,-4 4 7 16,0 0-8-16,0 0 0 0,0 0-6 16,0 8 6-16,0 5 27 15,0 4-7-15,0 3 10 16,0 2-1-16,-4 0 1 16,4 1-13-16,0-1-17 15,0-4 21-15,4-3-20 16,6-4 0-16,3-2 5 15,2-4 6-15,2-5-3 16,-2 0-9-16,-1-1 0 16,-1-10-2-16,-4-5-2 15,-5-2-4-15,-4-3-8 16,0-2 16-16,-1 2 0 16,-11 0-8-16,-5 4 6 0,2 1 1 15,-1 7 2 1,4 1 14-16,3 3-2 0,4 3 11 15,1 1-4-15,4 1-20 16,0 0-10-16,0 0 9 16,0 0-16-16,0 0-2 15,7 0 17-15,4 0 0 16,4 0 4-16,1 0-4 16,5 0 5-16,-1-4 9 15,2-7-12-15,0-2 0 16,0-1-4-16,-2 0-2 15,1 1-1-15,-3 1 2 16,-3 7 5-16,-3 2 0 0,1 3 0 16,-4 0-6-1,0 6-11-15,3 8 15 0,-3 6 2 16,0 4-13-16,1 4 13 16,-2 4 10-16,-4 5-4 15,-2 4-5-15,-2 2 16 16,0 1 8-16,-12 5 9 15,-9 0-7-15,-3-1 17 16,-4 0 9-16,-2-5-14 16,2-3-10-16,2-7-14 15,1-5 6-15,2-7 7 16,4-5-28-16,4-8 0 16,3-4 8-16,0-4-2 15,2 0-6-15,1-7-10 0,0-10 10 16,3-6-10-16,3-5 3 15,3-3-17-15,0-1-9 16,4 1 17-16,14 4-3 16,3 0-21-16,8 3-3 15,7 0 19-15,5 0-14 16,7-1-36-16,4-2 54 16,5 0-74-16,1-3-83 15,12-11-52-15,-13 5-277 16,-14 4-310-16</inkml:trace>
  <inkml:trace contextRef="#ctx0" brushRef="#br0" timeOffset="169736.74">31902 7930 1625 0,'0'0'237'16,"0"0"-237"-16,0 0-5 15,0 0 5-15,0 0 7 16,0 0 6-16,0 0 5 16,-5 95 4-16,-6-50-22 15,-8 6 0-15,-15 29 0 16,4-14-166-16,0-7-440 0</inkml:trace>
  <inkml:trace contextRef="#ctx0" brushRef="#br0" timeOffset="171660.4">28529 9278 1068 0,'0'0'260'16,"0"0"-191"-16,0 0-46 15,0 0 26-15,0 0 34 16,0 0-18-16,0 0-43 0,0 0-7 15,0 10 26 1,0 6 81-16,0 11-29 0,-3 9-35 16,-6 6-6-16,-4 5 2 15,-1 1-34-15,2-2-1 16,0-6 2-16,3-6-20 16,4-9 2-16,2-7-3 15,3-8 0-15,0-4 0 16,0-5-19-16,0-1-9 15,9 0-5-15,4-11 33 16,4-8 0-16,4-4-28 16,-3-6 11-16,3-3 7 15,-3-1 2-15,0 1 8 16,-1 2 11-16,0 6-11 0,-2 9 0 16,-6 7-2-16,-5 5 2 15,-1 3-1-15,1 0-3 16,-1 7 4-16,1 7 0 15,-1 5 0-15,-2 5 29 16,1 3-4-16,-1 0 7 16,-1 1-1-16,2-2-22 15,1-4-7-15,3-4 9 16,1-4-11-16,5-5 1 16,3-8-1-16,4-1 0 15,5-2-13-15,3-14 6 16,3-6-20-16,1-4 8 15,-1-2 19-15,-4 0 0 0,-4 1 1 16,-6 4 1 0,-5 6 10-16,-7 8-11 0,-1 3 5 15,-3 6 9-15,0 0-15 16,0 0 0-16,0 3-29 16,0 11 29-16,0 3 25 15,0 6-7-15,0-1-2 16,0 0-10-16,0 1 8 15,5-3-5-15,2-2-8 16,2-4 0-16,3-3 6 16,1-4 0-16,1-4-4 15,1-3-3-15,-5 0 6 16,-1 0 7-16,0-11-11 16,-6-3-2-16,-3-3 19 15,0-1-18-15,-6-1-2 0,-7 4 1 16,-5-1 0-16,0 5 22 15,2 3-6-15,4 2 15 16,4 3 9-16,2 2-34 16,5 0-6-16,1-1-10 15,0 2-6-15,0-1-7 16,11 1-5-16,8 0 19 16,6-2 8-16,5-1-23 15,4-1 8-15,2 0-6 16,1-2 13-16,-6 2-1 15,-4 2 1-15,-6 2 3 16,-5 0-3-16,-5 0 9 16,-3 9-1-16,-3 4-18 0,-2 1 19 15,-1 3 2-15,-2 1-2 16,0 0 1-16,0 2 23 16,-2 0-16-16,-5-3 6 15,1-3-13-15,2-1 11 16,1-6 3-16,3-3-15 15,0-3-22-15,0-1 22 16,3 0-21-16,9-1 10 16,2-12 5-16,6-2-9 15,-2-5 6-15,2-1 3 16,-1 1 6-16,-2 3 8 16,-3 6-7-16,-2 4-2 0,-5 4 1 15,-1 3 0 1,0 0 7-16,0 3-7 0,-3 9 0 15,-2 5 10-15,-1 3-1 16,0 3 0-16,0-1-8 16,0-2 17-16,0-1-12 15,0-7-6-15,0-3-12 16,0-5 3-16,0-2-87 16,0-2-102-16,0-7-188 15,0-6-424-15</inkml:trace>
  <inkml:trace contextRef="#ctx0" brushRef="#br0" timeOffset="171823.56">29084 9113 1189 0,'0'0'162'0,"0"0"-136"16,0 0-26-16,0 0 70 15,0 0 4-15,0 0 2 16,0 0-5-16,72-6-17 16,-56 24 0-16,-6 8-54 15,-9 4 0-15,-1 4 17 16,-37 27-17-16,-3-10 0 16,-8-3-478-16</inkml:trace>
  <inkml:trace contextRef="#ctx0" brushRef="#br0" timeOffset="175400.75">18968 10376 245 0,'0'0'90'0,"0"0"21"15,0 0-3-15,0 0 21 0,0 0 24 16,0 0-13 0,11-19-33-16,-10 19 10 0,-1 0-6 15,0 0-5-15,0 0-26 16,0 0 0-16,0 0-38 16,0 0-42-16,0 4-42 15,0 9 42-15,0 7 54 16,0 5-9-16,0 6-7 15,0 6 9-15,0 1-3 16,-1 2-22-16,-4 0-2 16,1 2 15-16,-2-2-26 15,1 0 4-15,-1-2-12 16,2-3 8-16,1-3-4 16,1-6-5-16,1-2 0 15,-1-4-8-15,2-4 8 0,0-2-87 16,0 0-75-16,0-5-426 15,0-3-166-15</inkml:trace>
  <inkml:trace contextRef="#ctx0" brushRef="#br0" timeOffset="175813.28">18850 10206 848 0,'0'0'238'16,"0"0"-138"-16,0 0 20 15,0 0-2-15,0 0 7 16,0 0-3-16,0 0-40 16,0 0-18-16,5 0-17 0,9 0 11 15,6 0-17-15,9 3-8 16,8 0 9-16,7 1-31 15,8 1-3-15,6-3 8 16,5 0-15-16,1-2 6 16,2 0-6-16,-2 0-2 15,-4 0-25-15,10-2-121 16,-13 0-182-16,-15 0-655 0</inkml:trace>
  <inkml:trace contextRef="#ctx0" brushRef="#br0" timeOffset="176957.99">19953 10086 605 0,'0'0'330'0,"0"0"-211"15,0 0 17-15,0 0-7 16,0 0 13-16,0 0-23 16,0 0-52-16,-11 1-23 15,4 8-24-15,-2 7-1 16,-6 9 13-16,-4 7-13 0,-4 7-4 15,1 2 10-15,2 1-24 16,0-1 10-16,4-2-11 16,-3 11-43-1,7-12-182-15,2-7-643 0</inkml:trace>
  <inkml:trace contextRef="#ctx0" brushRef="#br0" timeOffset="177958.24">19613 10955 22 0,'0'0'85'0,"0"0"117"16,0 0 32-16,0 0-6 15,0 0-41-15,0 0-20 16,0 0-15-16,25-60-26 16,-16 50-65-16,-3 1 14 15,0 4-21-15,0 2-20 16,-5 2-1-16,-1 1-23 0,0 0 6 16,0 0-16-1,0 11 2-15,0 6 53 16,-4 4 29-16,0 3-32 0,-1 1-9 15,2 1-26-15,1-2-6 16,2-3 8-16,0-3-13 16,2-2-12-16,7-6 6 15,4-5-5-15,2-3 5 16,5-2 0-16,3-6-33 16,4-12 0-16,-1-6-132 15,-1-3 94-15,-4-3-12 16,-4 1 40-16,-4 1 43 15,-6 1 11-15,-5 4-1 0,-2 5 63 16,0 5 10 0,0 6 51-16,0 4-18 0,0 3-40 15,-3 0-26-15,0 0-13 16,0 0-24-16,-2 10-6 16,-2 8-7-16,-2 11 0 15,-2 9 0-15,-2 8 9 16,-3 18 10-16,-5 18-7 15,3-5 1-15,-2-5 39 16,6-10-51-16,2-14 16 16,-1 5-4-16,-1 1 3 15,2-5-2-15,-3-10-13 16,1-6 0-16,-2-8 23 16,3-8-24-16,-4-6 2 15,2-7 4-15,1-4 3 0,0 0-9 16,0-15-10-1,3-7 10-15,3-10 9 0,5-6-9 16,3-4-12-16,3-3 1 16,19 1 11-16,11 0 0 15,12 2-1-15,19-6-17 16,27-7-4-16,21-7-98 16,0 0-76-16,-25 16-126 15,-29 13-818-15</inkml:trace>
  <inkml:trace contextRef="#ctx0" brushRef="#br0" timeOffset="180243.84">22792 9278 29 0,'0'0'123'0,"0"0"-84"15,0 0 144-15,0 0-52 16,0 0 13-16,0 0 8 16,0 0-18-16,19-30 14 15,-17 29-51-15,-2 1 23 16,0 0-6-16,0 0-28 16,0 0-23-16,0 0-7 0,0 0-53 15,0 0-3-15,0 6-35 16,-3 5 35-16,0 4 44 15,-1 3-31-15,1 1-11 16,1-2-2-16,2-3 10 16,0-4-10-16,0-4-11 15,0-4-17-15,6-2 28 16,3 0-19-16,1 0 41 16,1-9-44-16,2-6 19 15,-2-2-8-15,-4-1 9 16,0 0 4-16,-4-1 7 15,-1 4 1-15,-2 2 6 0,0 3 8 16,0 3 38-16,-6 4-19 16,-3 3 9-16,2 0-18 15,-4 0 7-15,1 3-34 16,1 8-5-16,1 4-1 16,2-1 6-16,5 1-7 15,1 0-6-15,0 0-16 16,19-1 21-16,5-3-168 15,3-5-488-15</inkml:trace>
  <inkml:trace contextRef="#ctx0" brushRef="#br0" timeOffset="181559.08">20521 9422 753 0,'0'0'281'0,"0"0"-156"15,0 0-26-15,0 0-6 16,0 0 37-16,0 0 3 15,-3 0-56-15,3 0-29 16,0 0-10-16,0 0-32 16,0 0-6-16,0 0-9 15,0 1-30-15,5 2-96 16,8 1-36-16,2-2-443 0</inkml:trace>
  <inkml:trace contextRef="#ctx0" brushRef="#br0" timeOffset="186266.51">6300 9976 39 0,'0'0'72'0,"0"0"-13"0,0 0-14 16,0 0 20-16,0 0-6 16,0 0-36-16,0 0-21 15,0 0-2-15,3 0 20 16,0 2-14-16,0 2 13 16,0-1-6-16,0-1 4 15,0 1-17-15,0-1 1 16,-1-2 15-16,1 0-14 15,-2 0 11-15,3 0 6 16,-2 0 18-16,1 0-17 16,0-5 5-16,-2 1 23 15,1 0 5-15,-2 1-30 16,0 1 10-16,0 0 65 16,0 2 6-16,-6 0-56 0,-3 0 52 15,0 0-61-15,3 2-39 16,-2 5-3-16,1 2-43 15,3 2-146-15,1 7-50 16,3-6-14-16,0 0-50 0</inkml:trace>
  <inkml:trace contextRef="#ctx0" brushRef="#br0" timeOffset="194509.63">6323 10000 188 0,'0'0'65'0,"0"0"5"15,0 0 33-15,0 0 63 16,0 0-57-16,0 0-39 15,1 0-5-15,-1 0 23 16,0 0-22-16,2 0 1 16,-2 0-7-16,0 0 20 15,1 0 14-15,-1 0-4 16,0 0-33-16,0 0 18 16,0 0 15-16,0 0-2 15,0-3-31-15,0-4-5 0,0 0-9 16,0-1-23-16,0-3-11 15,0-2 13-15,0-3-21 16,0-1-1-16,0-1 1 16,0-3 5-16,0-2-6 15,0-2 0-15,0 1 0 16,0-1 1-16,0-2 5 16,0 1-5-16,0 1-1 15,0 0 0-15,0-3 10 16,0 3-10-16,0-3 0 0,0 0-6 15,0 0 12 1,0-2-6-16,0 2 0 0,0 1 0 16,0 2 3-16,0 1-3 15,0 2 0-15,0 4 11 16,0 1-11-16,0 3 4 16,0 1-4-16,0 2 0 15,0 2 10-15,0 1-10 16,0 2 0-16,0 1 12 15,0 1-12-15,0-1 11 16,0 1-10-16,0 0 9 16,0 0 12-16,0 1-21 15,0 0 5-15,0 0 6 16,0 2-12-16,0 1 9 0,0 0-9 16,0 0 0-16,0 0 3 15,0 0-3-15,0 0 0 16,0 0-2-16,0 0-9 15,0 0 10-15,0 0-31 16,0 0-11-16,0 0 7 16,0 0-30-16,0 0-25 15,0-1-18-15,0-1 30 16,0 1 30-16,4-4-70 16,1 3 5-16,-2-3-6 15,1 1-36-15,-1 0 4 16,3-6-83-16,-1 3-10 15,2-2-25-15</inkml:trace>
  <inkml:trace contextRef="#ctx0" brushRef="#br0" timeOffset="195087.69">6397 9124 654 0,'0'0'142'0,"0"0"-48"15,0 0 21-15,0 0 40 0,0 0-38 16,0 0-44 0,0 0-17-16,-5 0-12 15,1 0 5-15,-2 1-11 16,-3 6-16-16,-3 5-3 0,-1 2 10 16,-2 3-15-16,-3 2 4 15,0 2-4-15,2 1-1 16,-2-1 1-16,3-1-13 15,0-2 9-15,3-3 7 16,4-2-17-16,2-1 0 16,1-5-1-16,2-1 0 15,1-4 0-15,2-2-15 16,0 0-16-16,0 0-79 16,0 0-69-16,0 0-30 15,0 0-10-15,5-4 151 16,2-3 23-16,-1-3-19 15,0-1-28-15,0-2 93 16,0-1 0-16,3 1 1 16,-3-1 5-16,1 2 1 0,-2 0-5 15,1 2 9-15,1 3 20 16,-1 0 29-16,-1 3 36 16,-2-1 15-16,0 3-1 15,1-1 10-15,2 1-32 16,1 1-24-16,4 0-16 15,5-1 20-15,4 2-37 16,2 0 5-16,2 0-4 16,1 0-6-16,1 4-10 15,-1 3-4-15,-1 0-12 16,3 1 7-16,-5 0-7 16,2 5-33-16,-6-3-207 15,-4-1-511-15</inkml:trace>
  <inkml:trace contextRef="#ctx0" brushRef="#br0" timeOffset="207557.54">11656 6724 525 0,'0'0'119'15,"0"0"-89"-15,0 0-3 16,0 0 11-16,0 0-32 16,0 0 47-16,0 0-1 15,0 0 13-15,0 0-3 16,0 0 15-16,0 0-16 16,0 0-6-16,0 0-29 15,0 0-8-15,0 0-18 16,0 0 0-16,0 0 0 15,0 0-26-15,0 0 4 16,3 0 12-16,4 0-7 16,3 0-30-16,0 0-73 15,3 0 18-15,8 0-64 0,-4 0-140 16,0 0-13-16</inkml:trace>
  <inkml:trace contextRef="#ctx0" brushRef="#br0" timeOffset="208022.27">12497 6645 211 0,'0'0'212'16,"0"0"-130"-16,0 0-21 15,0 0-14-15,0 0-25 16,0 0-2-16,0 0-10 16,8 1 0-16,-6 0-10 0,1-1 1 15,0 2 9 1,0-1-10-16,1 1 0 0,-3-1 0 15,2 0-13-15,-1 2-28 16,-1-1-118-16,1 0-78 0</inkml:trace>
  <inkml:trace contextRef="#ctx0" brushRef="#br0" timeOffset="-214016.07">20580 10426 1154 0,'0'0'203'0,"0"0"-152"0,0 0-24 15,0 0 46-15,0 0 33 16,0 0 2-16,-20 0-41 16,20 0-30-1,0 0 1-15,0 0-27 0,0 0-2 16,0 0 1-16,-2 0 4 16,-2 7-14-16,-2 7 0 15,-4 8 0-15,-4 6 20 16,1 6-19-16,-1 3-1 15,1 0 2-15,4 3-1 16,1 0-1-16,4 1-1 16,3 1-1-16,1 2-7 15,0-2-1-15,11 0-113 16,15 4-97-16,-2-11-189 16,0-10-461-16</inkml:trace>
  <inkml:trace contextRef="#ctx0" brushRef="#br0" timeOffset="-213418.54">22243 10310 827 0,'0'0'152'0,"0"0"-71"15,0 0 10-15,0 0-1 16,0 0 11-16,0 0-35 16,0 0-13-16,37-10-16 15,-28 10 11-15,0 10-29 16,2 4-17-16,0 4 35 16,2 7 8-16,-2 5-33 15,0 5 1-15,-4 3-12 16,-2 4 14-16,-5 1-15 15,0-1 10-15,0-2-8 16,-5-3 22-16,-8-4-23 16,-3-3 7-16,-3-2-6 15,-3-3 3-15,0-2 0 0,-2-3-5 16,-6 2-108-16,6-6-137 16,3-4-371-16</inkml:trace>
  <inkml:trace contextRef="#ctx0" brushRef="#br0" timeOffset="-212463.99">23621 10215 61 0,'0'0'732'0,"0"0"-611"15,0 0-59-15,0 0-17 16,0 0 61-16,0 0 38 16,0 0-65-16,2-2-37 15,-2 2-3-15,0 2-29 16,-2 5 9-16,-4 3 10 16,-4 4 13-16,-2 1 5 15,-5 4 1-15,-3-1-10 16,-6 3 14-16,-2 2-13 15,-3-1 2-15,-2 2-11 16,-1 0-4-16,1-1 2 16,1-2-21-16,4-4 5 15,4-1 11-15,8-5-14 16,4-3 1-16,6-2-10 16,4-3 1-16,2-2-1 0,0 0-6 15,0 1-19-15,0 2 25 16,7 3 9-16,4 2-9 15,3 2 6-15,3 2 0 16,2 1 12-16,0 0-17 16,-1 1 0-16,3 1 12 15,0-1-13-15,-3 1 1 16,1 0-1-16,-1-2 7 16,-2 0-7-16,1-2-4 15,-2 0 3-15,-1-1 0 0,-2-2-50 16,-1-2-77-1,-1-2-62-15,-5 2-29 0,-2-2-132 16,-3-3-439-16</inkml:trace>
  <inkml:trace contextRef="#ctx0" brushRef="#br0" timeOffset="-211966.44">24024 10361 1227 0,'0'0'183'15,"0"0"-137"-15,0 0 6 16,0 0-24-16,0 0-2 15,0 0 12-15,0 0-37 16,-67 25-1-16,56-4 20 16,1 1-5-16,3 5 4 15,1 0 3-15,1 1 13 16,2 2 11-16,3 0-15 16,0-2-2-16,0-3 8 15,3-2-18-15,9-6-10 16,4-3-9-16,3-5 0 15,3-3 12-15,2-5-6 16,1-1 22-16,4-2 4 16,2-14-15-16,0-3-9 0,-1-6-8 15,-3-3 0-15,-5-1 6 16,-7-4 0-16,-4 1-6 16,-8-1 18-16,-3 3-18 15,0 5-12-15,-11 3 12 16,-4 5 13-16,-1 4-13 15,-2 3 1-15,0 3-2 16,2 1-9-16,-13 6-108 16,6 0-176-16,-1 0-659 0</inkml:trace>
  <inkml:trace contextRef="#ctx0" brushRef="#br0" timeOffset="-202148.09">18941 11987 1064 0,'0'0'171'16,"0"0"-90"-16,0 0 21 15,0 0 5-15,0 0 2 16,0 0-17-16,0-7-29 0,0 7-29 16,0 0 7-1,0 0-25-15,0 0-5 0,0 0-11 16,0 0 0 0,0 7 0-16,0 10 9 0,0 7 7 15,0 9 6-15,-1 4-15 16,-7 7 5-16,0 3-11 15,-2 4 13-15,4-1-13 16,0 3-1-16,2-3 0 16,2 0-4-16,2-5 4 15,0-1 0-15,0-6-1 16,0-3 0-16,0-5-5 16,2-3-54-16,-1-6-79 15,-1-6-22-15,0-6-62 16,0-5-452-16</inkml:trace>
  <inkml:trace contextRef="#ctx0" brushRef="#br0" timeOffset="-201768.06">18668 11930 1209 0,'0'0'185'16,"0"0"-109"-16,0 0-36 15,0 0 10-15,0 0-20 16,0 0 30-16,0 0 39 15,73-18-24-15,-32 11-17 16,2-1-36-16,3 0 13 16,1-1-16-16,-1-1-19 15,-2 3 0-15,1 1-1 16,-6 2-10-16,-5 2-101 16,5 2-79-16,-9 0-168 15,-8 0-633-15</inkml:trace>
  <inkml:trace contextRef="#ctx0" brushRef="#br0" timeOffset="-199733.09">19871 11801 735 0,'0'0'140'15,"0"0"-94"-15,0 0 44 16,0 0 13-16,0 0 2 15,0 0-22-15,0 0-47 16,0-1 0-16,0 1 6 16,-5 0-2-16,-1 8-7 15,-7 12 6-15,-5 9 12 0,-6 8 3 16,-3 4-28-16,-1 1 0 16,0 0-14-16,2 0-11 15,4-6 0-15,2-3-1 16,7-3 0-16,4 3-35 15,3-9-157-15,5-4-491 0</inkml:trace>
  <inkml:trace contextRef="#ctx0" brushRef="#br0" timeOffset="-199177.12">19832 12389 90 0,'0'0'596'0,"0"0"-489"0,0 0 60 16,0 0 5-16,0 0-40 15,0 0-46-15,0 0-17 16,31-52-22-16,-31 52 9 15,0 0-25-15,0 0-24 16,0 6 54-16,0 4-7 16,0 3 15-16,-1 6-1 15,-5 5 3-15,-3 3-11 16,2 5-25-16,-3 1-6 16,3 2 2-16,-2 0-24 15,5 1 2-15,2-6 0 0,2-1-8 16,0-5 4-1,0-6-5-15,2-3 0 0,5-3-1 16,5-5-4-16,0-3-14 16,3-4-11-16,1 0-47 15,4 0 0-15,5-21-123 16,-5 0-107-16,-4 0-612 0</inkml:trace>
  <inkml:trace contextRef="#ctx0" brushRef="#br0" timeOffset="-198911.84">19658 12544 1099 0,'0'0'235'0,"0"0"-144"0,0 0-4 15,0 0 25-15,0 0-13 16,0 0-45-16,0 0 47 15,47-15-49-15,-16 9-36 16,5-1-6-16,2 2-1 16,-1-2-2-16,1 1 0 15,-2 0-7-15,-3-1-13 16,6-1-78-16,-9-1-217 16,-6 2-705-16</inkml:trace>
  <inkml:trace contextRef="#ctx0" brushRef="#br0" timeOffset="-198444.91">20599 12005 1096 0,'0'0'230'15,"0"0"-59"-15,0 0 8 16,0 0-42-16,0 0-69 16,0 0-43-16,0 0-8 15,-71 41 15-15,52-16-14 16,0 2 6-16,4 5 7 16,0 0-17-16,5 5 5 15,2 1-10-15,3 1 1 16,5 1-4-16,0-1-6 0,8-2-12 15,10-1 12 1,8-4 0-16,3-2 0 0,6-6-71 16,21-1-55-1,-8-6-138-15,-5-5-286 0</inkml:trace>
  <inkml:trace contextRef="#ctx0" brushRef="#br0" timeOffset="-197869.35">21816 11919 825 0,'0'0'132'0,"0"0"-101"15,0 0 87-15,0 0 21 0,0 0-20 16,0 0-7-16,0 0-44 16,39-7-40-1,-29 9 1-15,1 5 4 0,-1 0-6 16,1 4 5-16,-1 2-13 16,1 4-2-16,-2 3-1 15,0 2 0-15,-1 5-1 16,-2 3 36-16,-1 3-16 15,-4 3 11-15,-1 0-32 16,0 2 7-16,0 1 8 16,-3-2-29-16,-10 2 1 15,0 0 10-15,-8 2-11 16,-3 0 0-16,-22 13-33 16,7-12-369-16,-1-9-749 0</inkml:trace>
  <inkml:trace contextRef="#ctx0" brushRef="#br0" timeOffset="-85602.7">22783 11840 867 0,'0'0'246'0,"0"0"-182"0,0 0 21 15,0 0 46-15,0 0-18 16,0 0-7-16,-21-55 5 16,20 50-22-16,-1 0-26 15,1 3-16-15,1 0 17 16,0 2-16-16,0 0-11 16,0 0-18-16,0 0 0 15,0 0-5-15,0 0-14 16,0 0-4-16,0 0-7 15,0 2 3-15,6 7 2 16,10 7 6-16,5 3 0 16,6 1 1-16,3 3-1 0,4-2 0 15,3 2 15 1,2-4-15-16,0 0-1 0,0-2-9 16,-1-1 9-16,-5-5-8 15,-2-1-19-15,-5-3-8 16,-2-5 34-16,-3-2-14 15,-5 0 3-15,-3 0 7 16,-2 0 6-16,-2-1 17 16,-5-2-11-16,-1 0 0 15,-1 2 10-15,-2 1-16 16,0 0-11-16,0 0 2 16,0 0 9-16,0 0-15 15,-6 0 15-15,-9 7 18 0,-9 5 18 16,-10 10-29-1,-8 5 2-15,-7 5-8 0,-2 1 9 16,-1 1 13-16,4-2-22 16,5-1 0-16,5-3 27 15,6-3-27-15,3-2-1 16,7-3 0-16,1-2 0 16,5-1 0-16,2-2-10 15,5-2-15-15,3-1-26 16,6 1-119-16,0-5-129 15,3-2-358-15</inkml:trace>
  <inkml:trace contextRef="#ctx0" brushRef="#br0" timeOffset="-84527.89">23728 11830 938 0,'0'0'136'0,"0"0"-93"16,0 0-19-16,0 0 26 16,0 0 23-16,0 0 22 15,0 0-34-15,-84 40-16 0,69-21 3 16,1 2-4 0,0 2-5-16,3 1 22 0,2 2-27 15,2-1 1-15,4 2-13 16,3 2 10-16,0-3-4 15,0 1-28-15,10-3 1 16,4-1 4-16,5-5 9 16,2-3-13-16,3-3 14 15,1-7-15-15,0-5 10 16,2 0 3-16,-2-7 3 16,0-11 14-16,-1-5-30 15,-4-3 0-15,-3-6-16 0,-4 0 16 16,-4-2 13-1,-6 0-13-15,-3 2 0 16,0-1 14-16,-6 6 2 0,-10 4 11 16,-1 4-16-1,-2 6 13-15,1 6-1 0,-1 4-6 16,1 3-16-16,3 0-2 16,3 8-32-16,2 13-82 15,4 0-185-15,2-3-446 16</inkml:trace>
  <inkml:trace contextRef="#ctx0" brushRef="#br0" timeOffset="-69465.11">25961 11814 1073 0,'0'0'323'15,"0"0"-232"-15,0 0-69 16,0 0-2-16,-3 0 62 16,3 0 1-16,0 0-32 15,0 0 0-15,0 0-22 16,0 0 9-16,0 0-10 16,0 0 7-16,0 0 3 15,0 0-11-15,0 0-4 16,-2 0 36-16,-1 0-33 15,-4 3 15-15,-5 9-14 16,-3 6-9-16,-4 6-8 16,-2 5-10-16,4 1 0 0,1 3 11 15,4 1-11 1,4 1-2-16,3-1-5 0,5 0 6 16,0-3-9-16,0-2-17 15,13-6-33-15,5-2 11 16,4-4-104-16,17-5-110 15,-3-7-42-15,-5-3-493 0</inkml:trace>
  <inkml:trace contextRef="#ctx0" brushRef="#br0" timeOffset="-66629.27">26320 11916 405 0,'0'0'213'0,"0"0"-116"16,0 0 80-16,0 0 14 0,0 0-55 15,0 0-47-15,0 0-23 16,-1-35-12-1,1 33-15-15,0-1-23 0,0 0 22 16,0 1-21-16,0 1 7 16,0 1-11-16,0 0 14 15,0 0 0-15,0 0-16 16,0 0-11-16,0 0 20 16,0 0-19-16,0 0-1 15,0 0 1-15,0 0 0 16,0 0 0-16,0 0-1 15,0 0 0-15,0 0 10 16,0 0-10-16,0 0 0 16,0 0-8-16,0 0 8 15,0 0 7-15,0 0-7 16,0 0-5-16,0 0-6 0,0 0 6 16,0 0-34-16,0 0-37 15,0 0-8-15,0 0-45 16,0 0-71-16,0 0-170 15,0 0-31-15</inkml:trace>
  <inkml:trace contextRef="#ctx0" brushRef="#br0" timeOffset="-65560.83">26019 11633 591 0,'0'0'159'0,"0"0"-97"16,0 0 107-16,0 0-3 15,0 0-5-15,0 0-75 16,0 0-33-16,5-14-24 15,-2 14 2-15,-2 9 20 16,4 5 27-16,-4 4-9 16,2 6 21-16,-3 6-15 15,0 3-9-15,0 5-26 0,0 3-2 16,0 3 1 0,-3 0-24-16,0-2-1 0,0-1 4 15,2-3-6-15,-1-2 1 16,1-6-12-16,1-3-1 15,0-5 0-15,0-4 0 16,0-6-39-16,0-3-46 16,3-7-108-16,7-2-72 15,0-5-299-15,-1-8-140 0</inkml:trace>
  <inkml:trace contextRef="#ctx0" brushRef="#br0" timeOffset="-65286.16">26173 11869 215 0,'0'0'768'16,"0"0"-597"-16,0 0-26 16,0 0 12-16,0 0-16 15,0 0-39-15,0 0 4 16,4-15-39-16,-4 15-17 16,0 0-12-16,0 5 20 15,0 6 18-15,0 6 5 16,0 4-40-16,0 4 17 15,0 4-35-15,0 3-5 16,2 0-9-16,-1 1 3 16,1-1 0-16,1-2-12 0,1-4 0 15,2-8-7 1,0-5-2-16,2-8-90 0,4-5-84 16,-1-10-107-1,-3-6-470-15</inkml:trace>
  <inkml:trace contextRef="#ctx0" brushRef="#br0" timeOffset="-65022.72">26277 11602 1175 0,'0'0'268'0,"0"0"-211"0,0 0-42 16,0 0-4-16,0 0 2 16,0 0-11-16,0 0 34 15,0 23-18-15,5-13-4 16,0-2-13-16,-2 3 8 16,-1 0-9-16,-2 8-28 15,0-4-134-15,-5-2-617 0</inkml:trace>
  <inkml:trace contextRef="#ctx0" brushRef="#br0" timeOffset="-64757.92">25868 11722 1084 0,'0'0'171'16,"0"0"-136"-16,0 0-16 15,0 0-6-15,0 0 27 16,0 0 49-16,0 0-59 16,51-36 7-16,-21 29-24 15,1 2-13-15,3 0-8 16,11 1-8-16,-9 3-314 16,-4-1-724-16</inkml:trace>
  <inkml:trace contextRef="#ctx0" brushRef="#br0" timeOffset="-64189.82">26659 11876 1219 0,'0'0'194'0,"0"0"-129"16,0 0 84-16,0 0-20 16,0 0-12-16,0 0-55 15,0 0-22-15,0-16-29 16,0 16-11-16,0 6 0 16,0 8 19-16,0 9 22 15,3 3 2-15,0 7-24 16,2 1 6-16,-2-1 6 15,3 0-30-15,0-5 8 16,2-4 14-16,0-6-22 0,-1-5 7 16,4-6-8-1,-2-5 0-15,1-2 9 0,3-4 13 16,1-14-3-16,2-4-2 16,1-6-10-16,-1-5-13 15,-2-2 6-15,0 0-1 16,-1-1 0-16,-3 4-36 15,2 4-4-15,-3 6 8 16,-3 8-24-16,0 6-14 16,-2 4-103-16,1 4-58 15,-1 0-174-15,-2 0-610 0</inkml:trace>
  <inkml:trace contextRef="#ctx0" brushRef="#br0" timeOffset="-63782.49">26986 11972 1145 0,'0'0'171'0,"0"0"-156"16,0 0 17-16,0 0-32 16,0 0 106-16,0 0-38 15,83 0-27-15,-60-12-12 16,-1-1-29-16,1 1 1 15,-4-1 3-15,-9 2 3 0,-4 1 2 16,-6 3-9-16,0 2 0 16,-4 0 24-16,-7 4 26 15,-2 1 48-15,0 0-34 16,-2 6-20-16,3 6-10 16,0 2-6-16,1 3-3 15,2 3 21-15,2 1-24 16,2 3 2-16,2 0-1 15,2 0-2-15,1 0 0 16,0-2-15-16,7-1-5 16,7-3 14-16,7-4-15 15,2-7-6-15,3-6-1 16,8-1-14-16,-1-8-73 0,3-12-90 16,3-17-34-1,-8 5-84-15,-7-1-538 0</inkml:trace>
  <inkml:trace contextRef="#ctx0" brushRef="#br0" timeOffset="-63526.75">27085 11719 995 0,'0'0'285'16,"0"0"-199"-16,0 0-7 0,0 0 64 15,0 0 7-15,0 0-38 16,0 0-69-16,-35-41-2 15,51 35-6 1,5-1-20-16,2-1 13 16,2 1-27-16,3 0 7 15,1 3-8-15,-1 1 0 0,-3 2 0 16,-2 1-15-16,-2 0-16 16,-5 0-67-16,-5 0-129 15,-7 0-254-15,-2 0-437 0</inkml:trace>
  <inkml:trace contextRef="#ctx0" brushRef="#br0" timeOffset="-63331.26">27305 11509 1111 0,'0'0'271'0,"0"0"-164"16,0 0-21-16,0 0-19 16,0 0-29-16,0 0 16 15,0 0-25-15,78-3 3 16,-35 8-11-16,6 3-21 15,36-1-10-15,-13-2-101 16,-6 0-631-16</inkml:trace>
  <inkml:trace contextRef="#ctx0" brushRef="#br0" timeOffset="-62726.74">27969 11629 1318 0,'0'0'257'16,"0"0"-171"-16,0 0-28 15,0 0 30-15,0 0 26 16,0 0-67-16,0 0-32 16,0 7-14-16,0 15 46 15,0 6 41-15,0 5-19 16,-1 3-15-16,-4 1 17 15,0 1-34-15,2 1-8 16,0-1-14-16,3-3 9 16,0-2 0-16,0-5-24 0,0-6 0 15,6-3 0 1,5-8-5-16,1-4 5 0,3-5-52 16,3-2-43-16,1-8-29 15,5-22-124-15,-6 4-136 16,-6-1-486-16</inkml:trace>
  <inkml:trace contextRef="#ctx0" brushRef="#br0" timeOffset="-62505.02">27787 11847 1332 0,'0'0'212'15,"0"0"-212"-15,0 0-13 0,0 0 0 16,0 0 13-1,0 0 26-15,0 0 33 0,99 4-31 16,-56-4 8-16,2 0-31 16,4 0-4-16,15-11-2 15,-11 3-25-15,-11-2-575 0</inkml:trace>
  <inkml:trace contextRef="#ctx0" brushRef="#br0" timeOffset="-61550.63">28244 11822 942 0,'0'0'20'0,"0"0"-20"16,0 0-34-16,0 0 34 15,0 0 159-15,0 0-96 16,0 0-57-16,53-37-6 15,-45 27-38-15,-4 3 38 16,-2 2 16-16,-2 2 0 16,0 3 97-16,0 0 10 15,0 0-6-15,0 0-72 16,0 0-24-16,0 0-9 16,0 1-12-16,3 5 0 15,5 0 47-15,0 1-23 16,1 1-5-16,0 2-17 0,0 0 20 15,-3 3 45 1,-2 2-15-16,-2 2 22 0,-2 3-7 16,0 1-17-1,0 1 2-15,0 1-13 0,0-2-17 16,-5 1 22-16,2-6-31 16,3-3-5-16,0-3-7 15,0-3-1-15,2-3 0 16,8-4-14-16,4 0-26 15,1 0 14-15,2-13-37 16,2-2-13-16,1-4-44 16,3-4 55-16,-4-2 45 15,2 2-20-15,-2-1 39 0,-4 3 1 16,-1 2 0-16,-5 5 14 16,-3 6 0-16,-3 3 4 15,-2 4-4-15,-1 1-14 16,0 0-3-16,0 0 3 15,0 7 34-15,0 7 21 16,-1 3 1-16,-5 4-2 16,0 2 1-16,0 1-22 15,3 0-17-15,-1-3 16 16,4-1-26-16,0-5 2 16,0-4-8-16,7-2-1 15,3-8 0-15,5-1-19 16,5 0 20-16,3-14-36 15,3-4-24-15,2-3-30 16,0-3 38-16,-2 0-27 0,-2 0 33 16,-4 0 1-16,-4 4 31 15,-5 3 13-15,-5 6 2 16,-3 2 8-16,-3 7 7 16,0 0 57-16,0 2 14 15,0 0-32-15,0 0-27 16,0 13 44-16,-6 4-5 15,-1 5-2-15,-2 5-19 16,3 1 10-16,2 2 3 16,4-1-29-16,0-3-18 15,0-3 11-15,6-5-23 16,8-6-1-16,1-5-10 16,6-7-30-16,0 0-45 15,2-9-67-15,6-22-54 16,-5 3-125-16,-6 0-472 0</inkml:trace>
  <inkml:trace contextRef="#ctx0" brushRef="#br0" timeOffset="-61366.58">28991 11685 584 0,'0'0'187'0,"0"0"-122"16,0 0 13 0,0 0 21-16,0 0 0 0,0 0-49 15,0 0-34-15,9 86-16 16,-5-70-286-16</inkml:trace>
  <inkml:trace contextRef="#ctx0" brushRef="#br0" timeOffset="-60845.08">29249 11857 1197 0,'0'0'174'0,"0"0"-110"15,0 0 30-15,0 0 27 0,0 0 6 16,0 0-29-16,-94-4-37 15,75 5-22-15,-2 9-6 16,4 2-2-16,0 2 16 16,1 0-10-16,2 1 19 15,3-1-17-15,2 0-3 16,2-1-1-16,6-1-34 16,1-1 0-16,0-1 6 15,0-2 2-15,13-2-18 16,2-5 0-16,6-1 9 15,1 0 0-15,2-8-71 16,-2-6-7-16,1-3 19 16,-4 0 24-16,-3-2 20 15,-1 1-5-15,-4 3 20 16,-5 4 14-16,-3 3-11 0,-3 4 7 16,0 3 45-16,0 1-2 15,0 0-2-15,0 0 4 16,-6 7-20-16,0 6 2 15,-2 3-22-15,3 2 5 16,3 2 6-16,2-1-20 16,0-3-4-16,7-3-2 15,7-1 1-15,5-4-1 16,4-4-2-16,3-4-65 16,3 0-51-16,17-14-40 15,-7-4-246-15,-6-3-413 0</inkml:trace>
  <inkml:trace contextRef="#ctx0" brushRef="#br0" timeOffset="-59057.6">30158 11483 82 0,'0'0'1221'16,"0"0"-1068"-16,0 0-97 15,0 0-21-15,0 0 47 16,0 0 18-16,0 0-38 15,0-4-19-15,0 7-24 16,0 8 46-16,0 7 32 16,0 8-23-16,0 6 10 15,-6 9 6-15,-5 4-36 16,-2 6-9-16,-1 0-31 16,0-1 7-16,3-4-5 15,3-5-16-15,5-5 0 16,3-7-2-16,0-8 3 0,7-5-2 15,5-8-19-15,1-4-32 16,0-4-44-16,4-1-54 16,-2-13-58-16,-5-4-28 15,-6-14-114-15,-4 7-358 16</inkml:trace>
  <inkml:trace contextRef="#ctx0" brushRef="#br0" timeOffset="-58775.03">29964 11709 806 0,'0'0'336'16,"0"0"-177"-16,0 0-59 0,0 0-3 16,0 0 15-16,0 0-17 15,0 0-32-15,-12-5-22 16,16 5-12 0,7 0 51-16,2 1-22 0,8 5-14 15,3-1 4 1,4 0-29-16,5-3-7 0,0-2-11 15,3 0-1-15,0 0-12 16,11-5-140-16,-11-5-245 16,-5-2-554-16</inkml:trace>
  <inkml:trace contextRef="#ctx0" brushRef="#br0" timeOffset="-58348.53">30435 11451 728 0,'0'0'168'16,"0"0"-77"-16,0 0 127 16,0 0 24-16,0 0-60 15,0 0-73-15,0 0-15 16,-6-8-16-16,2 8-29 16,-4 8-19-16,-3 5 13 15,0 3-3-15,0 4 7 16,3 3-17-16,0 0-1 15,5-2 17-15,2 0-31 16,1-1-6-16,0-3-2 16,7-5-7-16,6-2 6 0,2-6-4 15,2-4-2 1,1 0 43-16,-1-5-43 0,-1-11-1 16,-3-4 0-16,-6-2-8 15,-2-4 3-15,-5 1-17 16,0-1 21-16,-11 1-8 15,-5 4 10-15,-4 3 0 16,0 6 12-16,1 5 3 16,2 6 1-16,4 1-16 15,5 0-10-15,4 3 9 16,4 5-63-16,0 2-5 16,12 6-76-16,7-4-232 15,0-1-359-15</inkml:trace>
  <inkml:trace contextRef="#ctx0" brushRef="#br0" timeOffset="-57391.82">30868 11536 1252 0,'0'0'295'16,"0"0"-214"-16,0 0 4 0,0 0 53 16,0 0-16-16,0 0-43 15,0 0-29-15,0-5-25 16,0 13-25-16,0 7 12 16,0 9 78-16,0 6-27 15,0 6-9-15,0 4-26 16,-8 4-7-16,-1-1 7 15,2 3-21-15,-3-3-7 16,2 2 19-16,2-4-19 16,1-1 0-16,1-7 8 15,3-4-8-15,-1-6 0 16,2-7-21-16,0-6-34 16,0-4-63-16,0-6-52 15,0-6-66-15,2-11-331 16,3-2-660-16</inkml:trace>
  <inkml:trace contextRef="#ctx0" brushRef="#br0" timeOffset="-57060.9">30911 11537 1008 0,'0'0'275'0,"0"0"-236"15,0 0-27-15,0 0 20 0,0 0 37 16,0 0 13 0,0 0-39-16,0-1 8 0,0 1 29 15,0 1-4 1,-7 9 44-16,-4 5 20 0,-4 6-41 16,-4 4-5-16,-3 0-39 15,0 2-6-15,0-3-11 16,5-2-29-16,1-3-9 15,5-5 14-15,3-5-13 16,4-3-1-16,2-3-9 16,2-2-15-16,0-1-75 15,0 0-110-15,19-12-61 16,-1-6-12-16,0-2-589 0</inkml:trace>
  <inkml:trace contextRef="#ctx0" brushRef="#br0" timeOffset="-56785.63">30871 11493 1106 0,'0'0'329'16,"0"0"-230"-16,0 0-79 15,0 0 54-15,0 0 53 16,0 0-29-16,0 0-41 16,2-3-57-16,3 6 1 15,3 8 36-15,2 5-2 16,3 3-15-16,3-1 11 15,0 0-22-15,0 0 6 16,5 1-14-16,1-3 0 0,1-1-1 16,-1-3-45-1,8 0-177-15,-6-4-108 0,-7-2-917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9:00:13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3480 5514 15 0,'0'0'8'15,"0"0"-2"-15,0 0-5 16,0 0-1-16,0 0 0 16,0 0 0-16,48 21 0 15,-39-18-6-15,15 0-17 16,-6-2 22-16</inkml:trace>
  <inkml:trace contextRef="#ctx0" brushRef="#br0" timeOffset="5450.42">4457 5448 68 0,'0'0'157'16,"0"0"-43"-16,0 0-53 15,0 0 33-15,0 0 43 16,0 0-29-16,0 0-49 15,0 0-20-15,0 0-36 16,0 0-3-16,0 0-6 16,0 0 5-16,0 0-5 15,0 0 0-15,0 0 5 16,0 0 2-16,0 0-1 16,0 0 0-16,0 0 7 15,0 0 6-15,0 0 6 0,0 0 2 16,0 0 13-1,0 0-1-15,0 0-14 0,0 0 4 16,0 0-6-16,0 0-10 16,0 0-6-16,0 0 0 15,0 0-1-15,2 0 15 16,1 0-8-16,6 0 12 16,-1 1 10-16,5 1-11 15,-1-1-9-15,4-1 30 16,2 0-6-16,3 0-33 15,3 0-4-15,4 0 4 16,20 0-149-16,-5-4-214 16,-7-2-177-16</inkml:trace>
  <inkml:trace contextRef="#ctx0" brushRef="#br0" timeOffset="6843.91">5196 5524 515 0,'0'0'113'0,"0"0"-63"0,0 0-15 16,0 0 15-16,0 0 76 15,0 0-12-15,0 0-5 16,-12 0-2-16,12 0-45 16,0 0-3-16,0 0-25 15,0 0-8-15,0 0-16 16,0 0-10-16,2-1-20 16,2 1-5-16,2 0 25 15,3 0 15-15,9 0-14 16,0 0 13-16,6 0 9 15,1 0-17-15,6 0-6 16,4 0 1-16,2-2-2 16,21 1-24-16,-9-1-236 0,-7 2-359 15</inkml:trace>
  <inkml:trace contextRef="#ctx0" brushRef="#br0" timeOffset="9913.04">16697 5544 646 0,'0'0'100'0,"0"0"-56"16,0 0-10-16,0 0 32 15,0 0 41-15,0 0 29 16,-6-7-12-16,6 5-25 16,0 2-12-16,0 0-20 15,0-1-5-15,0 1-21 16,0 0-5-16,0 0-5 15,0 0-18-15,0 0 2 16,0 0 8-16,0 0-13 16,0 0-10-16,0 0-4 15,0 0-10-15,6 0 14 16,6 0 1-16,8 0 15 0,8 0-6 16,10 0 3-1,9 3-12-15,5 0-1 0,4-2-11 16,0-1-81-16,2 0-97 15,26 0-75-15,-14 0-50 16,-9-4-291-16</inkml:trace>
  <inkml:trace contextRef="#ctx0" brushRef="#br0" timeOffset="12353.99">25276 5506 185 0,'0'0'144'15,"0"0"-95"-15,0 0 46 16,0 0 27-16,0 0-10 16,0 0-21-16,0 0-49 15,11-21 16-15,-11 21-5 16,0 0 19-16,0 0-14 16,0 0-13-16,0 0 20 15,0 0-37-15,0 0 4 16,0 0-3-16,0 0-11 15,0 0-7-15,0 0-1 16,0 0 3-16,0 0 1 0,0 0-8 16,0 0-5-1,0 0 12-15,0 0-12 0,0 0 9 16,1 0-10-16,2 0 0 16,3 0 7-16,6 0 11 15,0 1-2-15,4 2 16 16,4 1-12-16,4 2 9 15,2-2-3-15,6 2-7 16,-1-1 0-16,2-1-19 16,0 1-1-16,-2-3 1 15,0 3-11-15,1-1-28 16,1-1-39-16,-1 1-48 16,17 3-154-16,-8-3-239 15,-4 1 10-15</inkml:trace>
  <inkml:trace contextRef="#ctx0" brushRef="#br0" timeOffset="23591.57">5839 8061 51 0,'0'0'158'16,"0"0"-81"-16,0 0 87 15,0 0-4-15,0 0-50 16,-27-14-29-16,24 13-13 16,0 0 30-16,-1-1-13 15,1 1-33-15,1-1-8 16,1 1 5-16,-1 1-7 16,1 0-12-16,1 0-28 15,0 0 5-15,0 0 6 16,0 0 2-16,0 0-14 15,0 0 0-15,0 0 8 16,0 0 4-16,0 6-13 0,0 3 27 16,6 1 20-16,4 1-17 15,4-1 5-15,0 0-3 16,0-1-1-16,5-3 7 16,1-2-37-16,2-3 8 15,0-1 46-15,1 0-34 16,-1-5-8-16,-1-7-12 15,-3-2 5-15,-3-2-6 16,-6 1-32-16,-4 0 32 16,-2-2 16-16,-3-2 10 15,0 1-14-15,0-2-12 16,-11 1 11-16,5 3 5 16,-3 3 9-16,2 4-13 15,1 4 30-15,1 2-18 16,4 3 25-16,-1 0-24 0,2 0-24 15,-1 0 2-15,1 0-3 16,-2 10-9-16,-1 10 9 16,0 7 6-16,0 5 12 15,-1 9-8-15,1 4 8 16,3 6 20-16,-2 7-28 16,2 5 9-16,0 4 1 15,0-1-11-15,0-1 6 16,0-6-15-16,0-4 0 15,0-6 7-15,0-5-7 16,0-4 0-16,0-5-1 16,2-4 1-16,1-6 0 0,-3-3-28 15,4-5-54 1,-4-5-77-16,0-7-169 0,0-5-213 16,0 0-241-16</inkml:trace>
  <inkml:trace contextRef="#ctx0" brushRef="#br0" timeOffset="23832.54">5840 8523 1041 0,'0'0'235'16,"0"0"-108"-16,0 0 4 15,0 0-1-15,0 0-62 16,0 0-15-16,0 0-31 15,25-42 23-15,-6 20-35 16,5-3-9-16,2-3 1 16,4-5-2-16,0 1-46 15,3-2-60-15,12-16-269 16,-9 11-215-16,-5 2-111 0</inkml:trace>
  <inkml:trace contextRef="#ctx0" brushRef="#br0" timeOffset="24124.29">6301 7656 874 0,'0'0'298'15,"0"0"-192"-15,0 0-44 16,0 0 31-16,0 0-21 16,0 0-37-16,0 0-4 15,0 23-30-15,0 0 30 16,-1 5-6-16,-5 4-15 16,2 3-5-16,1 1-5 15,1 2-16-15,1 13-101 16,1-9-205-16,0-7-599 0</inkml:trace>
  <inkml:trace contextRef="#ctx0" brushRef="#br0" timeOffset="24640.48">6478 8375 28 0,'0'0'918'0,"0"0"-780"16,0 0 15-16,0 0 12 15,0 0-11-15,0 0-26 16,0 0-39-16,0-19-59 16,0 19 9-16,0 3-11 15,-2 9-12-15,-1 5 5 16,0 5 8-16,-3 7 5 15,2 4-11-15,-5 1-8 16,3 0-3-16,3 0 6 16,0-4-17-16,-2 0 0 15,2-3 0-15,2-5 0 0,1-4-1 16,0-4-8-16,0-6-48 16,0-3-46-16,0-5-114 15,1 0-129-15,-1-2-415 0</inkml:trace>
  <inkml:trace contextRef="#ctx0" brushRef="#br0" timeOffset="24875.29">6281 8338 1013 0,'0'0'229'0,"0"0"-228"15,0 0 32-15,0 0 39 16,0 0-1-16,0 0 47 16,0 0-61-16,80-16-8 15,-56 15-12-15,5 1-18 16,-1 0-8-16,2 0 11 16,1 0-22-16,-3 0-2 15,1 0-11-15,5 0-128 16,-7 0-97-16,-5 0-662 0</inkml:trace>
  <inkml:trace contextRef="#ctx0" brushRef="#br0" timeOffset="25384.32">7046 7927 958 0,'0'0'181'0,"0"0"-58"15,0 0 51-15,0 0-47 16,0 0-36-16,0 0-13 16,0 0-23-16,-60 15-14 15,51-4-10-15,-4 4-17 16,2 5 1-16,-2 4 20 15,3 3-7-15,-4 2-7 0,5 4-7 16,2 1-2 0,2 2 0-16,4 3-12 15,1 1 1-15,0 4 7 0,0-2-8 16,9 3-1-16,4-6-10 16,4-2-28-16,3-5-57 15,2-4-34-15,13 1-87 16,-4-10-145-16,-5-6-563 0</inkml:trace>
  <inkml:trace contextRef="#ctx0" brushRef="#br0" timeOffset="26427.62">7670 7974 168 0,'0'0'194'0,"0"0"46"0,0 0-22 16,0 0-35-16,0 0-6 16,0 0-79-1,0 0-9-15,-5-3-13 0,4 3 6 16,-1 0-27-16,-4 0-27 16,-1 4 18-16,-4 9-21 15,-4 5 3-15,-7 5 10 16,1 2-9-16,-1 1 6 15,1 1-6-15,0-3-21 16,6-1 18-16,-3-1-10 16,2-4-6-16,7-2-2 15,1-4-8-15,2-2 11 16,2 0-11-16,1-3-3 16,2-3 2-16,1 0 1 15,0-1 0-15,0-1-15 16,0-1 14-16,0 2-30 15,1 0 21-15,9 1-5 0,1-1 15 16,2 1 6-16,2-1 1 16,3-1 12-16,2-1-18 15,2 0 9-15,5-1 10 16,-1 0-19-16,4 0 16 16,0 0-16-16,-3 0 0 15,-1-1 1-15,-4-3-2 16,-4-1 0-16,-5 3-27 15,-1-1-37-15,-5-2-34 16,-2 3-84-16,1-7-98 16,-1 0-224-16,-4 1-51 0</inkml:trace>
  <inkml:trace contextRef="#ctx0" brushRef="#br0" timeOffset="26859.64">7712 7996 734 0,'0'0'156'15,"0"0"0"-15,0 0 11 16,0 0-20-16,0 0 2 16,0 0-60-16,0 0-32 15,-5-5-24-15,5 5-8 16,0 0-23-16,0 0-1 15,0 10 34-15,-1 4 1 16,1 6-1-16,-2 5 5 16,-4 3-14-16,3 6 5 0,-2 4-9 15,-2 0-12 1,1 2 12-16,0-2-13 0,3-1 0 16,0-5-9-16,3-4 1 15,0-5 11-15,0-5-12 16,0-5-12-16,2-3 11 15,2-5-14-15,2 0-44 16,0-4-49-16,3-1-106 16,6-4-55-16,1-10-70 15,-2-5-543-15</inkml:trace>
  <inkml:trace contextRef="#ctx0" brushRef="#br0" timeOffset="27494.36">8029 7953 64 0,'0'0'44'0,"0"0"5"0,0 0 3 15,0 0-34-15,0 0 2 16,0 0-9-16,0 0-10 16,-27 0-1-16,27 0 0 15,2 0 6-15,1 0-1 16,0 0 26-16,0 0 0 16,-3 0 21-16,0 0 35 15,0 0 56-15,0 0 66 16,0 0-18-16,0 0-26 15,0 0-70-15,0 0 18 16,0 5-36-16,-3 2-27 16,-3 6-13-16,0 3 14 15,-1 3 0-15,2 4-24 16,2 2-11-16,3 2 4 16,0 2-1-16,0 0 4 0,0 1-8 15,10-2 7-15,1-3-10 16,1-5 10-16,3-3-20 15,0-6 4-15,4-3 1 16,-1-7 8-16,1-1-1 16,4-3-2-16,-1-13 26 15,-2-5-17-15,-1-4-8 16,-6-5-4-16,-4 0 1 16,-6-2-1-16,-3 0-8 15,0-1 19-15,-10 0-18 0,-5 3 11 16,-4 3 10-1,0 7-4-15,3 5 5 16,1 6-17-16,3 5 36 0,5 3-42 16,1 1-1-16,4 0-42 15,2 0-87-15,0 2-57 16,0 10 54-16,5 6-84 16,5-1-395-16,-2-3-160 0</inkml:trace>
  <inkml:trace contextRef="#ctx0" brushRef="#br0" timeOffset="27871.04">8401 8181 945 0,'0'0'156'0,"0"0"-107"15,0 0-11-15,0 0 23 16,0 0 20-16,0 0-4 15,0 0 40-15,-3 48-53 16,-6-22 12-16,3 4-26 16,-5 2-5-16,-2 3-13 15,1-1-4-15,0 0-8 16,-1-6-19-16,5-2-1 0,4-7 0 16,2-5-3-16,2-5-57 15,2-9-147-15,8 0-297 16,2-5-276-16</inkml:trace>
  <inkml:trace contextRef="#ctx0" brushRef="#br0" timeOffset="28570.87">8660 8056 333 0,'0'0'660'0,"0"0"-562"16,0 0 76-16,0 0-48 16,0 0-36-16,0 0 72 15,0 0-88-15,-37-30-48 16,37 25-24-16,8-1-1 15,5 2 27-15,-1 1-21 16,4 0-1-16,-2 1-6 0,-1 2 9 16,-1 0 12-16,0 0-21 15,-3 2 0-15,-3 6 8 16,-3 2-8-16,-2 5 29 16,-1 1 0-16,0 4 8 15,-3 0 7-15,-8-2-34 16,0 1 11-16,0-4 12 15,1-4-27-15,3-1 4 16,2-4-10-16,2-3 1 16,3-3 8-16,0 0-9 15,0 0-24-15,0 0 0 16,6 0-19-16,6-6 32 16,3 0 8-16,4 0 3 15,1 2 7-15,-1 3-7 16,1 1-7-16,-4 0 7 0,3 1-6 15,-5 9 0-15,-2 4 0 16,-3 2 6-16,-3 4 29 16,-6 2-5-16,0 2 2 15,0 1 6-15,-6-2-8 16,-9-2 8-16,0-1 12 16,-3-4-7-16,3-3-4 15,-1-3-23-15,4-5 0 16,0-2 1-16,7-3-11 15,2 0-11-15,2 0-49 16,1-7-40-16,0-7-70 16,4-12-118-16,11 3-102 15,-1 3-400-15</inkml:trace>
  <inkml:trace contextRef="#ctx0" brushRef="#br0" timeOffset="29108.07">9245 7991 942 0,'0'0'156'0,"0"0"-73"0,0 0 47 16,0 0 41-16,0 0-57 15,0 0-15 1,0 0-31-16,-48-6-2 15,38 6-32-15,1 7-12 0,1 3 0 16,1 1-21-16,-2 2 0 16,3 3 18-16,0 3-19 15,3 1 25-15,0 3-22 16,0 1 9-16,3-2 8 16,0 2-18-16,0-1-2 15,9-3 3-15,3-2-3 16,4-4-6-16,0-4-1 15,1-4 7-15,0-6 15 16,4 0-7-16,-1 0-7 16,-1-13 26-16,0-4-21 15,-4-4-6-15,3-3 0 16,-6 0-1-16,-4-2 1 0,-5 0-4 16,-3-1 4-1,0 1 0-15,-6 1-2 0,-7 5 2 16,1 3 0-16,-1 6 8 15,2 4-2-15,2 4 4 16,1 2-10-16,2 1-9 16,1 0-37-16,5 0-85 15,0 1-60-15,0 5-55 16,3-2-450-16</inkml:trace>
  <inkml:trace contextRef="#ctx0" brushRef="#br0" timeOffset="29650.28">9758 7679 601 0,'0'0'525'15,"0"0"-458"-15,0 0-30 16,0 0-22-16,0 0 11 16,0 0 14-16,0 0-3 15,14 13 6-15,-2-2-20 16,1 3-8-16,2 3 10 16,2 4-9-16,2 5 26 15,-1 2-12-15,3 4 36 16,-4 6-23-16,-1 3-24 15,-7 4 0-15,-2 5 2 16,-7 2-8-16,0 1 3 0,-9 0-16 16,-9-2 9-16,-6-2 4 15,-7-2-13-15,-7-2 0 16,-27 7-69-16,8-11-148 16,-1-9-702-16</inkml:trace>
  <inkml:trace contextRef="#ctx0" brushRef="#br0" timeOffset="43760.98">6266 8774 110 0,'0'0'75'0,"0"0"-13"15,0 0-2-15,0 0 37 16,0 0-10-16,0 0-8 16,4-7-26-16,-4 7-21 15,0 0-4-15,0 0 3 16,0 0 1-16,0 0 29 16,0 0 5-16,0 0 14 15,0 0-20-15,0 0-8 0,0 0 8 16,0 0-2-1,0 0-6-15,0 0-7 0,0 0-14 16,0 0-9-16,0 0-6 16,0 0 7-16,0 0-1 15,0 0-2-15,0 0-2 16,0 0 12-16,0 0-14 16,0 0-14-16,0 0-2 15,0 0-1-15,0 0 0 16,0 0-16-16,3 0 1 15,2 0 16-15,4 0 1 16,1 0 1-16,5 0-1 0,3 1 1 16,1 2-1-16,7 1-1 15,2 0-36-15,17 1-131 16,-2-2-170-16,-9-2-304 16</inkml:trace>
  <inkml:trace contextRef="#ctx0" brushRef="#br0" timeOffset="48118.33">14242 5968 315 0,'0'0'209'0,"0"0"-107"15,0 0-1-15,0 0 5 16,0 0 61-16,0 0-6 0,-11-5-84 16,11 5-30-16,0 0-15 15,-1 0-16-15,1 0-1 16,-3 0-8-16,1 0 3 15,-2 0 4-15,1 0-14 16,0 0 0-16,-3 0 6 16,0 0-6-16,-2 0 2 15,1 3-2-15,-3 2 1 16,1 1 10-16,-1 1-11 16,3 3 0-16,-3 0 0 15,1 4 0-15,0 3 0 16,-3 1 1-16,3 4-1 15,0 2 6-15,-1 2-6 16,2 2 0-16,0 4 4 16,4 0-4-16,1 1 0 0,0-2-2 15,3 1 2 1,0 2-1-16,0-2 0 0,0 1 1 16,4-2-1-16,4 1-3 15,0 1 3-15,1-1 1 16,2 3 0-16,1 1 9 15,2 2-9-15,1 0-10 16,2 0 10-16,2-1 6 16,0-3-6-16,3-5-16 15,-1-4-7-15,5-3 23 16,2-6-30-16,5-4 30 16,3-2 5-16,1-3 27 0,4-3-20 15,0-3-3-15,-1-1-2 16,3 0 3-16,-1-5-1 15,3-6-8-15,0-5-1 16,1-2 8-16,-1-1-7 16,2 0-1-16,0-1 1 15,2 0-8-15,-3 0 5 16,0 0-5-16,-4 0-77 16,-3-1 30-16,-9-1 35 15,-2-3 14-15,-5-1 5 16,-4-2 46-16,-6-5-17 15,-4 0 19-15,0-7-31 16,-6 0-16-16,-3-3 16 0,0-2-14 16,-4-2 7-1,-10 1 31-15,-1-2-5 0,-2-1-4 16,-4-1-6-16,-2 4-4 16,-4-1-12-16,-4 5 2 15,-5 2-12-15,-2 2 20 16,-3 4-15-16,-2 4-5 15,-3 7-33-15,-2 3 32 16,-4 8-34-16,-5 10-16 16,-6 2-33-16,-17 15-22 15,-19 22-46-15,-18 19 45 16,-7 13-84-16,31-11-139 16,23-10-11-16</inkml:trace>
  <inkml:trace contextRef="#ctx0" brushRef="#br0" timeOffset="56700.23">7795 8451 127 0,'0'0'185'16,"0"0"-38"-16,0 0 6 15,0 0-4-15,0 0-12 16,0 0-40-16,0-2-38 15,0 2-17-15,0 0-34 16,0 0-8-16,0 0-30 16,0 0-67-16,0 0-167 15,0 0-9-15,0 3 129 16,0 0-74-16</inkml:trace>
  <inkml:trace contextRef="#ctx0" brushRef="#br0" timeOffset="59265.86">7758 8488 39 0,'0'0'41'15,"0"0"-26"-15,0 0-6 16,0 0 13-16,0 0 2 15,0 0 2-15,0 0-16 16,1 0 8-16,-1 0 3 16,0 0-12-16,0 0 5 15,0 0-13-15,0 0-1 16,0 0 0-16,0 0-20 16,0 0-9-16,0 0 5 15,0 0 9-15,0 0 15 0,0 0 0 16,0 0 10-16,0 0-4 15,0 0 26-15,0 0-2 16,0 0-4-16,0 0-11 16,0 0-4-16,0 0-1 15,0 0-2-15,0 0-8 16,0 0 0-16,0 0-10 16,0 0 10-16,0 0-10 15,0 0-12-15,0 0-4 16,0 0-13-16,0 0-11 15,0 0-60-15,2 0 68 0</inkml:trace>
  <inkml:trace contextRef="#ctx0" brushRef="#br0" timeOffset="63754.96">8665 8563 80 0,'0'0'167'16,"0"0"-98"-16,0 0 18 15,0 0-18-15,0 0 9 16,0 0 0-16,-5-5-19 15,5 4 13-15,-1 1-8 16,1-1-4-16,-2 1-12 16,2 0 5-16,0 0 11 15,-1 0-26-15,1 0-12 16,0 0-2-16,0 0-15 16,0 0 1-16,0 0-1 15,0-2 5-15,0 2 33 16,0-1-13-16,0 1-9 15,0-2-14-15,0 1-9 0,0 1-2 16,1-2 0 0,4 2 17-16,5-1 18 0,2 0-22 15,2-2 6-15,2 0-6 16,5 0 0-16,0-3-6 16,4 1-6-16,2-1 0 15,4-1 20-15,-1 1-20 16,0 0 0-16,-3 1 8 15,-2 1-8-15,-2 1 4 16,-4 0-5-16,2 2-1 16,-3 1-1-16,1 0 2 15,-2 0 0-15,2 0-25 16,-1 0 15-16,0 0-22 16,0 0-19-16,-3-2-26 0,1 2 1 15,-2 0-79-15,0-1-137 16,-2 1-43-1,-4 0 122-15</inkml:trace>
  <inkml:trace contextRef="#ctx0" brushRef="#br0" timeOffset="77504.17">7792 8448 2 0,'0'0'106'0,"0"0"-18"15,0 0-5-15,0 0-26 16,0 0-22-16,0 0-35 16,0 1-32-16,0 1-4 15,0 2 28-15,3 0-29 16,0-1-50-16,-1 0-61 0</inkml:trace>
  <inkml:trace contextRef="#ctx0" brushRef="#br0" timeOffset="81928.08">16423 6050 77 0,'0'0'39'15,"0"0"28"-15,0 0-35 16,0 0 13-16,0 0 60 15,0 0 100-15,0 0-69 16,0-16-28-16,-3 14-21 16,0-1 31-16,-2 2-67 15,2-2-11-15,0 0-2 16,-1 2-12-16,0 0-19 16,-1-1 31-16,1 1-19 15,-2 1-8-15,-1 0-1 16,-3 0 11-16,0 0-1 15,-1 0-19-15,-4 1 0 16,2 5 12-16,-2-1-13 16,2 4 0-16,-4-1 0 0,4 2-2 15,-3 1 2 1,3 1-1-16,0-1 1 0,1 2 7 16,0-2-7-16,0 2-1 15,2 1 0-15,-2 1 1 16,0 1 0-16,1 3-6 15,1 0 6-15,0 1 0 16,2 0 0-16,2 1 0 16,1 1-7-16,1 2 7 15,0 2 0-15,1 1 0 16,1 0 0-16,2 2 0 16,0 1 0-16,0-2 0 0,0 0-19 15,0-1-1-15,0-3-8 16,9-3-14-16,0-1 24 15,2-2 17-15,3 2-37 16,1-2 38-16,5-1-10 16,1 0 9-16,1-1-14 15,5-2 15-15,3-3-30 16,1-3-71-16,2-2 28 16,1-3 37-16,-1-3-11 15,0 0-18-15,-3 0 18 16,0-3 47-16,-1-6 9 15,-2 1 0-15,2-2-9 16,-4-1-10-16,0-3 8 0,-2 0-2 16,1-3 4-1,-1-2 0-15,1 0-31 0,-4-2 31 16,1-1 34-16,-2-2 17 16,-1-1-44-16,-2-2-6 15,-1-1 34-15,0-1-22 16,-4-1-9-16,-2-1-2 15,-1 0 8-15,-3-1 42 16,-4 1-7-16,-1-1 27 16,0-1 22-16,0 0-20 15,-1-3-2-15,-11 2-20 16,-1 4-33-16,-7 0-9 16,1 3 5-16,-5 3-17 15,-3 3 4-15,-3 2-4 16,-3 4 8-16,-2 2-4 0,-3 6-1 15,-3 3-1-15,-1 4-30 16,-3 0-69-16,-25 20-96 16,13 2-130-16,3 4-16 0</inkml:trace>
  <inkml:trace contextRef="#ctx0" brushRef="#br0" timeOffset="97746.85">22689 1140 582 0,'0'0'96'16,"0"0"-44"-16,0 0 51 15,0 0 44-15,0 0-4 16,0 0-2-16,-85-9-2 16,80 9-58-16,4 0-43 15,1 0-24-15,0 0-14 16,0 0-36-16,1 0-2 15,12 2 38-15,3 5 17 16,5 0-6-16,6-3 27 16,1-4 4-16,5 0-17 15,0-1-3-15,0-12-16 16,-4-4 4-16,-2 0 6 0,-6-2-16 16,-6-3 0-16,-5 1-9 15,-4-1 9-15,-4 1 0 16,-2-2 2-16,0 1-2 15,0 2 19-15,-8 3-18 16,0 1-1-16,-1 6 29 16,2 3 1-16,1 4-6 15,2 3 2-15,1 0 6 16,0 0-14-16,0 0-18 16,0 10-16-16,-3 10 16 15,0 10 0-15,2 9 1 16,-4 9 8-16,5 9 3 15,0 14 15-15,2 14-21 0,1 12-5 16,-2-6 5-16,2-19 3 16,0-20-9-16,0-13 0 15,0 8 1-15,0 2 3 16,0 3-4-16,0-6-6 16,0-8 6-16,0-7-1 15,0-5-9-15,0-8-25 16,0-3-41-16,0-5-25 15,0-3-147-15,0-6-38 16,0-1-82-16,-4 0-48 0</inkml:trace>
  <inkml:trace contextRef="#ctx0" brushRef="#br0" timeOffset="97911.4">22716 1638 1220 0,'0'0'200'16,"0"0"-118"-16,0 0 37 16,0 0-19-16,0 0-31 15,40-86 3-15,-13 54-49 16,7-7-8-16,10-4-15 16,6-6-25-16,7-3-48 15,1-1-77-15,15-11-196 16,-15 15-234-16,-11 11 234 0</inkml:trace>
  <inkml:trace contextRef="#ctx0" brushRef="#br0" timeOffset="98948.33">23414 909 892 0,'0'0'160'16,"0"0"-63"-16,0 0 67 16,0 0-12-16,0 0-30 15,0 0-81-15,0 0-22 16,-52 7 0-16,42 5-7 15,-1 5-4-15,2 4-7 16,-3 5 8-16,3 2 8 16,0 1-15-16,0 3-1 15,2 2 18-15,2 1-17 16,2 4-1-16,2 5 0 16,1 1 5-16,0 2-6 15,3 1 0-15,9-3-5 0,6-4 4 16,2-3-10-16,3-7-50 15,7-6-28-15,3-5-59 16,20-12-83-16,-9-5-136 16,-3-3-195-16</inkml:trace>
  <inkml:trace contextRef="#ctx0" brushRef="#br0" timeOffset="101852.37">23645 1244 22 0,'0'0'66'15,"0"0"-33"-15,0 0 16 16,0 0-15-16,0 0 71 16,0 0 16-16,0 0-29 15,14-74-77-15,-10 64 138 16,2 3-33-16,-3-1-34 15,-1 3-24-15,1 0 64 16,-3 4-49-16,0 0-38 16,0 1-4-16,0 0-18 0,0 0-9 15,0 0-8-15,0 0 0 16,0 0-8-16,0 1 16 16,0 5 8-16,0-1 12 15,0 3-28-15,0 0 32 16,0-1 3-16,0 2-13 15,-3-1 5-15,-5-2-15 16,4 1 5-16,1-3-5 16,0-1-6-16,1-2 1 15,2-1-6-15,-1 0 6 16,1 0 21-16,-2 0-21 0,1-4-7 16,-1-3-9-16,2-4 9 15,0-1 14-15,0-2-12 16,0 0-2-16,0 0 0 15,2 1 3-15,2 2-3 16,-1 3 11-16,0 2-9 16,0 2 9-16,-1 2-11 15,-1 0 0-15,2 0 1 16,0 1-1-16,0-2-7 16,2 1 6-16,-1 0-5 15,2-1 6-15,-1 0 0 16,0 1 1-16,0 0 3 15,-2 0-4-15,-2 1 0 0,1 1 0 16,-2 0 1 0,0 0 11-16,0 0-12 0,0 0 1 15,0 0 13-15,0 0-8 16,0 0 3-16,0 0-9 16,0 0-11-16,0 0-15 15,0 0-15-15,0 7 41 16,-3 6 13-16,-3 7-5 15,-3 3 2-15,-1 3-1 16,1-1 4-16,-3-1-2 16,3-3-11-16,1-1 1 15,2 0 12-15,1-2-13 16,3 0 0-16,2-2-12 16,0-2 11-16,6-1 0 0,7-2-19 15,5 1 20-15,3-3 35 16,5-2-28-16,2-2 11 15,2-4-2-15,-1-1-16 16,3 0 0-16,1-1-1 16,0-11 1-16,-2-2 0 15,0-3-51-15,7-13-150 16,-10 5-381-16,-6 0-144 0</inkml:trace>
  <inkml:trace contextRef="#ctx0" brushRef="#br0" timeOffset="102125.01">24060 1041 950 0,'0'0'190'0,"0"0"-56"0,0 0-24 15,0 0 15-15,0 0-53 16,0 0-40-16,0 0-19 16,-19 23 1-16,10-5 8 15,3 5 20-15,-2 3-5 16,1 6 2-16,-2 3 2 15,3 3-9-15,0 3-4 16,1 1-10-16,1 1-1 16,2-4 1-16,1-2-18 15,1-5 7-15,0-4-6 16,0-5-1-16,0-5 0 16,3-5-37-16,4-6-109 15,6-7-64-15,-2 0-171 16,-2-8-300-16</inkml:trace>
  <inkml:trace contextRef="#ctx0" brushRef="#br0" timeOffset="103219.57">24379 1028 1069 0,'0'0'158'0,"0"0"-115"0,0 0-14 16,0 0-10-16,0 0 51 16,0 0 17-16,0 0-26 15,-70 41-28-15,57-19 4 16,0 0-12-16,2 5 15 16,3 1-19-16,4 2-10 15,2-1 8-15,2 1-10 16,0-3 10-16,5-3-12 15,7-6 9-15,4-7-5 16,4-5-10-16,4-6 58 16,3 0-7-16,1-14-43 15,0-9 34-15,-3-3-21 16,-3-5 0-16,-6-4 9 0,-6 1-17 16,-5-3 8-16,-5 0 10 15,0-1-32-15,0 4-1 16,-9 5 1-16,-2 4 6 15,0 8-6-15,2 7-7 16,1 3 7-16,3 5-16 16,4 0 7-16,-1 2-95 15,2 0-109-15,0 16 48 16,5-1-18-16,4 1-421 0</inkml:trace>
  <inkml:trace contextRef="#ctx0" brushRef="#br0" timeOffset="104115.09">24728 1241 856 0,'0'0'163'16,"0"0"-50"-16,0 0 29 15,0 0-7-15,0 0-29 16,0 0-58-16,0 0-41 16,0 13-6-16,0 2 5 15,0 4 32-15,0 5-6 16,-4 4-7-16,-4 2-6 15,0 1-5-15,0-3-2 16,2-2-12-16,0-4 0 0,0-4-1 16,6-3-84-16,0-7-110 15,0-6-654-15</inkml:trace>
  <inkml:trace contextRef="#ctx0" brushRef="#br0" timeOffset="104685.17">25015 923 1553 0,'0'0'158'0,"0"0"-158"15,0 0 40-15,0 0 11 0,0 0 17 16,0 0 13-1,0 0-66-15,0-23-15 0,0 23-18 16,9 0 12-16,3 0 6 16,3 0 11-16,3 0-4 15,2 6 0-15,-1 1 9 16,-3 1-14-16,-3 1-2 16,-1 2-1-16,-6-1-17 15,-1 2 14-15,-5 0 4 16,0 2 10-16,0 0 9 15,-8 0-7-15,-5 3-6 16,-2-3 10-16,-3 2-16 0,4-5 3 16,0-1-3-1,5-1 1-15,3-5-1 0,4-1-9 16,2-3-44-16,0 0-32 16,5 0-60-16,11 0 23 15,5 0 47-15,4 0-13 16,4 0 88-16,-3 0 0 15,3 4 9-15,-5 3 7 16,0 4 4-16,-2 0 22 16,-5 3-2-16,-3 2 0 15,-6 2-31-15,-7 2 32 16,-1-1 3-16,0 3-1 16,-13-1-12-16,-6-1 17 15,-4-2-10-15,2-3-19 16,-3-3 13-16,2-2-31 0,4-3-1 15,3-4 0-15,6-2-25 16,5-1-80-16,4-3-92 16,0-8-287-16,4-5-357 0</inkml:trace>
  <inkml:trace contextRef="#ctx0" brushRef="#br0" timeOffset="105294.11">25671 904 1109 0,'0'0'207'15,"0"0"-130"-15,0 0-25 0,0 0 59 16,0 0-21-16,0 0-37 15,0 0-14 1,-58 54-10-16,43-32-11 0,3 6 7 16,1 2-8-16,2 4-2 15,2 2 7-15,4-3 13 16,3-2-16-16,0-4-13 16,0-3-5-16,13-6 14 15,1-3-14-15,4-5-1 16,5-7 26-16,0-3-7 15,3 0 14-15,-2-15-3 16,-2-5-14-16,-3-4 12 16,-5-4-15-16,-5-3 8 15,-5-4-5-15,-4-2 5 16,0 0-12-16,-4 4 1 0,-8 3 0 16,-2 4 32-16,-2 7-35 15,4 5-6-15,3 5-1 16,3 5-34-16,5 3-71 15,1 1-94-15,0 0-94 16,6 0-245-16,6 0-223 0</inkml:trace>
  <inkml:trace contextRef="#ctx0" brushRef="#br0" timeOffset="105598.33">25907 722 1016 0,'0'0'145'16,"0"0"-68"-16,0 0 7 15,0 0-22-15,0 0-43 16,0 0 46-16,0 0 6 16,87 33-23-16,-70-8-8 15,0 6-21-15,1 6 2 16,-3 2 23-16,-2 7-7 15,-7 4-7-15,-6 4 8 16,0 4-4-16,-15 1-9 16,-6 0-15-16,-7-2 2 15,-2-4-12-15,0-6-9 16,-1-8-80-16,-3 0-53 16,5-14-185-16,9-10-662 0</inkml:trace>
  <inkml:trace contextRef="#ctx0" brushRef="#br0" timeOffset="106215.4">26555 1120 1069 0,'0'0'226'0,"0"0"-155"15,0 0 63-15,0 0-1 16,0 0 19-16,0 0-36 16,0 0-61-16,-12-17-44 15,27 17 9-15,9 0-12 16,5 0 5-16,7 0-6 15,6 0 1-15,1 0-8 16,2 2 9-16,3-2-18 0,-5 0 9 16,2 0-47-16,-6 0-49 15,-7 0-139-15,-6 0 23 16,-16 5-114-16,-7 2-243 16,-3 0 42-16</inkml:trace>
  <inkml:trace contextRef="#ctx0" brushRef="#br0" timeOffset="106486.74">26535 1283 1242 0,'0'0'165'0,"0"0"-131"16,0 0-32 0,0 0-2-16,0 0 57 0,0 0 67 15,0 0-40 1,93 16-21-16,-59-12-10 0,5 1-34 15,3-1-2-15,2 0 8 16,4-1-24-16,3 1-1 16,1-1-44-16,20 3-72 15,-11-3-169 1,-9-2-450-16</inkml:trace>
  <inkml:trace contextRef="#ctx0" brushRef="#br0" timeOffset="109010.01">28214 821 85 0,'0'0'365'0,"0"0"-229"0,0 0-80 16,0 0 80-1,0 0 73-15,0 0-28 0,0 0-65 16,0 2-16 0,0-2 2-16,0 0-9 15,-6 0-45-15,-2 0-31 16,-4-2-7-16,2-2-1 0,-1 0 26 15,1-2 0-15,1 0-22 16,3 0-12-16,3-1 23 16,3 0-24-16,0 0 0 15,0 2-33-15,3-1 28 16,11 2 4-16,3 0 1 16,6 1-3-16,-1 3-5 15,2 0 8-15,0 0-1 16,-4 11 0-16,-1 2-7 15,-3 1 2-15,-7 4-9 16,-6 4 15-16,-3 3 34 16,-8 4-11-16,-15 4 21 15,-7-1-9-15,-6-1-9 0,0-1 21 16,-2-5-20-16,3-4-7 16,4-3 4-16,8-6-14 15,6-3 2-15,9-6-11 16,5-3-1-16,3 0 0 15,4 0-32-15,15-9-11 16,7-4 33-16,7-2-12 16,6 0-31-16,-2 6 18 15,-4 2 35-15,-5 5 0 16,-6 2 0-16,-5 0-3 16,-6 10-14-16,-4 6 17 15,-6 5 1-15,-1 5 33 16,0 1-14-16,-14 3 18 0,-3-1-14 15,-2-4-2-15,0-3 6 16,-3-2 0-16,-3-3 2 16,-3-3-15-16,0-1-14 15,4-3 16-15,6-5-17 16,9-5-42-16,6 0-87 16,3-7-405-16</inkml:trace>
  <inkml:trace contextRef="#ctx0" brushRef="#br0" timeOffset="109479.19">28884 766 1088 0,'0'0'146'15,"0"0"-3"-15,0 0 8 16,0 0-21-16,0 0-41 16,0 0-53-16,0 0-5 15,-72 3-30-15,72 11-1 16,0 3-1-16,0 3 1 16,3 2 22-16,7 1-6 15,3 2 7-15,0 1 17 0,-1-1-17 16,-1 0 5-1,-1 1-10-15,-3-1-2 0,-4 2 0 16,-1 0-10-16,-2-2 2 16,-2 0 19-16,-12-2-15 15,-5-2 2-15,-6-2 5 16,-2-4-4-16,1-2 0 16,1-5-15-16,3-2 0 15,7-6-1-15,5 0-15 16,10-23-113-16,0-5-263 15,13-4-538-15</inkml:trace>
  <inkml:trace contextRef="#ctx0" brushRef="#br0" timeOffset="109548.93">29097 695 529 0,'0'0'1102'16,"0"0"-1056"-16,79-8-31 15,-31 5-3-15,7 2-12 16,29 1 0-16,-13 0-73 16,-8 0-326-16</inkml:trace>
  <inkml:trace contextRef="#ctx0" brushRef="#br0" timeOffset="118769.1">25142 1425 36 0,'0'0'181'0,"0"0"-73"16,0 0 85-16,0 0-10 15,0 0-11-15,0 0-39 16,-2 0-27-16,2 0-28 16,0 0-19-16,0 0-23 15,0 0-17-15,0 0 6 16,0 0-5-16,0 0 2 16,0 0-22-16,0 0-4 15,0 0-3-15,0 0 7 0,0 0 0 16,0 1-1-16,0 4 0 15,0 0 1-15,0 3-8 16,0 0 8-16,8 2-9 16,2 1 5-16,5 0 4 15,5 2 24-15,2 0-14 16,3-1 41-16,1 0-41 16,2-1-4-16,2-1 12 15,0-3-16-15,1 0 0 16,2-2 7-16,1 0-9 0,2-4-1 15,0-1 0 1,-1 0 1-16,3-4 14 0,1-8-14 16,1-1-18-1,-3-4-25-15,-1-2-47 0,-3 1 26 16,-2-2-5-16,4-9-73 16,-9 5-229-16,-5 1-10 0</inkml:trace>
  <inkml:trace contextRef="#ctx0" brushRef="#br0" timeOffset="123971.68">23935 1524 46 0,'0'0'62'0,"0"0"-23"16,0 0 18-16,0 0 19 16,0 0-1-16,0 0-26 15,1-2-23 1,-1 2 0-16,0 0 1 0,0 0-16 16,0 0-4-1,0 0 9-15,0 0-3 0,0 0 4 16,0 0 2-16,0 0-3 15,0 0-1-15,0 0-7 16,0 0 0-16,0 0 7 16,0 0-1-16,0 0 11 15,0 0-2-15,0 0 1 16,0 0 2-16,0 0-14 16,0 0-11-16,0 0 12 15,0 0-12-15,0 0 5 16,0 0-4-16,0 0-1 0,0 0 0 15,0 0-1-15,0 0 1 16,0 0 5-16,0 0-5 16,0 0 28-16,0 0-10 15,0 0-8-15,0 0-11 16,0 0-37-16,0 0-40 16,0 0-89-16,0 0-95 0</inkml:trace>
  <inkml:trace contextRef="#ctx0" brushRef="#br0" timeOffset="129606.22">28227 1399 41 0,'0'0'73'0,"0"0"-47"15,0 0 4-15,0 0-15 0,0 0-2 16,0 0-2 0,0-1-10-16,0 1-1 0,0 0 1 15,0 0-1-15,0 0 23 16,0 0 17-16,0 0 4 15,0 0 12-15,0 0-14 16,0 0-15-16,0 0-10 16,0 0-11-16,0 0-6 15,0 0-7-15,0 0-29 16,0 0-22-16,0 0-2 16,0 0 25-16,1 0-17 15,4 0-81-15</inkml:trace>
  <inkml:trace contextRef="#ctx0" brushRef="#br0" timeOffset="130460.23">28446 1381 497 0,'0'0'258'0,"0"0"-129"16,0 0-66-16,0 0-2 0,0 0-9 15,0 0-19-15,0 0-31 16,-4 0-2 0,4 0 6-16,0 0-6 15,0 0-14-15,0 0-134 0,6 0-152 16,4 0 85-16,3 0 0 16</inkml:trace>
  <inkml:trace contextRef="#ctx0" brushRef="#br0" timeOffset="138512.4">23905 503 3 0,'0'0'23'0,"0"0"-23"15,0 0-26-15</inkml:trace>
  <inkml:trace contextRef="#ctx0" brushRef="#br0" timeOffset="138840.94">23905 503 195 0,'-31'47'309'15,"31"-47"-120"-15,0 0-93 16,0 0-42-16,3 0-37 16,1 0-17-16,8 0 1 15,3 9 38-15,12 6 7 16,7 7 2-16,15 8 40 16,23 13-79-16,27 15 60 0,33 18-2 15,13 11-57 1,7 2-3-16,-3 0-6 0,-6-2 5 15,7-1-6-15,5-1-88 16,9-6-73-16,9-10-38 16,9-11 49-16,-46-20-101 15,-21-11 31-15</inkml:trace>
  <inkml:trace contextRef="#ctx0" brushRef="#br0" timeOffset="139583.7">26565 443 1249 0,'0'0'155'15,"0"0"-152"-15,0 0-2 16,-91-6-1-16,30 23 0 16,-33 20 0-16,-42 19 9 15,-23 13 4-15,-20 10 12 16,-12 6 9-16,-8 2-2 15,-19 14 0-15,-15 7-21 16,-10 11-11-16,-4 5 0 0,0-1-70 16,15-7-80-16,65-32-99 15,38-21-404-15</inkml:trace>
  <inkml:trace contextRef="#ctx0" brushRef="#br0" timeOffset="151160.72">17348 7078 149 0,'0'0'166'15,"0"0"-113"-15,0 0 78 16,0 0 21-16,0 0 30 0,0 0-58 16,0 0-33-1,0 0-20-15,0 0 1 16,0 0-20-16,0 0-26 16,0 0-10-16,0 0-15 0,0 0 1 15,0 0 5-15,0 0-7 16,0 0-33-16,0 0-64 15,0 0-31-15,7 0-41 16,1 0-37-16,-1 0-182 0</inkml:trace>
  <inkml:trace contextRef="#ctx0" brushRef="#br0" timeOffset="155263.57">18118 6882 385 0,'0'0'169'0,"0"0"-41"16,0 0 40-16,0 0-21 15,0 0 22-15,0 0-28 16,0 0-53-16,0 0-49 16,-27 0 6-16,27 0 22 15,0 0 6-15,0 0-15 16,0 0-30-16,0 0-19 16,0 0-9-16,9 0 7 15,1 0 0-15,8 0 14 16,3 6-4-16,9-1 1 15,3 2-8-15,8-1-1 16,3-2 7-16,6-3-16 0,5-1 1 16,4 0-1-16,1 0 1 15,-1-4-1-15,-2-1-7 16,-8-1-26-16,-6 2-59 16,-8 0-90-16,-8 1 40 15,-8 1-226-15,-9-1-45 16,-7 2 12-16</inkml:trace>
  <inkml:trace contextRef="#ctx0" brushRef="#br0" timeOffset="155651.65">18107 6913 54 0,'0'0'938'0,"0"0"-870"16,0 0-68-16,0 0 62 0,0 0 25 16,0 0-7-1,0 0-19-15,96-3-24 16,-68 2-15-16,5-1 1 15,3 1 14-15,7 1-17 16,0-2 3-16,2 1-11 0,0 1-11 16,-3-1-1-1,-1 1-7-15,-5 0-63 0,-3 0-46 16,3 0-107-16,-9 0-373 16,-8 0 228-16</inkml:trace>
  <inkml:trace contextRef="#ctx0" brushRef="#br0" timeOffset="155933.99">18164 6929 778 0,'0'0'66'0,"0"0"-65"16,0 0-1-16,0 0 30 15,0 0 52-15,0 0-9 16,0 0 32-16,85-4-29 16,-51 3-21-16,2 1-18 15,3-2-16-15,3 1-11 16,-1 0 14-16,1-2-24 15,0 0 0-15,-3 0-32 16,-2-1-78-16,2-3-75 16,-9 2-333-16,-8-1 134 0</inkml:trace>
  <inkml:trace contextRef="#ctx0" brushRef="#br0" timeOffset="156218.74">18198 6932 95 0,'0'0'374'0,"0"0"-360"0,0 0 44 16,0 0 32-16,87 0 1 15,-50-1 10-15,3-2 1 16,3 0-21-16,2-1-46 16,1 1-11-16,-1-1-23 15,3 0-1-15,-5 0-60 16,6-2-134-16,-10 2-125 16,-10 0-31-16</inkml:trace>
  <inkml:trace contextRef="#ctx0" brushRef="#br0" timeOffset="156485.84">18197 6914 529 0,'0'0'0'15,"0"0"-58"-15,0 0 58 16,0 0 42-16,0 0 80 16,0 0-2-16,113 4-26 15,-73-4-45-15,5 0-13 16,4 0-17-16,5 0-2 16,2 0-17-16,22 0-11 15,-13 0-149-15,-10 0-330 0</inkml:trace>
  <inkml:trace contextRef="#ctx0" brushRef="#br0" timeOffset="165090.01">19346 6886 253 0,'0'0'105'0,"0"0"-49"16,0 0 42-16,0 0 16 0,0 0-7 15,0 0-19-15,-3 0-11 16,3 0-17-16,0 0-12 15,0 0-9 1,0 0-16-16,0 0-12 0,0 0-11 16,0 0-24-16,0 0-24 15,0 0-50-15,3 0 11 16,14 0-10-16,-1 0-139 16,0 0-25-16</inkml:trace>
  <inkml:trace contextRef="#ctx0" brushRef="#br0" timeOffset="166890.46">19669 6811 36 0,'0'0'38'0,"0"0"-4"16,0 0 13-16,0 0 12 15,0 0-19-15,0 0-8 0,0 0 21 16,0 0 3-1,0 0 21-15,0 0-5 16,0 0-21-16,0 0-5 16,0 0-20-16,0 0 7 0,0 0-1 15,0 0 7-15,0 0 14 16,0 0-1-16,0 0-4 16,0 0 1-16,0 0-7 15,0 0 3-15,0 0-25 16,0 0 10-16,0 0 5 15,0 0-19-15,0 0-7 16,0 0 11-16,0 0-20 16,0 0 0-16,0 0 0 15,0 0 1-15,0 0 10 16,0 0-11-16,0 0 0 0,0 0-2 16,0 0 2-1,0 0-11-15,0 0 9 0,0 0 2 16,0 0 8-16,0 0-8 15,0 0 0-15,0 0 6 16,0 0-6-16,0 0 0 16,0 0 0-16,0 0 0 15,0 0 0-15,0 0-5 16,0 0-4-16,0 0 7 16,0 0-15-16,0 0-9 15,0 0-29-15,0 0-32 16,0 0-108-16,2 0-89 15,1 0 33-15,-2 0 33 0</inkml:trace>
  <inkml:trace contextRef="#ctx0" brushRef="#br0" timeOffset="170211.24">21564 6852 61 0,'0'0'112'0,"0"0"-71"16,0 0 21-16,0 0-35 15,0 0-1-15,0 0 23 16,0 0-17-16,-4-9 10 16,4 9 36-16,-2-1-6 15,2 1 14-15,0 0-24 16,0-2-20-16,0 2-19 16,-1 0-21-16,1 0-1 15,0 0 12-15,0 0-13 16,0 0-1-16,0 0 1 15,0 0 0-15,0 0 0 16,0 0 0-16,0 0-7 0,0 0 7 16,0 0-1-1,0 0-1-15,0 0 1 0,0 0-9 16,0 0 10-16,0 0-10 16,0 0 10-16,0 3 0 15,0-1 0-15,3-1-16 16,1 2 15-16,2-2-1 15,3 2-5-15,-2-1-12 16,4-1 6-16,1 2-26 16,1-2 31-16,2 2-18 15,2-1-31-15,2-1-3 16,1 1 22-16,2-1 2 16,-1 0 6-16,0 1 1 15,3-1 6-15,-2 1-48 16,2-1 44-16,1 2 27 0,-1-2 6 15,1 1-5-15,1-2-1 16,0 0 1-16,3 0 10 16,1 0-11-16,1 0-3 15,0 0 3-15,1 0 21 16,-1 0-20-16,0 0 14 16,2 0 1-16,-2-3 20 15,1 2 0-15,-1-2-9 16,-1 1-18-16,0 1-9 15,0-1-1-15,-1 1 1 16,0-2 0-16,-1 0-37 16,2 0 21-16,-4 1-55 15,2-1 22-15,-1 0-4 0,0 0-5 16,11-3 11 0,-6 3-54-16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9:04:14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3600 11070 1302 0,'0'0'193'0,"0"0"-135"0,0 0 16 16,0 0-4-16,0 0-7 16,0-27 4-16,0 27-26 15,0 0-18-15,0 0-11 16,0 0-12-16,0 0-1 16,0 0-18-16,0 0 9 15,0 1-3-15,0 10 1 16,0 9 12-16,0 6 33 15,0 6-8-15,-2 8 1 16,-4 1-8-16,-1 3-1 16,4-2 1-16,-2-1-18 15,2-2 0-15,2-2 0 16,1-4 0-16,0-4 6 0,0-4-6 16,0-5 0-16,0-4 4 15,0-5-4-15,0-4 0 16,0-4-1-16,0-3-20 15,0 0 3-15,0 0-11 16,4 0-22-16,1-13 22 16,5-6 28-16,1-10 1 15,2-7-1-15,5-5-20 16,0-2 11-16,-2 5-9 16,2 7 19-16,-3 7-9 15,1 6 5-15,-2 8-6 16,-2 4 9-16,-3 5-9 0,-2 1 8 15,1 0-14 1,-1 4-17-16,-1 9 32 0,0 3-23 16,-1 6 24-16,-4 5 19 15,-1 3 41-15,0 3 10 16,0 1-26-16,-6 0 0 16,-6-2 11-16,2-3-32 15,-4-2-8-15,1-5 11 16,-2-2-13-16,2-3-3 15,-1-4-9-15,-2-2 5 16,4-4 4-16,-2-3-10 16,-2-3-19-16,5-1-45 15,0 0-42-15,0 0-38 0,2-1-121 16,6-4-383-16</inkml:trace>
  <inkml:trace contextRef="#ctx0" brushRef="#br0" timeOffset="1268.59">4171 11437 25 0,'0'0'160'0,"0"0"29"16,0 0 63-16,0 0 2 15,0 0-34-15,0 0-61 16,0 0-75-16,0-22-37 16,0 14 28-16,-4-1-12 15,-4 1 24-15,-1 0-11 16,-4-1 3-16,-1 2-6 15,-5 2-37-15,4 0-15 16,-4 4-15-16,-2 1 8 16,6 0 24-16,-1 0-26 15,2 1 0-15,0 9-12 16,1 3 0-16,4 1 0 16,0 3 2-16,2 0 4 15,2 1-12-15,4 1 4 16,1-3 2-16,0 0 0 15,0-3-15-15,9-2-10 0,6-1 19 16,0-4-12-16,4-3-11 16,0-3-12-16,1 0 41 15,1-9 10-15,-2-5-10 16,-4-3 0-16,-3 0 10 16,-3 2-8-16,-3 2 7 15,-2 3-1-15,-2 3 9 16,-2 3 15-16,0 2-15 15,0 2-1-15,0 0 3 16,0 0-19-16,0 0-6 16,0 0-9-16,0 3-11 15,0 7 26-15,0 4 16 16,0 3-16-16,0 2 14 0,1 3-7 16,4-4 4-1,-2-1-11-15,4-3 0 0,2-4 0 16,-1-5-13-16,-1-2-6 15,0-3 0-15,1 0 19 16,1 0 7-16,1-11 1 16,1-6 6-16,1-2-1 15,-2-6-13-15,2 0 0 16,-1 3 0-16,-4 3 0 16,-1 5 0-16,-3 6 0 15,-3 3 0-15,3 5 0 16,-3 0-11-16,0 0-14 0,0 0-2 15,0 6 7 1,3 5 18-16,0 4 4 0,0 2 23 16,0 1-6-16,-1-2 1 15,2 2-8-15,-1-4 7 16,0-4-18-16,-2-5-1 16,2-2 0-16,0-3-18 15,0 0 11-15,0 0 1 16,2-4 6-16,5-10 17 15,-1-5-6-15,3-3-11 16,0-2 0-16,0 1 0 16,-3 6-1-16,3 4-8 15,-5 5-2-15,1 5 11 16,-1 3-14-16,-4 0-2 16,3 0-14-16,-1 10 25 0,-1 1 5 15,1 4 0-15,1 0 6 16,-1 1 7-16,0-1-13 15,-2-1 6-15,0-1 1 16,0-3-7-16,0-3 12 16,-3-3-12-16,3-2-6 15,-1-2 6-15,1 0-95 16,-2-10-123-16,2-5-575 0</inkml:trace>
  <inkml:trace contextRef="#ctx0" brushRef="#br0" timeOffset="1619.01">4192 10984 1169 0,'0'0'165'15,"0"0"-39"-15,0 0 15 16,0 0-95-16,0 0-13 15,0 0 1-15,0 0-14 16,34-41 2-16,-8 38-22 16,-1 3 1-16,2 0 11 15,-2 3-4-15,-4 9-8 16,0 4 0-16,-6 2 0 16,-5 4-11-16,-4 2 24 0,-6 2-13 15,0 6 50 1,-12 1-33-16,-10 1-2 0,-3 0-15 15,-4-3-21-15,-13 3-147 16,8-8-367-16,7-10-443 16</inkml:trace>
  <inkml:trace contextRef="#ctx0" brushRef="#br0" timeOffset="3060.75">5250 11256 595 0,'0'0'207'0,"0"0"-74"16,0 0 6-16,0 0 42 15,0 0-39-15,0 0 0 0,0 0-21 16,-3-49-26 0,-2 43-3-16,-2 1-29 15,-4 1-23-15,-2 2 17 16,1 2-28-16,-6 0-20 0,0 0 36 16,-3 13-36-1,-1 3-9-15,2 5-1 0,1 5 1 16,3 1 0-16,7 1 0 15,1-3 0-15,5 0-1 16,3-3 1-16,0-4 0 16,0-2-12-16,5-3 5 15,7-2 7-15,3-5-31 16,3-5-7-16,4-1 5 16,6-8 18-16,4-15-32 15,-1-8-45-15,2-6-54 16,-5-5 45-16,-7-2-2 15,-3-1 65-15,-5-1 24 0,-5-4-12 16,-4 1 10-16,-4-1 14 16,0 2 2-16,0 5 19 15,0 6 1-15,-3 7 36 16,-3 9 10-16,2 7 3 16,1 6 14-16,0 5-1 15,-1 1 29-15,2 2-48 16,1 0-52-16,1 0-11 15,-2 0-1-15,-1 10 1 16,0 6 15-16,0 7 2 16,0 9 8-16,0 6 9 15,-2 4-11-15,1 6-5 16,3 0 26-16,-1 1-22 0,2 0 9 16,0-3-16-16,2-4-8 15,8-2-7-15,2-5-4 16,3-7 2-16,0-5-14 15,1-6-22-15,4-7-27 16,-1-8-35-16,3-2 7 16,-2 0 33-16,4-14-21 15,-2-7-15-15,-4-3 22 16,0-4 23-16,-3 1 23 16,-5 1 15-16,-2 1 13 15,-5 7 16-15,-2 4-9 16,-1 7 1-16,0 4 16 15,0 3-7-15,0 0-17 16,0 0-28-16,0 8 28 0,-1 5 48 16,-2 4-20-1,3 3-12-15,0 2 20 0,0 1-17 16,0-2 7-16,3-1-11 16,6-4-2-16,2-5 2 15,0-6-15-15,5-2-16 16,-4-3 16-16,-1 0 35 15,-1-11-2-15,-4-4-27 16,-3-4-5-16,-3-2 9 16,0 0-10-16,-15-2-4 15,-4 1 4-15,-8-1 2 16,0 2-1-16,-4 1 10 16,1 2 11-16,3 4 27 0,6 4-5 15,3 1-10-15,8 3 3 16,1 2-25-16,6 0 8 15,3 0-20-15,0-2 0 16,0-1 22-16,0-2-22 16,10-1 0-16,-1-2-1 15,2 2 1-15,5 0 0 16,1 2-8-16,-1 1 8 16,5 3 0-16,-3-1-6 15,-2 4-9-15,1 0-30 16,-1 1-38-16,1 0-61 15,-4 0-90-15,-3 0-498 0</inkml:trace>
  <inkml:trace contextRef="#ctx0" brushRef="#br0" timeOffset="3297.17">5648 10865 1023 0,'0'0'227'16,"0"0"-111"-16,0 0-61 15,0 0-26-15,0 0 3 16,0 0 3-16,0 0-10 16,75-11 7-16,-46 10-31 15,3 1 12-15,2 0-13 16,-1 0-17-16,6 0-99 0,-6 0-199 16,-11 0-482-16</inkml:trace>
  <inkml:trace contextRef="#ctx0" brushRef="#br0" timeOffset="3605.62">5117 10999 664 0,'0'0'209'0,"0"0"-128"16,0 0 107-1,0 0 21-15,0 0-63 0,0 0-48 16,0 0-98-16,-61 5-11 16,70-5 11-16,10 0 40 15,5 0-18 1,7-2-8-16,7 1-14 0,2-1 0 16,6 1-1-16,23 0-69 15,-11-1-276-15,-6-1-684 16</inkml:trace>
  <inkml:trace contextRef="#ctx0" brushRef="#br0" timeOffset="5206.24">6343 11070 730 0,'0'0'214'15,"0"0"-48"-15,0 0-5 16,0 0-86-16,0 0-8 16,0 0-41-16,0 0-24 0,18-49 15 15,-6 42-1 1,-1 2-16-16,-1 5 0 0,-1 0 0 15,-3 3-2-15,0 11 2 16,-3 7 20-16,-1 6 60 16,-2 4-7-16,0 3-27 15,0 3 1-15,-2-3 8 16,-2-4-22-16,-1-2 12 16,2-6-33-16,3-7 2 15,0-3 3-15,0-7-17 16,0-3-1-16,0-2 1 15,0 0-14-15,3 0 14 16,8-10 16-16,3-8 15 16,3-6-10-16,5-8-21 15,-1 0-1-15,1 0 1 0,-5 3-5 16,-1 8 4-16,-2 6 1 16,-1 5-2-16,-4 6 2 15,0 4-17-15,-3 0-23 16,-1 0 18-16,0 8-16 15,0 5 37-15,-1 4 1 16,-1 1 0-16,-1 5 36 16,-1-2-21-16,-1 0-3 15,2-3 17-15,-2-2-16 16,0-6 0-16,0-4-13 16,1-4 2-16,1-2-2 15,1 0 0-15,4 0-32 0,1-5 30 16,5-10 2-16,5-6 15 15,3-5-15-15,0-7-2 16,0 2-5-16,-1 2-8 16,-3 4 15-16,-2 7-1 15,-3 6 1-15,-3 7-1 16,-3 5-14-16,-2 0-14 16,1 0 10-16,-2 7-9 15,-2 4 28-15,2 5 22 16,-3 0 14-16,2 2 4 15,-2-1-21-15,0-2 3 16,1 1-9-16,2-3-3 16,0-3-4-16,2-2 2 0,0-2-8 15,0-4-1 1,1-2-20-16,3 0 17 0,0 0 4 16,3-2 19-16,0-9-6 15,4-4 2-15,1-5-15 16,-1-1 0-16,1 0-15 15,-1 0 4-15,-4 1 11 16,3 4-19-16,-6 4-2 16,-3 3 9-16,-1 7-2 15,-3 2 12-15,-2 0-21 16,0 0-1-16,0 0-9 16,0 5 28-16,0 6 5 15,0 3 53-15,0 4-21 16,0 2-4-16,0-1-18 15,0-1-1-15,0 1 15 0,0-5-24 16,6-1-5-16,0-5 4 16,3-4 1-16,1-2-16 15,-1-2-8-15,2 0 24 16,2-3 36-16,-1-10-22 16,3-4-14-16,-3-3-3 15,0-4-29-15,-2 1 16 16,-1 0-1-16,-3 1 15 15,-1 6-6-15,-2 3 7 16,-3 6 1-16,0 5 11 16,0 2-11-16,0 0-2 15,0 0-20-15,0 0-2 16,0 4 23-16,0 4 1 16,0 5 24-16,0 3 31 15,0 6-22-15,0 3-7 0,0 0-6 16,0 1 4-16,0-2-13 15,4-4-11-15,5-2 0 16,0-6-5-16,0-3 5 16,3-5-17-16,3-4-47 15,3 0-71-15,15-14-17 16,-5-5-360-16,0-4-81 0</inkml:trace>
  <inkml:trace contextRef="#ctx0" brushRef="#br0" timeOffset="5494.73">7643 10968 789 0,'0'0'352'16,"0"0"-221"-16,0 0 35 16,0 0-53-16,0 0-8 15,0 0-6-15,0 0-19 16,-81 6-30-16,69 5-31 15,0 3 0-15,-1 2 15 16,1 2-12-16,4 3 6 16,1 2-13-16,4 0 0 15,3 2 5-15,0-3-20 16,0 1 0-16,12-3 0 16,2-6-5-16,2-3 4 0,2-4-23 15,7-6 12-15,2-1-16 16,1-2-106-16,4-14 55 15,5-15-149-15,-7 3-181 16,-8 1-615-16</inkml:trace>
  <inkml:trace contextRef="#ctx0" brushRef="#br0" timeOffset="5781.45">7140 10707 970 0,'0'0'182'0,"0"0"-115"15,0 0 2-15,0 0 8 16,0 0 3-16,0 0 13 15,0 0-29-15,64-22-7 16,-58 26-46-16,-1 8-5 16,-4 7 0-16,-1 4 3 15,0 3 10-15,-6 4 13 16,-9 1-22-16,2-4-10 16,2-5-9-16,2-5-91 15,4-5-126-15,5-10-574 0</inkml:trace>
  <inkml:trace contextRef="#ctx0" brushRef="#br0" timeOffset="6028.17">7553 10412 1152 0,'0'0'184'0,"0"0"-133"15,0 0-16-15,0 0 20 0,0 0 15 16,0 0-37 0,0 0 30-16,-32 53-49 0,16-21 7 15,-1 4-20-15,5 4-1 16,3-3-22-16,9 1-71 16,0-8-126-16,4-9-880 0</inkml:trace>
  <inkml:trace contextRef="#ctx0" brushRef="#br0" timeOffset="7716.54">8472 10899 523 0,'0'0'195'16,"0"0"-101"-16,0 0 3 16,0 0-3-16,0 0 8 15,0 0-31-15,0 0 26 16,2-1 0-16,-2 1-34 16,0-2-12-16,0 2 21 15,0-1 1-15,0-1 25 16,0 1-37-16,-9 0-7 0,-3-1-13 15,-3 2-25-15,3 0 28 16,-4 0-11-16,2 6-31 16,-1 5 13-16,3 3-15 15,1 3 0-15,3 0 11 16,2 3-11-16,3 1 0 16,3 1-4-16,0-3 4 15,3-1-1-15,11-2-3 16,2-3 2-16,3-3 2 15,2-5-12-15,3-3-10 16,1-2 22-16,-1-3 5 16,2-11-5-16,-1-6-5 15,-1-3-8-15,-2-2-9 0,-5-1-20 16,-3 1 4 0,-6 0 23-16,-3 2 15 0,-5 3 7 15,0 6-5-15,0 4 20 16,0 6 20-16,0 3-1 15,-5 1-16-15,2 0-19 16,3 0-6-16,-3 0 0 16,1 8 1-16,-2 9 12 15,-2 6 3-15,3 5-15 16,2 4 5-16,1 0 12 16,0-3-10-16,0-2-8 15,8-6-5-15,3-4 5 16,1-7 0-16,4-4-18 15,-2-6-12-15,5 0 30 16,3-5 24-16,0-10-24 0,1-8-10 16,1-1-20-16,-4 0 11 15,-4 3 6-15,-4 5 13 16,-3 5 13-16,-6 7-12 16,-2 2 12-16,-1 2-13 15,0 0 11-15,0 0-11 16,0 0-4-16,0 10 4 15,0 3 36-15,0 6-21 16,0 0 1-16,0 1-15 16,0 0 6-16,3-2-7 0,8-4-3 15,5-1-8-15,2-6 11 16,3-4-20-16,6-3-5 16,1-2-56-16,2-14-68 15,-2-6-59-15,1-2-59 16,-5-1-242-16,-2 1 286 15,-4 1 109-15,-5 3-30 16,-5 2 92-16,-1 4 52 16,-5 3 188-16,-2 4 64 15,0 1 88-15,0 5-70 16,-2-1-106-16,-5 2-23 16,4 0-72-16,-3 0 33 15,0 0-57-15,-2 0-27 16,-3 6-1-16,-3 5 14 15,1 3-5-15,-1 3 15 0,-2 3-16 16,2 1 10-16,2 2 0 16,2-1-19-16,4 1-2 15,3-3 8-15,3-3-22 16,0-3 0-16,0-3-9 16,3-3 8-16,8-5 1 15,2-3-30-15,-1 0 11 16,7-1-4-16,-1-12 22 15,0-4-56-15,1-1-5 16,-4 1 25-16,-3 1 30 16,-3 4 7-16,-4 3 1 15,-4 5 21-15,-1 3-15 16,0 1 20-16,0 0-17 0,0 0 6 16,0 0 0-16,0 8-4 15,0 4 1-15,-1 6 28 16,-1 3-19-16,2 2-7 15,0-1-15-15,0-1 13 16,0-2-11-16,11-2-2 16,2-5-18-16,1-3 3 15,3-7-77-15,10-2-74 16,-4-8-197-16,-4-7-236 0</inkml:trace>
  <inkml:trace contextRef="#ctx0" brushRef="#br0" timeOffset="7964.56">9073 10436 1202 0,'0'0'119'0,"0"0"-105"15,0 0 40-15,0 0-24 16,0 0-8-16,0 0 16 0,0 0 11 16,105-12 18-1,-77 24-17-15,-4 8-36 16,-6 6-14-16,-6 6 17 16,-11 5-17-16,-1 4 22 0,-7-1 41 15,-11 2-19-15,-7-3-17 16,-5-1-25-16,-3-2-2 15,-12 9-83-15,5-12-395 16,9-7-515-16</inkml:trace>
  <inkml:trace contextRef="#ctx0" brushRef="#br0" timeOffset="9084.52">10114 10778 715 0,'0'0'221'16,"0"0"-21"-16,0 0-38 15,0 0-63-15,0 0-12 16,0 0-6-16,0 0-8 16,-3 0-48-16,11 0-25 15,4 0 30-15,6 0 5 16,2-2-17-16,5 1-7 16,2 1-11-16,0 0 2 15,-2 0 7-15,-2 0-9 16,-3 0 0-16,-2 4-4 15,-7 2 4-15,-4-1-2 16,-2 1-20-16,-5 1 21 16,0 2 1-16,0 3 5 15,-14 7 66-15,-7 2-2 16,-2 3-15-16,-3 3-10 0,-1-2-4 16,0 0-1-16,2-1 7 15,4-2-28-15,6-3-4 16,2-2 14-16,8-1-19 15,5-4-9-15,0 0 0 16,0-2 0-16,5 0 0 16,10 0-2-16,1-4 2 15,5 1 0-15,3-4-15 16,3-1 6-16,1-2-50 16,3 0-11-16,1-9-30 15,-3-5-23-15,6-8-88 16,-7 0-97-16,-10 3-414 0</inkml:trace>
  <inkml:trace contextRef="#ctx0" brushRef="#br0" timeOffset="9352.18">10155 10928 614 0,'0'0'117'15,"0"0"-116"-15,0 0 37 16,-83 0 22-16,72 0 89 15,4 0 38-15,4 0-48 16,3 0-60-16,0 0-79 0,3 1 16 16,13 3 2-1,5 2 8-15,6-1-1 0,7 0 24 16,2-1 14 0,6-3-18-16,1-1-25 0,0 0 0 15,1 0-6-15,0 0-14 16,16-1-42-16,-14-2-197 15,-4 0-802-15</inkml:trace>
  <inkml:trace contextRef="#ctx0" brushRef="#br0" timeOffset="9577.06">10730 10901 1360 0,'0'0'189'0,"0"0"-141"0,0 0-48 16,0 0 0-16,0 0-12 15,0 0 12-15,0 0 20 16,25 4 25-16,-4 0-23 16,4 0-14-16,5-1 12 15,0 0-20-15,3-3-5 16,-2 0-8-16,0 0 5 15,4 0-113-15,-7 0-480 16,-8 0-66-16</inkml:trace>
  <inkml:trace contextRef="#ctx0" brushRef="#br0" timeOffset="9820.44">10806 11005 1122 0,'0'0'191'0,"0"0"-144"16,0 0-47-16,0 0 0 16,0 0-13-16,0 0 13 15,0 0 69-15,46 31-16 16,-24-25-10-16,5 1-25 16,3-2 1-16,6 1-17 15,0-1 2-15,1-2-4 16,2 0-7-16,12-3-64 15,-10 0-477-15,-8 0-282 16</inkml:trace>
  <inkml:trace contextRef="#ctx0" brushRef="#br0" timeOffset="10354.7">11367 10947 1190 0,'0'0'229'0,"0"0"-227"15,0 0 5-15,0 0-14 16,0 0-8-16,0 0 15 16,0 0 50-16,89 14 11 15,-59-14-23-15,1-8-37 16,1-3 27-16,-1-3-1 0,-3-2-27 16,-2-1 0-1,-5-3 1-15,-2 0 25 0,-7-1-18 16,-3-1 7-16,-8-1-14 15,-1 1 8-15,0 2 57 16,-10 1 14 0,-2 4 7-16,0 3-11 0,0 5 7 15,5 5-53-15,1 0 17 16,0 2-22-16,3 0-18 16,-3 0-7-16,1 0-4 15,-1 9 4-15,0 6 6 16,-1 5-6-16,-3 4 0 15,2 5 15-15,2 4-9 16,1 4 13-16,1 4-4 16,1 4 10-16,3 3 15 0,0 5-24 15,0 4-15-15,0 1 17 16,3 1-18-16,1 1-1 16,-1 0-2-16,-1 0 3 15,-2 0 0-15,0-2-14 16,0-6-41-16,0-7-26 15,0-7-37-15,0-10-74 16,0-16-149-16,0-9-259 16,0-3-139-16</inkml:trace>
  <inkml:trace contextRef="#ctx0" brushRef="#br0" timeOffset="10553.68">11377 11332 1255 0,'0'0'193'0,"0"0"-125"16,0 0-16-16,0 0-52 16,0 0 6-16,0 0 57 15,0 0 4-15,85-49-26 16,-42 28-16-16,4-5-17 16,5-2-2-16,0-6-6 15,5-1-32-15,22-19-67 16,-18 8-138-16,-4 5-877 0</inkml:trace>
  <inkml:trace contextRef="#ctx0" brushRef="#br0" timeOffset="11145.5">12072 10794 750 0,'0'0'507'15,"0"0"-377"-15,0 0 0 16,0 0-26-16,0 0-13 15,0 0 31-15,-94 40-21 16,74-17-42-16,3 3-15 16,1 6 1-16,5-1-15 15,5 2 1-15,5 0-8 0,1-2-5 16,1 0-6 0,17-1-12-16,8-2 0 0,5-4 9 15,5-6-9-15,7-3-28 16,0-10-72-16,3-5 6 15,-2 0-106-15,-2-11 19 16,4-20-355-16,-12 2-48 16</inkml:trace>
  <inkml:trace contextRef="#ctx0" brushRef="#br0" timeOffset="11650.8">12331 10964 7 0,'0'0'279'0,"0"0"-2"16,0 0 46-16,-69-85-22 15,55 68-50-15,3 6-58 16,6 4-66-1,2 5-13-15,3 0-92 0,0 2-22 16,3 0-6-16,12 0 6 16,4 0 18-16,5 2-18 15,0 6 8-15,4 3-6 16,-4 2-2-16,-6 4-12 16,-2 1 11-16,-8 3 2 15,-2 3 16-15,-6 3 0 16,0 4 27-16,-12 0 6 15,-4 1-6-15,-2 0-13 16,-2-6 13-16,7-3-20 16,0-6-5-16,5-6-19 15,5-3 7-15,1-6-7 16,2-2-1-16,0 0-30 0,0 0-2 16,8-5-56-1,7-11 16-15,6-7 40 0,4-8-91 16,2-5-34-16,-2-4 27 15,-4 1 57-15,-1 2 57 16,-8 7 17-16,-4 9 12 16,-3 7 39-16,-5 8 53 15,0 5 39-15,0 1-51 16,0 0-26-16,0 0-10 16,-2 3-39-16,-6 11-3 15,-1 4-14-15,0 3 11 16,0 5 0-16,1-1-11 15,7 2 0-15,1 1 18 0,0-1-10 16,10 0-7 0,7-3-1-16,5-3 8 0,5-3-8 15,4-3-9-15,2-6-48 16,0-4-75-16,10-5-69 16,-8-2-297-16,-7-9-480 15</inkml:trace>
  <inkml:trace contextRef="#ctx0" brushRef="#br0" timeOffset="11920.25">12772 10991 844 0,'0'0'559'0,"0"0"-485"0,0 0-52 16,0 0-22-16,0 0 7 15,0 0 5-15,0 0-2 16,-3 17 14-16,3 1 43 15,0 6-8 1,0 3 15-16,0 3-26 0,0 0-13 16,0 2-4-16,0-1-29 15,1-5 6-15,7-3-16 16,7-6-1-16,3-7-76 16,12-10-118-16,-5 0-304 15,-1-6-139-15</inkml:trace>
  <inkml:trace contextRef="#ctx0" brushRef="#br0" timeOffset="12517.62">13026 10889 722 0,'0'0'243'16,"0"0"-122"-16,0 0 40 15,0 0-55-15,0 0 4 16,0 0-17-16,0 0-32 15,-11 13-14-15,2 5-7 16,2 5 35-16,-2 1-18 16,3 3-29-16,2-2-8 15,4-1 15-15,0-2-14 16,0 0-6-16,5-4-15 16,7-2 0-16,5-7 1 15,2-3-1-15,2-6 1 16,4 0-21-16,1-6 7 0,-2-10 11 15,1-5-31-15,0-5-17 16,-2-2 18-16,-4-2 13 16,-3 0 19-16,-2 4 10 15,-5 2-3-15,-5 7 22 16,-2 6-2-16,-2 5 33 16,0 3 0-16,0 3-37 15,0 0-12-15,0 0 1 16,-2 10-1-16,-2 7 8 15,-3 8-3-15,-1 6 19 16,0 8 8-16,-1 4 10 16,-1 8-11-16,-2 3 12 15,-1 3-29-15,-1 3-7 0,2-2-16 16,1-3 15 0,0-6 0-16,6-5-17 0,2-6 0 15,2-8 9-15,-2-7-9 16,3-7 0-16,0-6-11 15,0-6 4-15,0-2 6 16,0-2-15-16,0 0-19 16,0-16-22-16,0-8-92 15,0-7-3-15,0-28-53 16,3 6-125-16,4 3-681 0</inkml:trace>
  <inkml:trace contextRef="#ctx0" brushRef="#br0" timeOffset="12816.93">13582 10600 1200 0,'0'0'147'0,"0"0"-118"16,0 0-9-16,0 0 3 15,0 0 11-15,49 74 3 0,-35-47 6 16,1 8 37 0,0 1-8-16,1 6-15 0,-4 4-16 15,-3 0 24 1,-6 3-11-16,-3 1-7 0,-3-1-22 16,-17 1 5-16,-11-2-15 15,-9-2 2-15,-3-1-17 16,-32 8-20-16,14-11-219 15,6-9-735-15</inkml:trace>
  <inkml:trace contextRef="#ctx0" brushRef="#br0" timeOffset="26503.34">6994 7410 20 0,'0'0'16'0,"0"0"-1"16,0 0-15-16,0 0 0 16,0 0 0-16,0 0-27 15,0 0 3-15,0 0 24 16</inkml:trace>
  <inkml:trace contextRef="#ctx0" brushRef="#br0" timeOffset="35208.78">23699 6062 38 0,'0'0'186'0,"0"0"-65"16,0 0 12-16,0 0 34 16,0 0-4-16,0 0-43 15,-9 0-58-15,8 0-5 16,-1 0 0-16,1 0-49 15,1 0 0-15,0 0 5 16,0 0-13-16,0 0 0 16,0 0 6-16,0 0 6 15,0 0 11-15,0 0-22 16,0 0 17-16,0 0 11 16,0 0-28-16,0 0 0 15,0 0 14-15,0 0-15 16,1 0 0-16,5 0 0 0,4 0 0 15,4 0 45-15,4 0-18 16,1 3-6-16,7-1-20 16,0 0 9-16,4-2 18 15,5 0-19-15,-1 0-8 16,5 0 20-16,2 0-20 16,1 0 0-16,4-4 6 15,1-1-5-15,0 1 4 16,1 0-4-16,0-1-2 15,0 1 14-15,-1 2-13 16,1-1-1-16,0 1 1 16,0 2 0-16,0 0 8 15,-1 0-9-15,0 0 0 16,0-1-9-16,0 0 9 16,2-2 0-16,-1 0 0 0,1-1 10 15,1 0-10-15,-2 0-3 16,3-1 3-16,-2 1 9 15,3 0-9-15,-1 2 0 16,-2-1 0-16,-1 2 0 16,0 0 0-16,0-1 0 15,-1 2 0-15,-2-1 2 16,3 1 0-16,-2-2-2 16,0 2 0-16,-1 0 0 15,3-1 0-15,-2 1-8 16,2 0 8-16,-2 0 6 15,2 0-6-15,-5 0-1 16,2 0 1-16,-5 0 0 0,0 0 0 16,-1 0-4-1,1 0 4-15,-1-2 7 0,2 0-7 16,2-1 0-16,-1 0-2 16,1 0 2-16,3-1 2 15,-1-1-2-15,1 1 1 16,-1 0 2-16,1 1-3 15,-4 0-1-15,2 1 1 16,-2 0 7-16,-1-1-7 16,0 2-7-16,0-2 7 15,-2 1 10-15,1-1-10 16,-5 0 0-16,0-1-1 16,-4 1 1-16,-1 0-3 15,-2 0 3-15,-1 1 0 16,-1-1-4-16,1 0 4 0,2-1-1 15,3 1 1-15,1-2 0 16,2 1 1-16,-2 1-1 16,-2 0 0-16,1 2-1 15,-3 0-3-15,1-1 2 16,-2 2 1-16,1-1 0 16,0 1 0-16,-1-2-15 15,2 1 16-15,0-1-1 16,-2 0-17-16,0 0 8 15,1-1 1-15,-1 2 7 16,2 1 2-16,-1 0-1 16,4 0 1-16,0 0 0 0,2 0 0 15,-3 0-1 1,0-2 0-16,-1 0 1 0,-3 0 6 16,-1 0-6-16,0 0 0 15,0 2-1-15,0 0-6 16,0 0 7-16,1 0 1 15,2 0-1-15,0-1 0 16,0 1-7-16,-2-2 6 16,0 0-13-16,1-1-25 15,-4 0-16-15,-4 0-21 16,-3 0-8-16,-2 1-14 16,-4-1 53-16,-3 2-11 15,1 1-60-15,-2 0-120 16,-2 0-105-16</inkml:trace>
  <inkml:trace contextRef="#ctx0" brushRef="#br0" timeOffset="42600.83">24469 5310 23 0,'0'0'117'0,"0"0"-87"16,0 0 2-16,0 0 13 15,0 0-12-15,0 0-14 16,0-7 14-16,0 7-6 15,0 0 7-15,0 0-23 16,0 0 8-16,0 0-18 16,0 0 14-16,0 0 9 15,0 0 25-15,0 0 6 16,0 0 7-16,0 0-8 16,0 0 9-16,0 0-30 15,0 0-4-15,-3 0-9 16,3-2-19-16,0 2-1 15,-1-1 0-15,-1 1 7 16,1-1 12-16,-1 1-5 16,1 0 1-16,-1-2-2 0,1 1 63 15,-1 1-32-15,0-2-24 16,1 2-6-16,-1-1-14 16,-1 1 9-16,0-2 1 15,-1 2-8-15,-5 0-2 16,2 0 12-16,-4 0-12 15,-2 0-1-15,1 0 1 16,-1 2 13-16,-1 1 5 16,-2 1-11-16,-1 0 9 15,1 2-5-15,-1 0-9 16,1 1 6-16,-1-1 4 16,0 3-12-16,2 1 0 0,-3 0 2 15,3 1 5-15,-3 3 2 16,-1 0-9-16,2 3 0 15,-2 1 8-15,2 2-8 16,1 0 10-16,2 1-9 16,0 2 0-16,2-2 28 15,1 0 1-15,1 0-20 16,2 0 12-16,2-1-8 16,3 1-5-16,0 2 3 15,3-1 20-15,0 1-14 16,0 0-16-16,0-1-2 15,9 1 13-15,3-2-7 16,6 2 2-16,3 1 17 0,3-2 4 16,3-1-14-1,3-1-15-15,-2-4 0 0,2-4 0 16,0-2 2-16,-1-4 27 16,1-4-3-16,0-2-12 15,-2 0 4-15,1 0-18 16,-2-8 2-16,-2-3 28 15,1-2-18-15,-1-1 4 16,0-3 0-16,0 0 4 16,-2-3-1-16,-1-1-7 15,1-1 1-15,-3-3 18 16,-1 3-18-16,-2-2-6 16,-3 1 2-16,-1-1 1 15,-2 1 3-15,-4-3-12 0,-2-1 8 16,0-1 21-16,-3 0-24 15,-2-1 7-15,0 1-5 16,0 0 8-16,-2 1 6 16,-6 1-12-16,-3 0 3 15,1 4 2-15,-5-1-3 16,0 3-12-16,-3 4-15 16,-1 1 15-16,-1 5-11 15,-2 3-7-15,0 6-2 16,0 1 1-16,-1 0-2 15,-1 4 5-15,-1 10-89 16,-11 13-32-16,6-2-201 16,2-2-663-16</inkml:trace>
  <inkml:trace contextRef="#ctx0" brushRef="#br0" timeOffset="44897.16">23171 2931 464 0,'0'0'126'0,"0"0"-53"0,0 0 37 15,0 0 50-15,0 0-56 16,0 0-24 0,-14-10-41-16,13 8-6 0,1 2-32 15,0 0 15 1,0 0 9-16,0 0-24 0,-2 0 5 16,2 0-6-16,-1 0-8 15,-1 3 7-15,1 4-5 16,1 2 4-16,0-1 1 15,0 1 1-15,0-2 0 16,4 0 8-16,4-3-19 16,0 0-15-16,0-3 20 15,1-1 6-15,0 0 59 16,3 0-22-16,-1-3-7 16,-1-6-17-16,0-2 4 15,-2-3-17-15,-4 1 20 0,0-1-11 16,-4-2 10-16,0 2-2 15,0 1 17-15,0 1-10 16,-7 2-11-16,-2 1 12 16,1 2-24-16,-1 3-1 15,1 1 52-15,-2 2-43 16,2 1 7-16,-1 0-16 16,-1 0 0-16,0 4 0 15,2 5-1-15,0 1-10 16,4 2 11-16,-2 1 0 15,5 1 0-15,1 0-8 16,0 0 7-16,0-3-5 0,1-1 4 16,8-1-23-16,0-4 24 15,0-2-24-15,1-1 25 16,1-2 1-16,-4 0 38 16,1 0-15-16,-1-5-14 15,-2-3 0-15,-2 0-1 16,-2-1 15-16,-1 0 1 15,0 4-6-15,0 1 13 16,0 2 3-16,0 1-35 16,-1 1-1-16,-1 0 0 15,2 0-17-15,0 0-15 16,0 5-5-16,0 5-13 16,22 5-39-16,0-3-126 15,1-3-373-15</inkml:trace>
  <inkml:trace contextRef="#ctx0" brushRef="#br0" timeOffset="48561.91">22019 2931 93 0,'0'0'212'0,"0"0"-132"0,0 0-31 16,0 0 35-16,0 0 47 16,0 0 34-16,0 0-41 15,0 0-28-15,0 0-21 16,0 0 13-16,0 0-39 15,0 0 2-15,0 0-19 16,0 0-10-16,0 0-21 16,0 0 23-16,0 0-18 15,0 0-3-15,0 0-3 16,0 0 0-16,0 0-1 16,0 0-6-16,0 0-7 0,0 0 14 15,3 0-1-15,2 0-4 16,1 0 5-16,4 1 0 15,-1 1 13-15,0-1-12 16,4 0-1-16,1 1 6 16,1-2 3-16,1 1-9 15,3-1 0-15,1 0 7 16,2 0 16-16,2 0-17 16,0 0-6-16,0 0 0 15,-3 0 18-15,1 0-10 16,0 0-2-16,-3 0 7 15,1 0-12-15,-1 0 12 16,1 0-13-16,2 0 12 16,1 0 1-16,-1-1-6 15,2-2-6-15,0-1 13 16,-2 2-5-16,-1-1-8 0,0 3-1 16,-2-1 0-16,1 1 1 15,1 0-1-15,-1 0 0 16,2 0 13-16,1-1-13 15,1-1-1-15,2 1 1 16,-2-2 0-16,1 1 1 16,0 0-1-16,-2 0 1 15,0 1 3-15,-1-1-3 16,1 1-2-16,1 1 2 16,1 0-1-16,4 0 0 15,-2-1 0-15,3 1 0 16,0-2 5-16,1 1-5 0,-1-1 1 15,0-1 0 1,1 1 1-16,-1-1-2 0,-2 0-7 16,0 1 7-16,1 1 8 15,-3 1-7-15,1 0-2 16,2 0 2-16,-1 0-1 16,0 0 1-16,2 0-1 15,-1 0 1-15,3-1 5 16,-1-2-6-16,-2 1 0 15,4 0 0-15,-6 0 0 16,1 1 11-16,-1 1-11 16,-2 0-3-16,-1 0 3 15,1 0 1-15,0 0-1 16,3 0 1-16,0 0 6 0,1 0-6 16,2 0-1-16,0 0 1 15,2-2-6 1,1 0 7-16,-1-1-2 0,1 0 1 15,-5 0 9-15,1 1-10 16,0-1-1-16,-2 1 1 16,0 1 6-16,2 0-5 15,0 1-1-15,-2-2 0 16,1 2 1-16,-3 0 0 16,0 0-1-16,-4 0 1 15,2 0-1-15,1 0 0 16,1 0-1-16,0 0 1 15,3 0 0-15,2 0 7 0,2 0-7 16,1 0 0-16,2 0 17 16,-1-1-16-16,-4 1 0 15,0 0-1-15,-2 0 1 16,-3 0 6-16,0 0-7 16,-3 0 0-16,-1 0 5 15,1 0-5-15,1 0 0 16,0 0-2-16,-3 0 2 15,1 0 2-15,-2 0-2 16,-2 0 0-16,-2 0 10 16,-1 0-10-16,-2 0 0 15,-2 0-1-15,-1 0 1 16,-1 0 1-16,0 0-1 16,0 0 0-16,-1 0 0 15,0 0 0-15,-2 0-1 0,1 0-4 16,0 0 5-16,0 0 0 15,-1 0 0-15,0 0 0 16,0 0 0-16,-1 0 1 16,2 0-2-16,-4 1 1 15,0-1 0-15,-1 0 6 16,-1 0-6-16,-1 0-3 16,0 0-3-16,0 0 6 15,0 0-39-15,0 0-53 16,0 0-66-16,0 0-243 15,0 0-404-15</inkml:trace>
  <inkml:trace contextRef="#ctx0" brushRef="#br0" timeOffset="49380.59">25163 2673 515 0,'0'0'136'0,"0"0"-91"16,0 0 22-16,0 0 23 15,0 0 34-15,0 0-15 16,0 0-44-16,-5 0-29 16,5 0-13-16,0 0-4 15,0 0-5-15,0 1 0 16,0 5-13-16,0 1 16 16,0 2-17-16,8 2 15 15,1 1 1-15,5 2-16 16,0-1 23-16,4 3 3 0,3-1-15 15,1 0-10-15,5 1 8 16,3 1 23-16,0-2-26 16,0 0-5-16,-2-1 9 15,-1-3-9-15,-2 0 12 16,-4-3-6-16,0 0 6 16,-5-3-6-16,-5-1 3 15,-4-1-10-15,-5-1-1 16,-2-1 1-16,0 2 0 15,-9 3 55-15,-17 2 2 16,-11 5-31-16,-17 4-14 16,-20 8-7-16,-28 6-4 0,-13 6-2 15,17-5-107-15,17-9-386 16</inkml:trace>
  <inkml:trace contextRef="#ctx0" brushRef="#br0" timeOffset="62318.73">6218 7213 78 0,'0'0'69'0,"0"0"2"16,0 0 56-16,0 0-26 15,0 0-13-15,0 0 14 16,0 0 1-16,0 0 4 15,0 0-12-15,0 0-15 16,0 0 5-16,0 0-30 16,0 0-20-16,0 0-21 15,0 0 3-15,0 0-2 16,0 0-9-16,0 0-5 0,0 0 21 16,0 0-13-16,0 0-9 15,0 0-1-15,0 0 1 16,3 0 33-16,3 0-29 15,-1 0-2-15,2 0 8 16,-1 0-9-16,1 0-1 16,1 2 7-16,5-1-5 15,-2 2 6-15,1 0-8 16,1 0 6-16,2 0 3 16,-2-1-9-16,-1 0 0 15,0-1-2-15,-1 1 2 16,-1-1 0-16,2 1-1 15,-3-1 1-15,5 0 5 16,-1 1 4-16,-1-1-8 0,1-1 12 16,2 2-12-16,0-2 6 15,-3 0-5-15,2 0-2 16,-3 0 4-16,-2 0 2 16,2 0 1-16,-1 0-7 15,1 0 1-15,-1 2 0 16,5 3 0-16,-1-3-1 15,2 1 7-15,-1 1-7 16,4-2 0-16,-1 0 7 16,-3 1-1-16,4-1-5 15,-4 0-1-15,0 1 0 16,3 0 0-16,-2 0 0 0,0 0 0 16,0 1 1-1,-1-1-1-15,1 1 2 0,-1 0-2 16,0-1 0-16,3 1 6 15,0-2-6-15,-3 1-1 16,3-2-6-16,-2 1 7 16,-1-1 6-16,-1 0-6 15,-1 1 0-15,-1-1 3 16,-2-1-3-16,2 2 0 16,-3-1-1-16,3-1 1 15,0 2 4-15,0-1-4 16,3-1 0-16,0 1 3 15,1-1-3-15,2 2 0 16,-3-2 0-16,4 0 0 16,-4 1 2-16,3-1-2 0,-3 0-5 15,1 2 5 1,0-2 0-16,0 0 0 0,-1 1 0 16,3 0 0-16,-2 1 0 15,2-1 0-15,-3 1 0 16,1-1 4-16,-2-1-4 15,2 1 0-15,-2-1 0 16,-1 2 0-16,2-2 1 16,1 0-1-16,-2 1 0 15,4-1 12-15,-3 0-12 16,1 0-1-16,2 2-7 16,-2-2 8-16,-2 0 0 0,2 0 8 15,-2 1-9-15,-1-1 1 16,-1 0-3-16,1 1 2 15,1-1 2-15,-2 0 9 16,9 0-10-16,-1 0 2 16,0 2-2-16,2-2 9 15,-1 0-8-15,-3 0-2 16,3 1 2-16,-3-1 10 16,0 2-7-16,1-1-4 15,-1 0 0-15,3 2 9 16,1-2-9-16,-1 1 0 15,0-1 2-15,0 1-1 16,3-1 1-16,-3 0-2 0,1 1 0 16,-1-2 5-16,0 1-5 15,0-1-1-15,-2 2-4 16,1-1 5 0,-1-1 6-16,0 2-6 0,-1-1 0 15,-1-1 6-15,-4 1-6 16,0-1 0-16,-2 0 0 15,-3 0 0-15,-4 0 1 16,-1 2-1-16,0-2 0 16,-2 0 11-16,-1 0-11 15,0 0-2-15,0 0-10 16,0 0 12-16,0 0-1 16,2 0 0-16,-1 0 1 0,2 1 9 15,0-1-9 1,0 0 0-16,2 2 0 0,-2-2 1 15,0 0 0-15,4 1-1 16,-2-1 0-16,-2 0 5 16,0 0-5-16,-2 0 0 15,1 0-3-15,-2 0 3 16,0 0 1-16,0 2-1 16,0-2-21-16,0 1 4 15,0-1-43-15,-3 1-41 16,-8-1-88-16,2 0-143 15,0 0-178-15</inkml:trace>
  <inkml:trace contextRef="#ctx0" brushRef="#br0" timeOffset="63027.09">8181 7243 211 0,'0'0'238'0,"0"0"-153"0,0 0-6 16,0 0 47-16,0 0 30 15,0 0-13-15,0 0-9 16,-7-7-68-16,7 7-23 16,0 0-2-16,0 0 6 15,0 0 1-15,0 0-10 16,0 0-9-16,0 0 23 16,0 0-30-16,0 0-13 15,0 0-3-15,0 0 10 16,0 0-3-16,0 0-13 15,0 0-12-15,0 0 11 16,0 0-4-16,6 0 5 16,1 2 0-16,4 5 10 15,2 1 8-15,2-1-17 0,1 1 0 16,1-1 18-16,1 0-19 16,-2 0-2-16,2 0 2 15,-1-1 10-15,-4 0-1 16,4 0-9-16,-1-4 1 15,-4 3 10-15,4-2-11 16,-1 1-1-16,0 1-4 16,0 0 5-16,1 0 1 15,-1-1-1-15,2 1 2 16,-4-1 2-16,0-2-4 16,-5 3 0-16,0-4-6 0,-7 0 6 15,1 1 0-15,-2-2-16 16,0 1-6-1,0 1 15-15,0 1 7 0,-5 2 0 16,-6 4 1-16,-5 2 7 16,-5 5 4-16,-9 2-12 15,-7 2 0-15,-8 2 0 16,-7 3-2-16,-3-2-76 16,-15 8-97-16,13-7-95 15,12-6-504-15</inkml:trace>
  <inkml:trace contextRef="#ctx0" brushRef="#br0" timeOffset="75783.34">6006 7233 129 0,'0'0'109'15,"0"0"-68"-15,0 0-17 16,0 0-15-16,0 0-9 16,0 0-7-16,5 0-35 15,-2 0-7-15,0 2-28 0</inkml:trace>
  <inkml:trace contextRef="#ctx0" brushRef="#br0" timeOffset="86421.39">6033 7190 16 0,'0'0'182'0,"0"0"-94"16,0 0 1-16,0 0 58 15,0 0-43-15,0 0-13 16,0 0-16-16,0 0 31 16,0 0 22-16,0 0-42 15,0 0-36-15,0 0-32 16,0 0-8-16,0 0-10 16,0 0 0-16,0 0-36 15,0 0-105-15,6 5-114 16,-3-2-44-16</inkml:trace>
  <inkml:trace contextRef="#ctx0" brushRef="#br0" timeOffset="87619.02">7391 7377 506 0,'0'0'75'16,"0"0"-55"-16,0 0 6 15,0 0 53-15,0 0 44 16,0 0-54-16,0 0-7 15,0 0-2-15,0 0-3 16,0 0-19-16,0 0-24 16,0 0-14-16,0 0-18 15,0 0-50-15,1 0-209 16,4 0-214-16</inkml:trace>
  <inkml:trace contextRef="#ctx0" brushRef="#br0" timeOffset="97582.5">4408 12327 198 0,'0'0'242'16,"0"0"-102"-16,0 0 41 16,0 0 8-16,0 0-85 15,0 0-36-15,0-18 7 16,0 16-13-16,0 1-10 16,0 0-23-16,0-1 24 0,0 2 3 15,0 0-18 1,0 0 16-16,0 0-13 0,0 0-8 15,0 0-4-15,0 0-29 16,-1 0-1-16,1 0-8 16,-3 2-37-16,0 10 46 15,-2 7 10-15,-3 7 21 16,-3 5-5-16,2 6-9 16,0 3 5-16,-3 2-1 15,3 0-20-15,0 1 0 16,5-3 15-16,-2-3-16 15,4-2 1-15,1-5 0 16,-1-4 1-16,1-5-2 16,1-6-26-16,0-2-38 15,0-5-19-15,0-2-51 0,0-3 6 16,0-3-121-16,0 0 56 16,0-2 28-16,0-8-203 0</inkml:trace>
  <inkml:trace contextRef="#ctx0" brushRef="#br0" timeOffset="98033.57">4395 12302 385 0,'0'0'94'0,"0"0"-44"0,0 0 6 16,0 0 37-16,0 0 34 16,0 0 59-16,0 0-66 15,82-48-21-15,-72 47-11 16,1 1-17-16,-2 0-10 16,1 0-9-16,4 4-13 15,-1 7-20-15,-1 3 13 16,2 3 0-16,-1 3-16 15,-4 2 18-15,-3 3 1 16,-3 1 16-16,-3 1-4 16,0 0-27-16,0-2 6 15,-5 1-11-15,-8-1 1 16,-8 1-13-16,0 3 57 0,-6-1-36 16,-4-1-13-16,-1 0-10 15,1-2 4-15,4-2-5 16,2-5-72-16,6-1-96 15,5-4-132-15,4-7-437 0</inkml:trace>
  <inkml:trace contextRef="#ctx0" brushRef="#br0" timeOffset="99637.21">4181 12468 789 0,'0'0'311'0,"0"0"-198"16,0 0 58-16,0 0 12 15,0 0-11-15,0 0-71 16,0 0-35-16,0-11-49 15,0 9-17-15,0 2-13 16,5 0 12-16,9 0 1 16,5 0 8-16,3 0-8 15,6 0 5-15,2 0-5 16,0 0-2-16,4 0-8 16,13 0-122-16,-10 0-139 15,-4 0-543-15</inkml:trace>
  <inkml:trace contextRef="#ctx0" brushRef="#br0" timeOffset="99763.4">4783 12521 1149 0,'0'0'171'0,"0"0"-121"16,0 0 4-16,0 0 70 0,0 0-44 15,0 0-46-15,0 0-34 16,0 18 0-16,0-3 22 16,0 4-6-16,0 2-1 15,0 0-2-15,-3 1-13 16,1 1 9-16,-1-1-8 15,2-4 0-15,1-3 16 16,0-4-17-16,0-4-10 16,0-2-33-16,1-5-143 15,7-5-185-15,-1-9-659 0</inkml:trace>
  <inkml:trace contextRef="#ctx0" brushRef="#br0" timeOffset="100035.1">4847 12340 1395 0,'0'0'192'0,"0"0"-167"0,0 0-18 16,0 0-6-16,0 0 17 15,0 0-9-15,0 0-9 16,-3 14-1-16,3-6-8 15,0 2-73-15,5-1-196 16,2-4-662-16</inkml:trace>
  <inkml:trace contextRef="#ctx0" brushRef="#br0" timeOffset="100782.16">5460 12440 876 0,'0'0'143'0,"0"0"-81"0,0 0 49 15,0 0 37-15,0 0 26 16,0 0-4-16,0 0-78 16,-52-61-24-16,34 58-23 15,-1 3 3-15,1 0-34 16,-3 0-13-16,0 12-1 16,0 2 11-16,3 5-11 15,0 1 0-15,2 3 0 16,2 1 11-16,4 0-11 15,4-1 2-15,3-1-2 16,3-2 0-16,0-1 0 16,6-6 0-16,9-1-15 15,1-7 5-15,7-3 4 16,0-2-10-16,0-5-9 0,1-11 20 16,-2-7 4-16,-1-3-12 15,-6 0 13-15,0-2 7 16,-5 2 2-16,-1 1-3 15,-4 4-6-15,-2 4 12 16,1 7 13-16,-4 4 19 16,0 5-15-16,0 1-4 15,0 0-24-15,0 0-2 16,0 0-7-16,0 3-4 16,0 8 12-16,0 9 8 15,-4 5-2-15,-2 9 19 16,1 7-9-16,-2 4 19 15,1 3-10-15,1 3 6 0,-2-4-4 16,4 1-21-16,0-10 0 16,0-3 3-16,3-7-7 15,0-7-4-15,0-4-41 16,0-4-34-16,0-6-17 16,14-7-108-16,-1-2-300 15,-1-10-269-15</inkml:trace>
  <inkml:trace contextRef="#ctx0" brushRef="#br0" timeOffset="101267.36">5757 12421 864 0,'0'0'260'0,"0"0"-103"15,0 0-1-15,0 0 13 16,0 0-18-16,0 0-66 16,0 0-38-16,0-2-16 15,0 11-21-15,-3 3-1 16,-2 5 25-16,-2 6-9 16,0 1 2-16,1 2-11 15,1 1 0-15,4 0-2 16,1 0-13-16,0-3 9 0,0-3 5 15,1-4-15 1,7-6 0-16,2-4-6 0,2-4-11 16,5-3 16-1,0-1-32-15,4-13 27 0,-1-8-25 16,-1-5-5-16,2-3 8 16,-5-4 17-16,-1 0 11 15,-3 2 10-15,-4 4-10 16,-4 7 6-16,-2 10 31 15,-2 6-12-15,0 3-6 16,0 2-19-16,0 0-16 16,0 3 10-16,0 8 6 15,0 7 6-15,-3 4 39 16,0 2-29-16,1 1 0 16,1 0-15-16,1 0 17 0,0-3-10 15,3-4-8-15,10-2-4 16,2-5-8-16,4-5 2 15,5-3-27-15,9-3-54 16,3-2-43-16,20-22-174 16,-8 2-285-16,-3-2-68 0</inkml:trace>
  <inkml:trace contextRef="#ctx0" brushRef="#br0" timeOffset="101703.09">6351 12447 472 0,'0'0'543'16,"0"0"-244"-16,0 0-42 15,0 0-124-15,0 0-2 16,0 0-65-16,0 0-19 16,-70 1-16-16,47 11-16 15,4 3 19-15,-2 5-20 0,2 3 11 16,4 2-15-16,0 0 15 16,9 3 7-16,1-6-32 15,5-3 0-15,0-2 8 16,0-5-8-16,8-5-1 15,5-4-15-15,2-3 15 16,6 0-8-16,1-14 9 16,1-6-50-16,2-6 18 15,-1 0-21-15,-6-3 23 16,-2 4 16-16,-5 4 14 16,-4 7 17-16,-4 5-15 15,-3 5 14-15,0 4 24 16,0 0-23-16,0 0-1 0,0 0-9 15,-7 9 2 1,1 3 28-16,-3 8-22 0,1 2 16 16,4 3 6-16,1 0-17 15,3-1-10-15,0-4-10 16,10-2 0-16,7-5-1 16,10-6-17-16,4-7-20 15,8 0-37-15,29-29-115 16,-11-2-201-16,-5-2-971 0</inkml:trace>
  <inkml:trace contextRef="#ctx0" brushRef="#br0" timeOffset="102865.48">7358 12382 335 0,'0'0'116'0,"0"0"-17"16,0 0 53-16,0 0 51 15,0 0-18-15,0 0-73 16,0 0-8-16,0 0-26 15,12-67-9-15,-12 64 11 16,0 1-21-16,0 2 1 0,0 0-9 16,0 0 7-1,0 0-30-15,0 0 0 0,0 0-8 16,0 0-17-16,0 0-3 16,0 6-7-16,0 8 7 15,0 10 47-15,0 10-12 16,0 10 0-16,-3 8-11 15,-3 7 6-15,-3 16-1 16,-1-7-17-16,-1 1-5 16,3-6 7-16,2-15-13 15,-2 2 6-15,2-11-5 16,1-7-1-16,4-6 8 16,-1-7-9-16,2-8-15 15,0-4-22-15,0-6-27 16,0-1-19-16,0-3-58 15,0-15-58-15,5-28-184 0,-1 5-235 16,-1-4 256-16</inkml:trace>
  <inkml:trace contextRef="#ctx0" brushRef="#br0" timeOffset="103032.1">7325 12385 337 0,'0'0'757'0,"0"0"-634"16,0 0-63-16,0 0-7 15,0 0 2-15,0 0-11 16,83-69 1-16,-58 68 7 16,3 1 4-16,-1 0-14 15,-5 2-20-15,0 10-1 0,-5 2 4 16,-8 3-19 0,-2 2 28-16,-4 3 40 0,-3 0 4 15,0 2-5-15,-15 0-17 16,-3-1-8-1,-4-1 0-15,-3-2-12 0,-2-2-11 16,0-2-10-16,3-3-14 16,2-5-1-16,1-2-4 15,7-3-33-15,4-3-40 16,10-6-126-16,0-10-188 16,3-2-744-16</inkml:trace>
  <inkml:trace contextRef="#ctx0" brushRef="#br0" timeOffset="103875.03">8323 12175 542 0,'0'0'228'16,"0"0"-71"-16,0 0 35 15,0 0-34-15,0 0-6 16,0 0 11-16,0 0-42 16,0-51-64-16,0 51-22 0,0 0-6 15,0 0-29-15,0 8-15 16,0 8 15-16,0 8 66 15,0 5-12-15,0 10-23 16,-1 6-12-16,-4 3 26 16,1 4-25-16,-2 0 4 15,1-2-24-15,1-4 11 16,1-6 5-16,3-5-16 16,0-7-1-16,-3-5-11 15,0-6-45-15,0-7-59 16,-2-7-205-16,-8-8-22 15,1-10-357-15</inkml:trace>
  <inkml:trace contextRef="#ctx0" brushRef="#br0" timeOffset="104662.3">8138 12346 550 0,'0'0'313'0,"0"0"-67"0,0 0-42 15,0 0-108-15,0 0-44 16,0 0-29-16,0 0 0 15,61-46-12-15,-38 46 5 16,0 0 1-16,3 0-7 16,-2 0 8-16,4 0-17 15,1-1 12-15,-1-5 4 16,0-2-10-16,-1-5 20 16,0-1-8-16,-6-1-19 15,1-1 1-15,-6-1 1 16,-2-2-1-16,-5 3 1 0,0-1 4 15,-5 0-6-15,-2 1 14 16,-2 2-12-16,0 0 12 16,0 4 2-16,0 1 31 15,-2 2-10-15,-2 2-1 16,-1 1 26-16,1 3-27 16,1-1-20-16,0 2-4 15,0 0 23-15,0 0-10 16,0 0 6-16,0 0-24 15,-3 0-5-15,0 3-1 16,-1 7 0-16,-1 5 5 16,-1 5-4-16,-1 5-1 15,1 5 25-15,0 4-1 0,3 4 8 16,-1 0-20-16,-1 0 3 16,5 0 5-16,3-1-20 15,0-1 0-15,0-7 12 16,0-4-12-16,0-6 0 15,3-6-12-15,3-6 11 16,0-5-33-16,3-2-20 16,0 0-38-16,3-7 86 15,7-10-7-15,0-5-30 16,3-5-2-16,0-1 5 16,0-2 33-16,0 5-22 15,0 4 24-15,-3 5 5 0,-4 8 0 16,1 3-1-1,-5 5-9-15,-1 0 3 0,-4 0-12 16,-3 12 0-16,0 3 19 16,0 6 0-16,-3 4 45 15,0 4 9-15,0 0-20 16,3 0 10-16,3-5-15 16,4-4-17-16,4-4-12 15,4-6 9-15,1-3-9 16,5-7 0-16,3 0 8 15,4-6 21-15,-1-12-29 16,1-4-40-16,-1-5-32 16,0-12-156-16,-6 5-175 15,-8 5-616-15</inkml:trace>
  <inkml:trace contextRef="#ctx0" brushRef="#br0" timeOffset="105631.31">7206 12953 15 0,'0'0'88'15,"0"0"7"-15,0 0 61 16,0 0 76-16,0 0 15 15,0 0-55-15,0 0-36 16,-11 2 3-16,11-2-22 16,0 0-14-16,0 0 4 15,0 0-33-15,0 0-23 16,0 0-44-16,0 0-17 16,0 0-2-16,0 0-8 0,5 0 0 15,2 0 3-15,7 0 8 16,2 2-11-16,8 0-11 15,1 0 2-15,9-2 18 16,4 0-6-16,4 0-3 16,22-2-89-16,-7-4-288 15,-8-2-499-15</inkml:trace>
  <inkml:trace contextRef="#ctx0" brushRef="#br0" timeOffset="107839.02">9020 12358 531 0,'0'0'136'0,"0"0"-27"16,0 0-3-16,0 0 77 15,0 0-32-15,0 0-51 16,0 0-29-16,94 8-32 15,-69-8-14-15,2 0-14 16,-4 0 8-16,-1-6-3 16,-3-4-16-16,-7-1 2 15,-6-3 21-15,-6-1-22 16,0 0 9-16,-1-1 21 0,-11 2 33 16,-3 0 36-16,1 4-14 15,0 3-11-15,0 3 9 16,6 2-61-16,1 2-10 15,0 0 18-15,1 0-8 16,0 9-8-16,-5 7-14 16,4 3 4-16,-1 2 19 15,1 3-24-15,2 2 0 16,1-1 9-16,1-1-9 16,3-1 0-16,0-2 0 15,3-6-13-15,7-2 12 16,4-6-17-16,4-4 18 15,4-3 14-15,2-4 2 0,3-13-16 16,3-6-19-16,0-2-6 16,-4-4 24-16,-3 4-17 15,-4 1 9-15,-4 3 8 16,-4 4 1-16,-3 6 7 16,-5 4-7-16,-1 4 1 15,-2 3 6-15,0 0-7 16,0 0-26-16,0 1-10 15,0 10 36-15,0 5 4 16,-3 4 5-16,1 3 3 16,2 0 15-16,0 0-17 15,2 0 11-15,11-5-21 16,7-3 0-16,2-3 0 0,4-7 6 16,2-5-3-16,-1 0 21 15,-2-3-23-15,0-11 8 16,-7-2-8-16,-4-4 6 15,-7 0-6-15,-7-1-1 16,0 0 1-16,-4 1 14 16,-13 2-7-16,1 2 21 15,-5 3-7-15,6 5 36 16,-1 4-51-16,2 1-4 16,5 3 12-16,3 0-30 15,3 0 11-15,0 0-33 16,3 1-65-16,0 5-17 0,0 1-39 15,0-2-77 1,0 0-409-16,0-5-200 0</inkml:trace>
  <inkml:trace contextRef="#ctx0" brushRef="#br0" timeOffset="110884.72">10251 11989 1117 0,'0'0'147'0,"0"0"-102"16,0 0-19-16,0 0 49 16,0 0 44-16,0 0 5 15,-21 87-37-15,15-49 0 16,-2 5-23-16,0 0-27 16,0 4-14-16,2-5 14 15,3-2-31-15,0-7 4 0,3-7-9 16,0-9 6-16,0-6-7 15,11-8-8-15,0-3-8 16,4-4 3-16,8-16 13 16,2-9-19-16,1-5-43 15,0-5 24-15,-2 0 32 16,-5 2 6-16,-2 7 0 16,-5 9 22-16,-5 7-21 15,-4 9 2-15,-1 3-3 16,-1 2-25-16,2 0-1 15,0 15 26-15,5 4 3 16,1 8 49-16,-2 3-15 16,-1 3 13-16,2 1-25 0,-1-1 4 15,-1-3-12 1,3-1-2-16,0-6-6 0,4-5 7 16,1-4-15-16,1-6-1 15,-2-4-13-15,3-4 13 16,1 0 21-16,1-9 2 15,0-9-11-15,4-5 3 16,-1-1-15-16,-6-3-8 16,0 3-6-16,-6 3 14 15,-3 5 7-15,1 5-7 16,-4 4 0-16,-3 4 0 16,0 3 0-16,0 0-12 0,0 0-26 15,0 0 10 1,0 10-8-16,-3 6 36 0,-1 5 22 15,1 6 15-15,0 1-15 16,3 2 3-16,0-2-24 16,0-6 15-16,12-3-4 15,3-7-12-15,4-4-16 16,4-8 15-16,2 0 1 16,6-10 8-16,-1-12-8 15,0-5-23-15,0-5 11 16,-2-4-19-16,-3 0 23 15,-4 1 8-15,-6 2 16 16,-6 8-10-16,-3 5-6 16,-5 9 18-16,-1 5 33 15,0 6-21-15,0 0-20 0,0 0-10 16,0 0-1-16,-1 9 1 16,-5 8 15-16,-1 7 18 15,1 4 11-15,0 4-26 16,3-1-5-16,3 0 9 15,0-2-20-15,0-5 2 16,4-5-4-16,7-5 0 16,2-4 0-16,-1-4-4 15,2-6-10-15,0 0 14 16,3-3 12-16,4-11-7 16,-1-4-5-16,3-6-18 15,-2-3 9-15,1-3-22 16,-1 2 6-16,-3 1 19 15,-2 4 6-15,-4 5-6 16,-4 7 8-16,-1 4-2 0,-5 6 0 16,-2 1-6-16,0 0-12 15,0 0 9-15,0 0-10 16,0 3 6-16,0 6 13 16,0 5 17-16,-2 5 23 15,2 3-19-15,0 2-6 16,0 0 1-16,0 0-9 15,2-1 4-15,8-5-11 16,2-1 0-16,3-6 0 16,6-2 0-16,0-5-1 15,3-4-10-15,1 0 4 0,-1-6-3 16,-2-8 10-16,-2-2-13 16,-5-3 12-16,-4 1-13 15,-6-2 13-15,-5 3-9 16,0 2 9-16,0 2 1 15,-6 5-14-15,-7 2-1 16,-1 3 14-16,-2 0 2 16,2 3 6-16,0 0 11 15,3 0 4-15,2 0-1 16,3 0-21-16,0 0 0 16,5-1 18-16,1-1-12 15,0 2-6-15,0-1-7 0,0-1 7 16,0-2 0-16,5 0-24 15,3-5 6-15,6-1 17 16,3-1-11 0,0-1 6-16,8 1-6 0,-1 1 12 15,0 2 0-15,-3 6-7 16,3 2 7-16,-2 0-1 16,-3 2 1-16,-4 13-12 15,-1 4-12-15,-4 5 23 16,-2 6 1-16,-7 5 1 15,-1 2 13-15,0 1 23 16,0-3-23-16,-6-2 3 16,2-9-11-16,1-6 8 15,3-8-4-15,0-5-10 16,0-5 0-16,0 0-7 0,6-7 15 16,7-12 15-16,8-11-23 15,3-5 7-15,3-4-6 16,1-4-2-16,-1 5 3 15,0 3-9-15,1 5 7 16,-4 9 0-16,-5 7-9 16,-5 7 9-16,-5 5 0 15,-6 2-27-15,3 0 0 16,-5 13 20-16,1 7 7 16,-1 2 25-16,1 5-14 15,-1 0 8-15,2-1 1 16,5-1-20-16,5-3 0 15,4-3 1-15,5-7-1 0,5-5-1 16,2-5-9 0,6-2-1-16,1-5-1 0,0-10-13 15,-2-5-15-15,-3-4 15 16,-5-1 11-16,-7 0 14 16,-10 1 7-16,-5 1-1 15,-4 4 16-15,0 7-14 16,-10 2 27-16,-8 6 7 15,-3 4-41-15,-3 0 23 16,-1 7-16-16,1 8 5 16,4 5 18-16,3 3-31 15,6 0 0-15,1-3-3 16,8-2 4-16,2-3-2 16,0-5-7-16,2-5 8 0,8-5-1 15,4 0 7-15,2-2-6 16,4-14 5-16,2-7-5 15,0-2-28-15,-4 0-2 16,-3 0 30-16,-4 6 0 16,-4 6 0-16,-4 6-1 15,0 5 1-15,-3 2-13 16,0 0 0-16,0 2-27 16,0 14 40-16,0 7 34 15,-4 10-9-15,-4 9-4 16,-3 18 11-16,-8 20-12 0,-9 21 8 15,1 3-22 1,3-17 15-16,3-23 7 0,5-26-27 16,4-7 5-16,-2 3 8 15,-5-1-13-15,0 0 4 16,1-7-4-16,0-8-1 16,3-6 8-16,-1-6-7 15,2-5 1-15,1-1 1 16,2-5-3-16,2-15-9 15,2-6-24-15,4-11 8 16,3-4 3-16,3-4-9 16,19-2-3-16,7 2 8 15,5 0 10-15,9 1-12 16,3-1-53-16,6 1 5 16,4-1-42-16,-4 1-26 0,12-15-142 15,-15 11-119 1,-11 6-440-16</inkml:trace>
  <inkml:trace contextRef="#ctx0" brushRef="#br0" timeOffset="111402.63">11298 12103 527 0,'0'0'307'0,"0"0"-207"0,0 0-16 15,0 0-37-15,0 0 53 16,0 0-9-16,0 0 72 15,-2-52-79-15,2 42 0 16,0 0-1-16,2 3-23 16,-2 1 0-16,0 3 7 15,0 2-7-15,0 1-32 16,3 0-28-16,-3 0-36 0,0 12 18 16,3 8 18-16,-3 3 26 15,0 4-25-15,-6 1 18 16,-9-1-7-16,-6-2 4 15,-4-2-16 1,-8-5-45-16,-13-2-199 0,4-8-35 16,8-3-453-16</inkml:trace>
  <inkml:trace contextRef="#ctx0" brushRef="#br0" timeOffset="111502.92">11105 11916 606 0,'0'0'374'0,"0"0"-247"0,0 0-86 16,0 0-24-16,0 0 1 15,0 0 76-15,0 0-41 16,-8 31 88-16,-7-6-36 15,-8 1-54-15,-5 4-31 16,-6 0-10-16,-4-2-10 16,-2-3-3-16,-3-1-58 15,-14-2-252-15,14-8-319 16</inkml:trace>
  <inkml:trace contextRef="#ctx0" brushRef="#br0" timeOffset="112530.84">11953 11686 1023 0,'0'0'187'15,"0"0"-103"-15,0 0 43 0,0 0-2 16,0 0 37-16,0 0-34 16,0 0-37-16,13-29-25 15,-13 29-48-15,-4 12-6 16,-6 10 19-16,-7 9-1 15,-5 8-7-15,-4 5-15 16,0 0 0-16,0 1-8 16,7 8-90-16,4-9-178 0,7-10-301 15</inkml:trace>
  <inkml:trace contextRef="#ctx0" brushRef="#br0" timeOffset="113487.05">13126 11991 104 0,'0'0'494'0,"0"0"-247"0,0 0 29 16,0 0-52-1,0 0-64-15,0 0-36 0,0 0 33 16,6-29-32-16,-6 27-43 16,0 2-31-16,-2 0-18 15,-5 0-13-15,-2 10 8 16,-8 9-20-16,-1 7 29 15,1 8-22-15,1 3-12 16,6-1-2-16,6-1 13 16,4-5-14-16,0-4-8 15,4-6-2-15,14-6 10 16,6-6 0-16,3-8 1 16,5 0 20-16,1-14 2 0,2-9-10 15,-4-6-13-15,-4-3-1 16,-8-1-1-16,-5-1 3 15,-8 2-2-15,-6 0 2 16,0 4 0-16,-15 3-1 16,-3 5-7-16,-6 6 7 15,0 4 6-15,-1 7 3 16,2 3-9-16,3 0-4 16,3 6 4-16,7 7 0 15,5-1-19-15,5 3-73 16,8 6-9-16,11-3-177 15,0-5-278-15</inkml:trace>
  <inkml:trace contextRef="#ctx0" brushRef="#br0" timeOffset="114123.14">13497 12011 472 0,'0'0'208'15,"0"0"88"-15,0 0-59 16,0 0-83-16,0 0-16 16,0 0-39-16,0 0-70 15,-13-20 32-15,31 16-33 16,6 2-16-16,1 0 14 0,-1 2-20 15,-6 0 16-15,-2 0-5 16,-4 10-7-16,-6 4 8 16,-2 5-11-16,-4 7 62 15,0 4 15-15,-10 3-26 16,-7 3-5-16,-2 0 4 16,-1-2-18-16,1-4-4 15,5-6 4-15,5-6-26 16,1-6-4-16,8-7-9 15,0-3 0-15,0-2-1 16,3 0-14-16,12-12 15 16,10-8 0-16,5-7 0 15,5-9-49-15,-1-3-7 0,-3-2 27 16,-4 0 23-16,-5 4-16 16,-4 6 22-16,-7 8 13 15,-7 11 4-15,-4 6 28 16,0 5-3-16,0 1-14 15,0 0-13-15,0 0-15 16,-6 4 1-16,-4 10 18 16,-4 4-13-16,2 6 3 15,-1 2 0-15,1 0-8 16,4 3 22-16,5-2-17 16,3-2-6-16,0-3-1 15,6-2 0-15,13-3 0 16,7-4-18-16,10-4-37 15,9-7-86-15,33-2-53 0,-10-5-48 16,-4-8-860-16</inkml:trace>
  <inkml:trace contextRef="#ctx0" brushRef="#br0" timeOffset="115677.06">15183 12226 371 0,'0'0'955'0,"0"0"-769"15,0 0-126-15,0 0-30 16,0 0 5-16,0 0 22 16,0 0-25-16,-3 21-14 15,-5-3 26-15,-3 7 5 0,-3 5-31 16,-4 4-2-16,2 1 0 16,-2-2-16-16,3-4-9 15,2-3-48-15,11-9-164 16,2-7-273-16,0-9-351 0</inkml:trace>
  <inkml:trace contextRef="#ctx0" brushRef="#br0" timeOffset="116450.82">16005 11790 709 0,'0'0'228'0,"0"0"-58"15,0 0-52-15,0 0-10 16,0 0-3-16,0 0-14 15,0 0-27-15,-2-2-32 16,2 2-17-16,0 0-4 0,6 0 16 16,4 4-7-1,3 2 9-15,2-2-13 0,4-4 18 16,4 0-5-16,4 0-13 16,1-10 28-16,0-5-16 15,-2-5-3 1,-7-1-24-16,-6-3 5 0,-5 0 19 15,-7-3-25-15,-1 2 2 16,0-1 2-16,-9 2 21 16,-3 2 13-16,-1 4-6 15,1 3 3-15,0 4 45 16,5 4-31-16,1 3-2 16,1 2-21-16,2 2-2 15,-1 0-1-15,-3 2-23 16,-3 12 0-16,-2 6 17 0,-4 6-15 15,-1 8 21 1,0 6-14-16,2 5 12 0,-3 3-3 16,2 3-2-16,1 2-16 15,-2 4 28-15,2 3-27 16,-1 2 16-16,4 1-17 16,0-1 1-16,0-5 5 15,5-1-6-15,2-7 0 16,0-7-8-16,2-4 9 15,2-3-2-15,-2-6-21 16,2-4-16-16,1-3-32 16,-2-7-65-16,1-4-56 15,-4-8-154-15,2-3-177 0,-1 0-176 16</inkml:trace>
  <inkml:trace contextRef="#ctx0" brushRef="#br0" timeOffset="116590.35">15775 12247 750 0,'0'0'544'0,"0"0"-415"15,0 0-22-15,0 0-8 16,0 0-14-16,0 0-5 16,0 0-7-16,96-79-30 15,-50 53-21-15,2-4 7 16,3-2-28-16,1-2 2 15,-3-2-3-15,2-4-2 0,11-14-81 16,-11 11-160 0,-11 3-791-16</inkml:trace>
  <inkml:trace contextRef="#ctx0" brushRef="#br0" timeOffset="117864.36">16870 11620 1141 0,'0'0'150'16,"0"0"-22"-16,0 0-38 15,0 0 16-15,0 0 59 16,0 0-31-16,0 0-35 16,0-24-42-16,0 24-18 15,0 0 20-15,0 0-17 16,0 0-14-16,0 0-28 15,0 0 0-15,0 12 1 16,0 9 5-16,0 8 9 16,0 8 13-16,-4 7-10 15,-3 2-6-15,-1 4-11 0,1 1 14 16,-1-1 0-16,-1-1-15 16,3-5 0-16,0-2 13 15,2-9-12-15,1-6-2 16,1-6-13-16,2-7-15 15,0-4-17-15,0-3-84 16,0-5-64-16,-7-2-76 16,1 0-88-16,-2-5-458 0</inkml:trace>
  <inkml:trace contextRef="#ctx0" brushRef="#br0" timeOffset="118276.4">16639 11975 324 0,'0'0'596'16,"0"0"-357"-16,0 0-126 16,0 0-19-16,0 0-27 15,0 0 24-15,0 0 16 16,0-5-54-16,6 5 23 16,3 5-4-16,2 5 0 15,-1 2 0-15,3 5-34 16,-2 3 11-16,2 4-2 15,1 1-14-15,0 3-8 16,2 1-7-16,1-3-8 16,-2-2-1-16,2-5-9 0,-4-5 1 15,2-4 13 1,-4-6-13-16,1-3-1 0,1-1 12 16,0 0 2-16,5-14 8 15,0-6-22-15,2-5 6 16,-1-3 0-16,-1-3-6 15,1 0 0-15,-4-2-8 16,0 6-1-16,-4 3-3 16,-4 9-19-16,-1 5 2 15,-5 5 8-15,1 3-57 16,-1 2-21-16,1 0-39 16,5 0-42-16,1 0-9 15,-2 0-647-15</inkml:trace>
  <inkml:trace contextRef="#ctx0" brushRef="#br0" timeOffset="119825.26">18143 11940 1280 0,'0'0'202'0,"0"0"-50"0,0 0-19 16,0 0-23-16,0 0 1 15,0 0-77-15,0 0-24 16,27 0 9-16,3 0 3 15,7 0 2-15,9 5-23 16,4-4 0-16,0 2 14 16,1-3-15-16,-6 0 0 15,-3 1-5-15,-4-1-14 16,-8 0-99-16,-4 0-187 16,-9 0-3-16,-7 0-454 0</inkml:trace>
  <inkml:trace contextRef="#ctx0" brushRef="#br0" timeOffset="120179.63">18301 12034 738 0,'0'0'133'0,"0"0"-16"0,0 0 9 16,0 0 10-16,0 0-30 15,0 0-12-15,0 0-39 16,-36 30-21-16,44-26 36 15,5 1-30-15,4 1 32 16,4-2 2-16,4-2-28 16,5-1-40-16,1-1 27 15,3 0-9-15,2 0-5 16,-3 0-19-16,-3 0-8 16,-5-1 7-16,0-6-400 0,-6 2-336 15,-6-2 18-15</inkml:trace>
  <inkml:trace contextRef="#ctx0" brushRef="#br0" timeOffset="120585.69">18625 11893 1079 0,'0'0'197'0,"0"0"-59"16,0 0 32-16,0 0-33 15,0 0-74-15,0 0-19 16,0 0-5-16,48-33-36 15,-24 33 12-15,1 0-14 16,2 4-1-16,-2 9 10 16,-1 3-10-16,-2 3 1 15,-4 4 0-15,-7 2-1 0,-7 4 0 16,-4 0 1-16,0 2 13 16,-12-1 14-16,-7-2-20 15,-5-3-4-15,0-2 22 16,-1-6-25-16,2-3-1 15,8-6-57-15,8-8-221 16,6 0-8-16,1-3-782 0</inkml:trace>
  <inkml:trace contextRef="#ctx0" brushRef="#br0" timeOffset="121044.66">19777 11602 1326 0,'0'0'212'15,"0"0"-162"-15,0 0-50 0,0 0-18 16,0 0 18 0,0 0 19-16,0 0-17 0,53 55 60 15,-26-50-44-15,0-3 7 16,3-2 10-16,0-3-13 16,-5-12 7-16,-2-3 4 15,-4-7-31-15,-9 0 17 16,-5-2-19-16,-5-1 0 15,0-1 20-15,-5 4-1 16,-7 0 47-16,-2 5-3 16,2 3 0-16,0 4 24 15,4 5-9-15,2 4-27 16,3 2-7-16,2 2-44 16,-1 0-22-16,1 6 16 15,-2 12 6-15,-4 11-1 16,1 7 9-16,-1 9-8 15,0 8 22-15,-2 6-21 0,-1 6 9 16,-2 12 4 0,-5 15-4-16,-1 13-2 0,-3-1-7 15,2-8 9-15,6-24 2 16,3-22-12-16,2-11 0 16,3-5 0-16,2 2-1 15,-1 3 1-15,2 0-46 16,2-9-47-16,0-8-38 15,-1-9-60-15,-1-6-293 16,-1-7-214-16</inkml:trace>
  <inkml:trace contextRef="#ctx0" brushRef="#br0" timeOffset="121268.32">19665 12179 1337 0,'0'0'242'16,"0"0"-74"-16,0 0-18 15,0 0-76-15,0 0-24 16,0 0-10-16,51-79-16 16,-22 64-15-16,6-4-8 15,6-1 15-15,4-2-16 16,3-4-2-16,1-3-12 16,2-3-31-16,-3-2-82 15,10-22-115-15,-12 11-444 16,-9 1-232-16</inkml:trace>
  <inkml:trace contextRef="#ctx0" brushRef="#br0" timeOffset="121540.99">20384 11212 772 0,'0'0'367'0,"0"0"-137"16,0 0-96-16,0 0-40 15,0 0-18-15,0 0-27 16,0 0 17-16,-5 31 4 16,-1-6-33-16,-4 4 4 15,-2 5-4-15,-4 6 1 0,1 2-24 16,-3 2 2-16,1-1-1 16,3 1-15-16,2-5-16 15,1-2-38 1,5 3-125-16,2-11-166 0,2-7-1029 15</inkml:trace>
  <inkml:trace contextRef="#ctx0" brushRef="#br0" timeOffset="122260.3">20333 12061 895 0,'0'0'175'16,"0"0"-29"-16,0 0 18 15,0 0-49-15,0 0 84 0,0 0-81 16,0 0-66 0,3-78-36-16,9 72 34 0,0 1-28 15,3 2-13-15,-3 3-9 16,-1 0 0-16,-3 0-1 15,0 1-28-15,-4 11 23 16,-2 4 6-16,-2 8 12 16,0 6 35-16,-9 5-13 15,-7 2 5-15,-3 0-8 16,-1-5-12-16,2-2 9 16,3-7 3-16,6-8-18 15,2-7-10-15,7-5-3 16,0-3-7-16,5 0-2 15,13-8 7-15,9-12 2 16,6-8 0-16,1-6-4 16,-2-4 4-16,-4-2-14 0,-6 2 14 15,-7 4 18-15,-6 9-17 16,-6 7 17-16,-3 6 54 16,0 8-11-16,0 1-18 15,0 3-18-15,0 0-12 16,0 0 2-16,0 0-15 15,-3 6-14-15,-3 8 14 16,0 6 12-16,2 2-3 16,-1 2-8-16,4 2-1 15,1-3 18-15,0 3-18 16,0-3-6-16,12-4 0 16,4-2-5-16,8-6 11 15,3-3-42-15,8-7-97 0,28-2-5 16,-9-12-66-16,-2-5-838 15</inkml:trace>
  <inkml:trace contextRef="#ctx0" brushRef="#br0" timeOffset="122681.4">21103 11376 879 0,'0'0'139'16,"0"0"30"-16,0 0-24 15,0 0-3-15,0 0 57 16,0 0-41-16,0 0-76 16,-16-8-22-16,2 9-60 15,-4 13 58-15,-6 8-21 0,-4 8 28 16,-2 6-3 0,2 4-27-16,3 7-2 0,3 3 7 15,6-1-25 1,9 0 5-16,4-2-18 15,3-6 8-15,6-3-10 0,14-4-4 16,6-4 4-16,6-7-9 16,4-6-24-16,2-6-58 15,-1-8-76-15,18-6-38 16,-11-12-142-16,-7-5-613 16</inkml:trace>
  <inkml:trace contextRef="#ctx0" brushRef="#br0" timeOffset="123409.4">21448 11415 1227 0,'0'0'190'16,"0"0"-129"-16,0 0-3 16,0 0 42-16,0 0-43 15,0 0-25-15,0 0-11 16,-3 49 74-16,-5-14 12 15,-1 7-49-15,-4 5 23 16,2 1-11-16,-1 1-9 16,1-4-11-16,3-1-29 15,1-6-8-15,2-4 7 16,3-7-20-16,0-4-2 16,2-8 1-16,0-5-39 15,0-5-91-15,0-5-48 16,5 0-19-16,5-5-3 15,-1-13-139-15,2-6-302 0,0-5 502 16,-2-4 140-16,3-7 29 16,-3-2 8-16,0-5 18 15,-2 1 62-15,2 2 104 16,-3 6 62-16,-3 9-38 16,0 8-47-16,-1 8-45 15,-1 5-34-15,1 4-40 16,-2 2-18-16,0 2-37 15,1 0-7-15,-1 0-15 16,0 0-1-16,0 0 0 16,2 0-1-16,2 0-14 15,2 0 14-15,3 3 8 0,3 5-3 16,4 4-4 0,1 2 4-16,-1 2-5 0,2 2-5 15,-5 3-1-15,0 3 6 16,-3 0 9-16,-7 0-9 15,-3 1-1-15,0-1 1 16,-6 1 50-16,-14-3 12 16,-5-2-19-16,-3-3 14 15,0-5-11-15,-1-4-10 16,5-4-26-16,2-4 11 16,4 0 7-16,6 0-28 15,3-4-20-15,3-5 11 0,5-1-74 16,1-1-56-1,0-1-33-15,10 2 27 0,14 2-54 16,-3 3-145-16,0-1-807 16</inkml:trace>
  <inkml:trace contextRef="#ctx0" brushRef="#br0" timeOffset="123827.54">21930 11369 1122 0,'0'0'206'0,"0"0"-131"16,0 0-49-16,0 0-7 15,0 0 5-15,0 0-4 16,0 0 32-16,19 36 21 16,-9-11-24-16,3 5 30 15,0 2-14-15,-3 6 0 16,-1 3 10-16,-1 3-25 16,-7 1-11-16,-1-1 16 15,-1-2-17-15,-17-4 22 16,-7-4-40-16,-5-3-1 15,-6-3 9-15,-5-4-28 16,-2-4-6-16,-2-5-1 16,-8-2-137-16,11-6-144 0,11-4-194 15</inkml:trace>
  <inkml:trace contextRef="#ctx0" brushRef="#br0" timeOffset="125160.87">22980 11331 199 0,'0'0'269'0,"0"0"-183"16,0 0-2-16,0 0 66 15,0 0 61-15,0 0-45 16,0 0-62-16,36-35-21 16,-33 32 30-16,-2 0 12 15,-1 3-2-15,0 0-8 16,0 0-18-16,0 0-34 16,0 0-15-16,0 0-29 15,-6 2 6-15,-6 10-24 16,-5 6 43-16,-8 8 30 15,-5 4-31-15,-1 2-2 16,0 2-1-16,-3-2-15 16,3 1 11-16,1-2-21 0,2-3-5 15,3-4 12 1,6-4-21-16,5-4 0 0,3-4 0 16,5-5 0-16,3-1-1 15,3-5-3-15,0-1-9 16,0 1 11-16,0 1-10 15,10 1 11-15,8 2 15 16,4 2-6-16,6 2-2 16,4-1 4-16,2-1-10 15,2 3 16-15,1 0-11 16,1 2-6-16,0-1 6 16,-2 1-6-16,-3 1 0 15,-5 0 0-15,-2-2 0 0,-8-1-11 16,-4-3 10-1,-4 0-26-15,-4-2-29 0,-3-3-42 16,-2 0-73-16,2-2-65 16,-1 0-66-16,1 0-217 0</inkml:trace>
  <inkml:trace contextRef="#ctx0" brushRef="#br0" timeOffset="125558.62">23489 11425 1433 0,'0'0'211'0,"0"0"-138"0,0 0-1 16,0 0-14-16,0 0 42 15,0 0-24-15,0 0-38 16,-35-11-32-16,21 22-6 15,0 9 6-15,-1 4 24 16,2 7 3-16,1 6-11 16,3 2 13-16,6 3-21 15,3-2-3-15,0-2-11 16,4-4 8-16,16-6-8 16,2-6-1-16,5-8 1 15,4-6 6-15,2-8 2 16,1 0 23-16,-1-8-31 15,-2-12 13-15,-6-7 18 16,-8-5-31-16,-6-7 6 0,-8-2-6 16,-3-6 8-16,-6-1-22 15,-12 1 12-15,-6 4 2 16,-1 4 8-16,-2 8-6 16,3 9-2-16,4 6 0 15,4 8-22-15,1 8-34 16,3 0-169-16,3 7-335 0</inkml:trace>
  <inkml:trace contextRef="#ctx0" brushRef="#br0" timeOffset="132851.57">7024 8085 5 0,'0'0'82'15,"0"0"14"-15,0 0 31 16,0 0 5-16,0 0-37 15,0 0-27-15,4-1 27 16,-2-2 41-16,-2 0 18 16,0 2-73-16,0-4-4 15,0 3-11-15,0-1-28 16,0-1 1-16,0 1 0 16,0-1-21-16,0-1 21 0,0 1-10 15,0 0-6-15,0 0 5 16,0-2-11-16,0 2-5 15,0 0 5-15,0 0-5 16,1-1 1-16,1 0-12 16,-1-1 27-16,1 0-3 15,-2-1-24-15,2 1 9 16,0-1 9-16,-2 2-6 16,1-1-2-16,1-1-11 15,-2 2 13-15,0-1 6 16,1-1-19-16,-1 1 2 15,2-1 22-15,-2 0-12 0,0-1 1 16,0-1-12 0,3-1 11-16,-3 0 11 0,0-1-17 15,0 0 7-15,0-2 12 16,0-1-16-16,0 1 13 16,0 2-9-16,0 0-3 15,0 2 14-15,0 1-23 16,0 0 7-16,0 1 1 15,0-1-1-15,0 1-2 16,0 0-4-16,0 1-2 16,0-1 10-16,0 0-10 15,0 0 1-15,0 0 8 16,0-1-9-16,0 1 0 0,0 0-6 16,0 0 6-1,0 0 6-15,0 0-6 0,0 0 0 16,0-1 0-16,0 0 0 15,0-1 3-15,0 1-3 16,0-1 0-16,0 1 6 16,0 0-6-16,0-1-6 15,0 1 6-15,0 1 0 16,0 0 11-16,0-1-11 16,0 0 1-16,0-1 3 15,0-1-4-15,0 2-7 16,3-2 7-16,-3 2 0 15,0 1 7-15,0 1-7 16,0-1-2-16,0 0 2 16,0 0 1-16,3 0-1 0,-3 0 0 15,0-3 0-15,0 1 2 16,3 1-2-16,-3 0 0 16,2-1 3-16,-2 1-3 15,0 1 0-15,1 0-5 16,-1 0 5-16,0-1 5 15,2 1-5-15,-1 2 0 16,1-3 0-16,-1 1 0 16,2 1 0-16,-3-1-5 15,1-2 5-15,1-1 1 16,-1 0-1-16,1 0 1 16,-1-2 8-16,2 0-9 0,-1 0-8 15,-1 0 8 1,2 0 0-16,-1 1 6 0,-1-1-6 15,1-1 0-15,-1 3 3 16,1-1-3-16,-2 1 0 16,3 1-1-16,1-1 1 15,-1 0 0-15,-1 0 0 16,-1 1 0-16,1 0 0 16,-1 0 0-16,2-1 0 15,-1-1-7-15,-1 1 7 16,1 0 9-16,-1 2-9 15,1-2 0-15,-2 1 4 16,1 1-4-16,1-2 0 0,-1 0-6 16,-1-1 6-1,2 1 9-15,-1-1-9 0,2 0 0 16,-2 1 0-16,-1-2 7 16,2 2 4-16,-2 0-11 15,1 0 1-15,1 2 15 16,-2-2-15-16,1 2 0 15,1-2 5-15,-2 0-5 16,3 0 8-16,-3-1-8 16,0 1-1-16,3 0 9 15,-3 0-9-15,3 0 0 16,-3-1 7-16,0 1-6 16,0-1 4-16,0 0-4 15,0-2-1-15,0 1 1 16,0 1-1-16,0 0 0 0,0 0 5 15,0 1 3-15,0 0 0 16,0 2-7-16,0-1 7 16,0 0 5-16,0 1-13 15,0 0 0-15,0-1 8 16,0 1-8-16,0 0 2 16,0-1-2-16,0 0 1 15,0 2 4-15,0 0-5 16,0-1 0-16,0 0 0 15,3 1 0-15,-3 0 0 16,2-1-1-16,-2 1 1 16,1 0 5-16,1 2-5 15,-2-2 0-15,0-1-2 0,1 1 2 16,-1-1 0 0,3-1 0-16,-2 1 0 0,1-1 3 15,-1 1-3-15,1-2-1 16,-1 0-1-16,1 0 2 15,-1-1 0-15,-1 1 0 16,2 0 0-16,-2 0 12 16,0 2-12-16,1-1 0 15,-1 1-11-15,0 1 11 16,0 0 12-16,2 1-12 16,-2 1-2-16,0 0 2 15,1 1 8-15,-1 1-8 0,0 0 1 16,0-1 10-1,0 1-10-15,0 0-1 0,0 1 0 16,0-1 1-16,0 0 0 16,0 1-2-16,0 0 1 15,0 0 0-15,0 1 0 16,0-1-3-16,0 0 3 16,0 0 0-16,0 1 2 15,0-1-2-15,0 1 0 16,0 0-1-16,0-1-1 15,0 1 2-15,0-1 0 16,0 1 11-16,0 1-10 16,0-1-2-16,0 1 0 0,0-2-12 15,0 2 4 1,0 0-5-16,0 0-7 0,0 0 11 16,0 0-12-16,-1 0 7 15,1 0 0-15,-2 0-2 16,1 0 8-16,-1 0 0 15,1 0 5-15,-1 0 4 16,-1 0 10-16,-1 4-9 16,-5 3 7-16,-3 3 4 15,0 3 0-15,-1 1-12 16,-5 3-3-16,1 2 3 16,-3 1 1-16,0 3-1 15,-2 3 0-15,1-1 0 16,4-1 3-16,1-1-2 15,4-3-1-15,2-6 0 0,4-3-24 16,3-4-4-16,0-3-22 16,3-1-7-16,0-3 10 15,0 0-24-15,0 0 8 16,0 0 26-16,0 0-3 16,0 0 16-16,0 0-32 15,0 0-21-15,4-7-37 16,8-3-39-16,6-11-187 15,1 3 57-15,-2-1-52 0</inkml:trace>
  <inkml:trace contextRef="#ctx0" brushRef="#br0" timeOffset="133166.81">7125 6384 52 0,'0'0'71'0,"0"0"40"16,0 0-12-16,0 0 23 15,0 0 61-15,0 0-6 16,0 0 27-16,58-58-29 15,-56 55-20-15,-2 1-23 16,0 2-4-16,0 0-13 16,0 0-8-16,0 0-44 15,0 0-25-15,0 0-13 16,0 0-12-16,0 0-1 16,3 0-12-16,1 0 1 15,2 0-1-15,5 0 2 16,3 7 7-16,3 2-8 0,4 2 14 15,0 1 2 1,1-1-17-16,2 0 1 0,-2 0 8 16,-2 0-8-16,4 1-1 15,-2-1 1-15,2 2-7 16,-5-1-20-16,7 8-184 16,-6-3-109-16,-6-3-672 0</inkml:trace>
  <inkml:trace contextRef="#ctx0" brushRef="#br0" timeOffset="145908.47">4623 13876 573 0,'0'0'198'16,"0"0"-126"-16,0 0 38 16,0 0 86-16,0 0-32 15,0 0-3-15,0-57-27 16,0 55-34-16,0 2-3 15,0 0-17-15,0 0-45 16,0 0-17-16,0 3-18 16,-1 11 12-16,-1 7 8 15,-1 9-8-15,-3 7 14 16,0 2-1-16,-1 2-18 16,1 0 3-16,0 0-2 15,0-2-8-15,1 0 6 16,1-6-6-16,1-2 0 15,3-5 0-15,0-5-21 0,0-5-49 16,0-5-101-16,0-10-131 16,3-1-104-16,3 0-328 0</inkml:trace>
  <inkml:trace contextRef="#ctx0" brushRef="#br0" timeOffset="146176.51">4453 13790 1217 0,'0'0'194'0,"0"0"-137"16,0 0 4-16,0 0 43 15,0 0 13-15,0 0-57 16,0 0-48-16,-7-18-11 15,14 15-1-15,5 0 31 16,12-1 3-16,4-1-4 16,5-1-24-16,4-1-5 15,2 2 17-15,0-3-18 16,-2 4 0-16,-1 0-13 16,-2 0 13-16,-2 1-41 15,2 0-113-15,-4 1-347 16,-11 1-198-16</inkml:trace>
  <inkml:trace contextRef="#ctx0" brushRef="#br0" timeOffset="147141.06">5187 13711 606 0,'0'0'85'16,"0"0"79"-16,0 0 33 16,0 0 40-16,0 0-60 15,0 0-68-15,0 0-46 16,0-28-17-16,-3 28 1 16,0 8-47-16,-3 8 35 15,-1 7 33-15,-5 6-16 16,1 7 14-16,-1 2-8 15,-4 4 1-15,2 2 7 16,0 1-28-16,0-1-14 0,4-5 1 16,2-2-24-16,5-5 6 15,3-6-7-15,0-6 0 16,0-7 0-16,11-6-12 16,5-6-4-16,3-1 4 15,4-3 12-15,2-14-13 16,2-6-37-16,-3-2-4 15,0-3 30-15,-6 0-12 16,-5 3 25-16,1 3 11 16,-7 7 0-16,-2 3 7 15,-4 5-6-15,-1 6 0 16,0-1 10-16,0 2-11 16,0 0-15-16,0 0-4 0,0 3-3 15,0 6 22 1,0 5 17-16,0 4 6 0,-1 4 8 15,-1 1-15-15,1 0 2 16,1-2 1-16,0-3-12 16,1-4 9-16,11-4-16 15,-3-4 0-15,6-6-1 16,0 0 1-16,1-3 15 16,5-13 5-16,0-3-12 15,1-5-8-15,-4-3-28 16,0 1 5-16,-4 0 15 15,-1 2-12-15,-7 4 13 16,0 3 7-16,-3 7 7 0,-3 6 7 16,0 3-7-1,0 1-5-15,0 0 5 0,0 0-7 16,0 0-6-16,0 7 6 16,-6 5 10-16,3 4 29 15,-2 4 6-15,2 2-21 16,0-1 0-16,3-1-16 15,0 0-7-15,0-1 0 16,3-6 0-16,5-2-1 16,1-2-16-16,3-6-15 15,0-3 7-15,0 0-58 16,6-6-5-16,-2-19-133 0,-4 1-160 16,-3 0-620-16</inkml:trace>
  <inkml:trace contextRef="#ctx0" brushRef="#br0" timeOffset="147380.87">5544 13686 818 0,'0'0'134'16,"0"0"14"-16,0 0-38 15,0 0 4-15,0 0-12 16,0 0-49-16,0 0-25 15,37 18-21-15,-29-1 28 16,-3 3 4-16,-3 4-1 16,-2 3-28-16,0 4 25 0,-3 0-35 15,-12 1-1-15,-3 11-210 16,-1-10-278-16,-1-4-305 16</inkml:trace>
  <inkml:trace contextRef="#ctx0" brushRef="#br0" timeOffset="147598.74">5320 14408 781 0,'0'0'524'16,"0"0"-460"-16,0 0-45 0,0 0 14 16,0 0 46-1,0 0 2-15,0 0-39 0,-12 28-27 16,12-28-15-1,0-8-3-15,0-7-196 0,0-4-764 0</inkml:trace>
  <inkml:trace contextRef="#ctx0" brushRef="#br0" timeOffset="147829.44">4965 13798 1470 0,'0'0'196'0,"0"0"-188"15,0 0 30-15,0 0 33 16,0 0-69-16,0 0 28 16,0 0-5-16,47-22-7 15,-15 22-18-15,5 0 0 16,5 0-10-16,6 7-26 15,23 6-213-15,-11-1-378 16,-2-4 84-16</inkml:trace>
  <inkml:trace contextRef="#ctx0" brushRef="#br0" timeOffset="148656.03">6560 13937 1051 0,'0'0'159'16,"0"0"-130"-16,0 0-29 16,0 0-19-16,0 0 19 15,0 0 23-15,0 0 5 16,42 4 12-16,-20-2-18 15,3-2 0-15,2 0 39 16,1-4-45-16,-1-12 46 0,0-5-61 16,-3-3 30-16,-5-3-27 15,-5 1-4-15,-4-1 0 16,-5 1 3-16,-5 4 7 16,0 2-10-16,0 4 13 15,0 3 58-15,-9 5 46 16,3 2 6-16,3 5-38 15,0 1-10-15,1 0-57 16,2 0-3-16,-1 0 5 16,-1 0 2-16,-1 5-22 15,-3 13 0-15,-4 6 1 16,-2 8 27-16,3 9 0 0,-3 7 18 16,2 4-5-16,-1 4 9 15,1 3-26-15,2 1-9 16,1 2-8-16,1 2 5 15,-1 1 0-15,-1 1-12 16,-1-3 1-16,4-3 1 16,0-8-2-16,2-7-18 15,0-10-44-15,3-10-39 16,0-10-5-16,0-9-69 16,-8-9-103-16,1-13 11 15,-5-6-900-15</inkml:trace>
  <inkml:trace contextRef="#ctx0" brushRef="#br0" timeOffset="148843.75">6497 14216 664 0,'0'0'244'0,"0"0"-27"16,0 0-73-16,0 0-42 16,0 0-8-16,0 0-18 15,94-56-14-15,-58 42-30 16,3-2-8-16,5-3-5 15,1-2-15-15,3-3-4 16,13-16 0-16,-9 6-114 16,-10 2-633-16</inkml:trace>
  <inkml:trace contextRef="#ctx0" brushRef="#br0" timeOffset="149131.91">7204 13364 1207 0,'0'0'180'15,"0"0"-154"-15,0 0-14 16,0 0 31-16,0 0-25 15,-39 94 8-15,31-63 6 16,0 1-19-16,5 3-2 0,0 0-11 16,3 14-57-16,0-12-266 15,0-5-843-15</inkml:trace>
  <inkml:trace contextRef="#ctx0" brushRef="#br0" timeOffset="149896.81">7167 14159 747 0,'0'0'161'0,"0"0"-104"15,0 0-27-15,0 0 21 16,0 0 63-16,0 0-23 15,0 0-68-15,28-58 0 16,-17 41-21-16,-4 3 7 16,-2 5 20-16,-4 5 21 15,-1 3 35-15,0 1-45 16,0 0-15-16,0 1-11 16,0 9 23-16,-4 4-1 15,-1 5 8-15,1 1-9 16,1 5-22-16,1 0 10 15,2 2 4-15,0-3-10 16,0-1-4-16,5-5-12 16,5-5 4-16,2-6-5 15,0-6 0-15,6-1 0 0,-2-7 18 16,4-13-1-16,-2-5-17 16,1-6-57-16,0-3 22 15,-5 0-30-15,-5 0 15 16,-5 6 50-16,-4 4 1 15,0 7 54-15,0 6 24 16,0 7 19-16,0 2-19 16,0 2-71-16,0 0 0 15,-4 2-8-15,1 10 10 16,1 6 12-16,-4 9 3 16,0 7-12-16,-1 6 21 15,-3 5-6-15,-1 6 22 16,2 2-15-16,-3 3-2 15,0-2-7-15,-1 0-10 16,-1-5-7-16,-2-4 19 0,1-5-17 16,-3-6 4-16,2-6-15 15,-2-5 14-15,0-5 4 16,0-4-17-16,1-5-1 16,1-7 31-16,1-2-23 15,3 0 3-15,0-6-10 16,5-13-1-16,3-4 0 15,4-5-10-15,0-4 10 16,11-2 24-16,9-3-23 16,7 1-2-16,6-3-16 15,2 0 5-15,7-2-35 16,0-1-51-16,4-2-85 0,15-14-35 16,-13 11-261-16,-5 7-723 15</inkml:trace>
  <inkml:trace contextRef="#ctx0" brushRef="#br0" timeOffset="150250.01">7759 13625 925 0,'0'0'201'0,"0"0"-85"0,0 0 7 15,0 0-21-15,0 0 7 16,0 0 19-16,0 0-33 16,-86 86-13-16,72-54-40 15,1 3 1-15,7 2 7 16,1-1-35-16,5-1-1 15,0 1 3-15,0-4-16 16,11-2 3-16,8-5-4 16,2-5-18-16,2-3-34 15,0-6-67-15,18-8-39 16,-8-3-61-16,-2 0-452 0</inkml:trace>
  <inkml:trace contextRef="#ctx0" brushRef="#br0" timeOffset="150887.37">8162 13693 1258 0,'0'0'250'0,"0"0"-172"16,0 0-21-16,0 0 89 15,0 0 8-15,0 0-79 16,0 0-41-16,0 3-19 0,0 11-15 15,-3 9 38 1,0 8 11-16,-2 7 8 16,-2 4 1-16,3 0-36 0,1 1-16 15,1-2 17-15,1-4-21 16,1-4 11 0,0-4-12-16,0-5 0 0,0-6-1 15,0-7-11-15,1-4-42 16,2-3-21-16,-1-4-57 15,1 0 20-15,-2-7-38 16,3-11 7-16,-2-7-104 16,-2-7-16-16,0-5 23 15,0-6-126-15,0-6 98 16,0-5 166-16,0-1 101 16,0 1 209-16,0 8 28 0,0 9 117 15,0 9-137-15,3 7-71 16,9 5-89-16,3 3-28 15,3 5-19-15,3 4 10 16,2 4 8-16,-1 0-15 16,-2 1 17-16,-2 13 1 15,-3 5-16-15,-6 4 8 16,-6 2 35-16,-3 3 34 16,0 2 4-16,-9-1-34 15,-9-1-22-15,-1-2-11 16,-5-2-9-16,-3-5 0 15,3-3-11-15,0-3 0 16,5-6 1-16,7-1-10 16,3-5-7-16,6-1-26 15,3 0-61-15,0 0-82 0,7-4-86 16,4-6-277-16,3-2-230 16</inkml:trace>
  <inkml:trace contextRef="#ctx0" brushRef="#br0" timeOffset="151187.49">8642 13535 914 0,'0'0'169'0,"0"0"-158"16,0 0 10-16,0 0 25 16,0 0 36-16,0 0 42 15,41 79-42-15,-32-50-13 16,-3 5 9-16,-1 5-12 16,-5 6-2-16,0 4-25 15,-8 5-11-15,-9 0-9 0,-7-1-19 16,-16 13-2-1,4-13-150-15,1-11-246 0</inkml:trace>
  <inkml:trace contextRef="#ctx0" brushRef="#br0" timeOffset="152044.44">9472 13450 963 0,'0'0'237'16,"0"0"-122"-16,0 0-8 15,0 0-57-15,0 0-27 16,0 0-22-16,0 0 8 16,19 13 6-16,2 1-2 0,6 5 15 15,4 0 5-15,4 1-14 16,4 3-4-16,1-1-14 15,3 1 15-15,0-1 0 16,0 0-15-16,-2 0-1 16,-5-2 7-16,-6-2-1 15,-8-1-12-15,-7-2 0 16,-8-3-7-16,-7-1 13 16,0 2 21-16,-7 1 18 15,-17 5 11-15,-10 3 10 16,-7 2-8-16,-4 1-21 15,-4 1 3-15,3-2 3 16,3-2-20-16,4-3-8 0,6-2 4 16,8-2-12-1,6-3-1-15,5-3-3 0,6-3-10 16,5-2-51-16,3-3-132 16,8-1-45-16,12 0-130 15,0-9-415-15</inkml:trace>
  <inkml:trace contextRef="#ctx0" brushRef="#br0" timeOffset="152577.1">10379 13539 967 0,'0'0'162'0,"0"0"-61"0,0 0 29 16,0 0 7-16,0 0 17 15,0 0-43-15,0 0-26 16,-57 38-36-16,47-21-2 16,-2 4-1-16,2 2 0 15,2 4 1-15,2 1-16 16,0 5-4-16,6-1 16 15,0 3-15-15,0-1-14 16,7-3-6-16,7-4-8 16,4-6 3-16,0-5-3 15,6-6 0-15,-2-8 7 0,3-2-7 16,-2-1-7 0,2-16 7-16,-1-7 9 0,-2-7 13 15,-2-5-15-15,-4-4-6 16,-5-2 21-16,-7-1-21 15,-4 1-1-15,0 1 0 16,-1 4 0-16,-10 6 5 16,1 6-5-16,-1 9-1 15,4 6-11-15,2 5-4 16,1 3-76-16,-5 2-27 16,3 0-57-16,0 2-440 0</inkml:trace>
  <inkml:trace contextRef="#ctx0" brushRef="#br0" timeOffset="162871.81">22495 8516 696 0,'0'0'144'0,"0"0"-82"15,0 0 0-15,0 0 68 16,0 0 40-16,0 0-47 15,-1 0-27-15,1 0-8 16,0 0 0-16,0 0-17 16,0 0-34-16,0 0-29 15,0 0 20-15,0 0-28 16,0 0-13-16,0 0-16 16,5 0 29-16,3-2 19 15,3-2-1-15,2 0-17 16,2 1 17-16,3-1-12 15,-2 2-6-15,6 0 1 16,5 2-1-16,5 0 0 16,5 0-5-16,5 0 5 15,8 0 3-15,4 0-3 16,3 0 0-16,0 0 0 0,4 1 1 16,0 0 11-16,4-1-12 15,4 2 0-15,12-1 0 16,15-1 0-16,12 0 0 15,-9 0-6-15,-22 0 6 16,-22 0 0-16,-14 0 0 16,7 0 0-16,4 1 8 15,7 1-8-15,-4-1-1 16,-1 2-1-16,-1-2 2 16,-1 1 1-16,1-1-1 0,1-1 0 15,4 0 2-15,1 0-2 16,0 0-1-16,2 0-9 15,4-3 10-15,13-4 8 16,-6 1-8-16,7-1-6 16,0 0 6-16,-9 2 0 15,7 0 0-15,-4-1 0 16,-2 3 0-16,-7 0 4 16,-4 1-4-16,-6 2 0 15,-2 0 2-15,-1 0 3 16,-3 0-5-16,2 0-1 0,1 0 1 15,0 0 2 1,2 0-2-16,1 0 6 0,0-2-5 16,-3-1-1-16,-1 0 0 15,-2 1-1-15,1-1 1 16,0-2 4-16,-2 3-4 16,2-3 0-16,0 1 0 15,3-3 0-15,3 0 0 16,5-1-7-16,3-3 6 15,4-1 1-15,3 0-13 16,6-1 13-16,0-2 15 16,3 1-14-16,-1 0-2 15,-1 2 2-15,0-1 7 16,-1 3-2-16,-5 0-6 16,0 3 0-16,-2 1 0 15,-3 1 1-15,-3 2 3 0,-2 0-4 16,-3 2 0-16,-2-1 7 15,-3-1-7-15,-4 2 0 16,-5-2-3-16,-5 2 3 16,-5-1 0-16,-10 1-11 15,-5 1 11-15,-7 0 0 16,-5 0-6-16,-4 0-7 16,-1 0-9-16,-2 0-45 15,0 0 0-15,0 0-45 16,0 0-41-16,0 0-70 15,0 4-288-15,-3-1-120 0</inkml:trace>
  <inkml:trace contextRef="#ctx0" brushRef="#br0" timeOffset="169059.62">23551 7902 393 0,'0'0'175'15,"0"0"-57"-15,0 0 60 16,0 0 12-16,0 0-38 16,0 0-45-16,0-37-21 15,0 32 30-15,0-1-7 0,0 2-20 16,-3 1 2-16,0 0-31 16,-2 2-25-16,-3-1 0 15,-1 0-22-15,-4 0 34 16,-4 2-41-16,-2 0-4 15,-2 0 10-15,-2 0-12 16,1 3 1-16,1 4 15 16,0 0-10-16,0 3 0 15,2 0-6-15,3 4 0 16,-2 1 8-16,4 4-8 16,4 2 0-16,0 1 1 15,3 4-1-15,4 1-11 0,3 0 9 16,0 0 2-1,0 3 0-15,7 1-4 16,3 0 3-16,6-1-1 0,5 0-9 16,2-7 11-16,5-1-12 15,3-6 12-15,2-8 0 16,3-5 0-16,0-3-19 16,-4-4 18-16,0-13-32 15,-4-5 22-15,-4-3-17 16,-1-5 28-16,-6-2 9 15,-5-5-9-15,-3 0 9 16,-3 1 9-16,-6-1-16 16,0 3 13-16,0 5-9 0,-6 2 7 15,-4 3 3 1,-2 5-16-16,-1 5-5 0,2 6 3 16,2 2-20-16,3 6-10 15,2 0-75-15,2 7-124 16,2 7-33-16,0-1-597 0</inkml:trace>
  <inkml:trace contextRef="#ctx0" brushRef="#br0" timeOffset="170432.4">25873 7888 810 0,'0'0'128'0,"0"0"7"16,0 0 9-16,0 0-29 16,0 0 2-16,0 0-21 15,0 0-45-15,-22-13-16 16,19 13-19-16,-2 0 0 16,-3 0-16-16,-1 6 0 15,-2 5 14-15,0 3-13 16,-2 3-1-16,2 2 15 15,1 0 2-15,0 4-1 16,2-1-1-16,2 4 4 16,1-2 10-16,1 2-20 15,2 0-3-15,2-1 4 16,0 0-9-16,5 0 18 0,7-4-11 16,7-4-2-1,1-3 20-15,4-4 18 16,1-6 3-16,3-4-12 0,4 0-13 15,1-2 1-15,1-9-13 16,0-4-9-16,-1-2 23 16,-2-1-24-16,-2-2 0 15,-4 0 1-15,-3-1-1 16,-5 0 8-16,-4-1-8 16,-4 1 1-16,-4 0-1 15,-2 0 0-15,-2 4 0 16,1 1 1-16,-1 2 1 15,-1 3 8-15,3 2-9 16,-2 0-1-16,1-1 10 0,-2 2-10 16,0-2-1-16,0 0-13 15,0-3-11-15,-12 0 16 16,-4-2-31-16,-8 0 27 16,-3 0 3-16,-1 2-28 15,-1 5 3-15,3 5-90 16,-10 3-89-16,6 0-62 15,2 3-636-15</inkml:trace>
  <inkml:trace contextRef="#ctx0" brushRef="#br0" timeOffset="206364.81">3070 12696 1309 0,'0'0'169'15,"0"0"-132"-15,0 0-11 16,0 0 20-16,0 0-3 16,0 0-7-16,6-23 27 15,0 16-43-15,6 0 1 16,3 0-20-16,-3 0 24 15,7-1 7-15,0 4-29 16,1-1-2-16,7 0 10 16,0 3-10-16,1-1 0 15,0 1 0-15,2 1 8 16,-2 0-5-16,1 1-3 16,-1-2-1-16,-4 1 0 15,0-1-9-15,-2 1 9 16,-2 0-67-16,-2-1-36 15,-5 0-66-15,2-4-184 0,-6 2-242 16,0-2 227-16</inkml:trace>
  <inkml:trace contextRef="#ctx0" brushRef="#br0" timeOffset="206767.4">3267 12357 823 0,'0'0'177'0,"0"0"-57"0,0 0 34 16,0 0-14-16,0 0-22 15,0 0-55-15,0 0-28 16,-11-11-19-16,11 11-16 15,0 0-12-15,0 0 4 16,0 0-8-16,0 7 16 16,8 5 0-16,1 5 5 15,4 3 2-15,-1 1-7 16,-1 3 0-16,5 0 9 16,-2 2-9-16,-1-2 0 15,2-1-1-15,0 0 1 16,-2-2 1-16,-1-2-1 15,0-4-1-15,-3-2-8 16,0-3-112-16,-3-5-63 16,-3-5-130-16,-3 0-260 0,0 0 173 15</inkml:trace>
  <inkml:trace contextRef="#ctx0" brushRef="#br0" timeOffset="207026.29">3446 12375 879 0,'0'0'182'0,"0"0"-7"15,0 0-50-15,0 0-12 0,0 0-3 16,0 0-47-16,0 0-8 16,-9 3-12-16,-4 10-17 15,-4 5-2-15,-2 5-23 16,0 5 4-16,0 0 3 15,0 3-8-15,4 0 7 16,0 2-7-16,2-2 0 16,1 1-7-16,0-1 7 15,4-1-25-15,-2 4-107 16,4-7-147-16,2-8-597 0</inkml:trace>
  <inkml:trace contextRef="#ctx0" brushRef="#br0" timeOffset="-168209.73">5275 6913 363 0,'0'0'123'0,"0"0"-87"15,0 0 9-15,0 0 38 0,0 0-28 16,-10 0-9-16,10 0 1 16,0 0-21-16,0 0-26 15,0 0 0-15,0 0 8 16,0 0-8-16,0 0-13 15,0 0-35-15,0 0-34 16,0 0-32-16,0 0 30 16,0 0 42-16,0 0 2 15,0 0-18-15,0 1 34 16,0-1 14-16,0 1-2 16,0-1-4-16,0 0-44 15,3 2 6-15,1-1-3 16</inkml:trace>
  <inkml:trace contextRef="#ctx0" brushRef="#br0" timeOffset="-159822.95">5299 6921 22 0,'0'0'11'0,"0"0"-11"0,0 0 13 15,0 0-11-15,0 0 4 16,0 0 1-16,0-1 7 16,0 1 14-16,0 0 28 15,0 0-16-15,0 0 11 16,0 0-5-16,0 0-16 16,0 0-14-16,0 0-13 15,0 0-3-15,0 0 0 16,0 0-12-16,0 0 11 15,0 0-1-15,0 0 2 16,0 0 8-16,0 0-8 16,0 0 7-16,0 0-6 15,0 0-1-15,0 0-1 0,0 0-29 16,0 0-33 0,0 0 19-16,0 0-2 0,0 0 16 15,3 0 16-15,3 0-21 16,-4 0-34-16</inkml:trace>
  <inkml:trace contextRef="#ctx0" brushRef="#br0" timeOffset="-153556.46">7076 7361 137 0,'0'0'172'0,"0"0"-90"16,0 0 12-16,0 0-36 16,0 0 11-16,0 0-19 15,-2 0-42-15,2 0-8 16,0 0-45-16,0 0-20 15,0 0-159-15,0 0 17 0</inkml:trace>
  <inkml:trace contextRef="#ctx0" brushRef="#br0" timeOffset="-142793.91">18076 9063 1039 0,'0'0'115'15,"0"0"-105"-15,0 0-10 16,0 0 39-16,0 0-4 15,19-76 21-15,-13 62-10 16,0 0 1-16,0 1 2 16,-1 5 18-16,-2 1 7 15,1 2 8-15,-4 4-25 16,0 0-2-16,0 1-18 16,0 0-7-16,0 0-14 0,0 4-8 15,0 12 5 1,-3 10 15-16,-4 11-15 0,-5 6 6 15,-4 8-3-15</inkml:trace>
  <inkml:trace contextRef="#ctx0" brushRef="#br0" timeOffset="-142617.83">17912 9722 0 0,'0'-26'0'0,"0"26"0"0,0-45 0 16,0-1 0-16,0 9 0 15,3 0 0-15,0-3 0 16,3 2 0-16,-2 3 0 15,4 35 0-15,0 0 0 16,2 5 0-16,-4 1 0 16,5-6 0-16,1-9 0 15,1 1 0-15,0-1 0 16,0-12 0-16</inkml:trace>
  <inkml:trace contextRef="#ctx0" brushRef="#br0" timeOffset="-141592.65">18145 9429 0 0,'0'0'0'0,"0"0"0"0,0 0 0 16,0 0 0-16,0 0 0 15,0 0 0-15,0-3 0 0,0-3 0 16,0 1 0 0,3-2 0-16,1-2 0 0,0 2 0 15,-1 1 0-15,-1 3 0 16,-1-2 0-16,4-6 0 16,-1-2 0-16,1-1 0 15,0 0 0-15,-2-2 0 16,1 0 0-16,-3 0 0 15,4-9 0-15,-5 7 0 16,0 0 0-16,0 1 0 16,0 0 0-16,0 0 0 15,0 0 0-15,0 2 0 16,0 0 0-16,0 2 0 16,-2 0 0-16,1 0 0 15,-1-4 0-15,2 9 0 16,0 2 0-16,0 0 0 15,0 3 0-15,0 1 0 16,-1 0 0-16,-2 2 0 0,2 0 0 16,-2 0 0-16,1 0 0 15,-3 0 0-15,2 0 0 16,0 0 0-16,-1-1 0 16,-1-1 0-16,0 0 0 15,2-3 0-15,-2 1 0 16,2 0 0-16,0 0 0 15,-1-3 0-15,2 3 0 16,0 0 0-16,2 1 0 16,0 0 0-16,0 0 0 15,0-1 0-15,0 2 0 16,0 0 0-16,0-1 0 16,2 0 0-16,1 1 0 0,3-2 0 15,-3 1 0-15,-1 0 0 16,-1 2 0-16,-1-3 0 15,0 1 0-15,0-1 0 16,0-1 0-16,-1 2 0 16,-4-2 0-16,4 4 0 15,1 1 0-15,0 0 0 16,0 0 0-16,0 4 0 16,0-2 864-16,0-2-714 15,0 0-105-15,0 0-26 16,0 0-10-16,0 0 18 0,0 0 24 15,0 6-25-15,0-2-6 16,0 5-11-16,0 4 2 16,0 3 31-16,0 3-16 15,0 3 16-15,0 7 16 16,0 3-4-16,-3 6-4 16,-8 9-16-16,-2 7 3 15,1 5 1-15,-3 2-21 16,3-1-2-16,1-1-8 15,3-5-1-15,0-6 3 16,4-5-9-16,2-7-2 16,1-3-4-16,1-5 4 15,0-6-62-15,0-3-149 16,7-7-310-16,1-7-112 0</inkml:trace>
  <inkml:trace contextRef="#ctx0" brushRef="#br0" timeOffset="-139168.54">18369 9111 191 0,'0'0'295'0,"0"0"-130"16,0 0-19-16,0 0 7 16,0 0-42-16,0 0-47 15,0 0-35-15,-8 30 7 16,8-17 26-16,0 1-21 15,0 1-2-15,0-1-10 16,13 2-9-16,5-4-10 16,8-2 6-16,3-4-6 15,6-6 11-15,2 0-21 16,2-8 1-16,-4-10 13 0,-3-1-5 16,-4-3-9-1,-7-4-14-15,-4 2-12 0,-8-1 26 16,-6-1 11-16,-3 2-3 15,0 1-6-15,-8 4 25 16,-4 4 42-16,-3 0-6 16,2 7 1-16,-2 2 2 15,3 3-31-15,3 3-3 16,-3 0-19-16,3 0-12 16,0 10 13-16,-1 7-13 15,-1 6 0-15,1 3 1 16,-2 7 14-16,3 4-3 15,1 2 2-15,0 5-3 0,2 1 11 16,3 0-13 0,0 3 5-16,1 0-6 0,2 2 2 15,0 1 3-15,0 2-13 16,0-1-1-16,0 0 13 16,0 1-13-16,0-4 0 15,0-2-1-15,0-5-8 16,0-5-36-16,0-6-87 15,0-6-21-15,0-5-84 16,0-7-101-16,-8-8-333 0</inkml:trace>
  <inkml:trace contextRef="#ctx0" brushRef="#br0" timeOffset="-138872.78">18337 9725 1213 0,'0'0'190'0,"0"0"-119"15,0 0 36-15,0 0 5 16,0 0 7-16,0 0-42 16,0 0-41-16,54-64-36 15,-17 38 2-15,9-5-2 16,5-3-3-16,4-4-37 0,5-5-39 15,1 0-71 1,24-22-97-16,-18 11-121 16,-9 6-430-16</inkml:trace>
  <inkml:trace contextRef="#ctx0" brushRef="#br0" timeOffset="-138595.09">18993 8750 1113 0,'0'0'188'0,"0"0"-124"0,0 0-44 15,0 0-8-15,0 0-5 16,0 0 36-16,0 0 2 16,-28 83-4-16,20-52-2 15,0 6-5-15,-1 1-27 16,1 3-7-16,0 1-1 16,2 11-17-16,2-10-253 15,1-9-798-15</inkml:trace>
  <inkml:trace contextRef="#ctx0" brushRef="#br0" timeOffset="-137885.45">18977 9543 1134 0,'0'0'95'0,"0"0"-86"0,0 0 20 15,0 0 1-15,0 0-3 16,90-52 10-16,-67 46 4 15,0 5 4-15,-5 1-2 16,-4 0-24-16,-4 0 3 16,-4 8 6-16,-5 4 4 15,-1 3 6-15,0 3-5 16,-12 3 12-16,-6 5 14 16,0 0-17-16,-3-3-5 15,2 1-17-15,6-4-1 16,3-1-10-16,5-5-9 15,5-5 0-15,0-2 0 16,1-4-18-16,16-3 5 16,3 0-18-16,7-8-5 15,3-12-36-15,-1-4 5 16,-1-7 12-16,-4-4 19 16,-5-3 12-16,-7 0 24 0,-7 1 7 15,-5 4 7-15,0 10 17 16,0 6 17-16,-9 8 20 15,-2 5-11-15,-1 4-23 16,2 0-2-16,1 3-17 16,0 8 5-16,3 5-7 15,0 2-5-15,3 3-7 16,1 3 23-16,2 0-16 16,0 1 6-16,0-1-13 15,5 0 9-15,7-1-10 16,6-2 0-16,4-3-1 15,6-2-1-15,5-3 2 0,21-5-126 16,-5-2-82-16,-5-6-390 16</inkml:trace>
  <inkml:trace contextRef="#ctx0" brushRef="#br0" timeOffset="-137325.25">19820 9049 954 0,'0'0'147'16,"0"0"-101"-16,0 0 35 15,0 0 32-15,0 0-47 16,0 0 18-16,0 0 10 16,-81 7-34-16,62 13-32 15,-1 4 10-15,0 4-3 16,2 3-5-16,4 2 3 15,5 0-22-15,2 0 4 16,7 2 3-16,0 1-18 16,3-1-3-16,12-3 3 15,6 0 0-15,1-7 0 16,7-7-31-16,2-5-37 16,2-9-81-16,2-4-88 15,10-13-123-15,-7-6-46 16,-5-4-148-16</inkml:trace>
  <inkml:trace contextRef="#ctx0" brushRef="#br0" timeOffset="-136739.66">20093 9107 532 0,'0'0'149'0,"0"0"-89"16,0 0 124-16,0 0 59 16,0 0-65-16,0 0-62 15,0 0-41-15,-19-14-37 16,12 17-20-16,-3 8 4 15,0 3 24-15,-2 3-2 16,-2 3 10-16,1 3-7 16,-2 3 1-16,0 4-1 15,0 4-14-15,5 2-8 16,2 1-1-16,5 0-17 0,3-2 1 16,0-2-7-16,14-7-1 15,5-3 1-15,4-7-1 16,4-9 0-16,-1-7-1 15,4 0 2-15,-2-13-2 16,-1-13-7-16,-2-5 8 16,-3-7-1-16,-5-4-8 15,-6-3 9-15,-5-3 3 16,-3 1-2-16,-3 4-1 16,0 4 2-16,-12 8 10 15,1 7-11-15,-2 8 12 16,1 7-4-16,0 5 10 15,-1 4-19-15,2 0-2 16,2 3-19-16,1 8 15 16,3 4-21-16,2 2-96 0,3 9-94 15,0-5-106-15,0-4-573 16</inkml:trace>
  <inkml:trace contextRef="#ctx0" brushRef="#br0" timeOffset="-136458.55">20048 9258 1023 0,'0'0'214'0,"0"0"-66"0,0 0-1 16,0 0-75-16,0 0-48 15,0 0-23-15,0 0 21 16,15 31 19-16,3-11 9 15,0 4-18-15,0 0-6 16,1 1-10-16,-1-1-15 16,3 2-1-16,1-4 11 15,1-1-11-15,-2-1-2 16,1-6-21-16,3-2-122 16,-6-4-251-16,-5-5-495 0</inkml:trace>
  <inkml:trace contextRef="#ctx0" brushRef="#br0" timeOffset="-136076.78">20445 8956 1013 0,'0'0'131'15,"0"0"-120"-15,0 0-3 0,0 0 4 16,0 0 7-16,0 0-6 16,28 92 32-16,-15-65 4 15,-2 4 10 1,1 1-17-16,-1 4-14 0,-3 0 1 15,0 2-7-15,-5 0-5 16,-3 0-1-16,0-1 3 16,-8-2-12-16,-12-2 6 15,-7-2-12-15,-6-2 5 16,-23 3-6-16,9-9-17 16,3-6-636-16</inkml:trace>
  <inkml:trace contextRef="#ctx0" brushRef="#br0" timeOffset="-135291.72">20905 8910 916 0,'0'0'164'0,"0"0"-81"16,0 0 80-16,0 0-39 15,0 0-5-15,0 0-7 16,0 0-45-16,-15-12-38 16,15 12-28-16,0 0-1 15,0 6-8-15,0 8 8 16,0 8 7-16,1 7 13 16,-1 5 7-16,0 5-14 15,0 7 9-15,-6 4 11 16,-4 5-16-16,-3 3-4 15,0-2-13-15,3 1 8 0,0-5-2 16,2-4-6 0,4-6-7-16,2-6 5 0,1-7-23 15,1 0-128-15,0-8-188 16,0-9-626-16</inkml:trace>
  <inkml:trace contextRef="#ctx0" brushRef="#br0" timeOffset="-132724.83">21473 8992 879 0,'0'0'159'0,"0"0"-93"15,0 0-19-15,0 0 66 16,0 0 33-16,0 0-27 16,0 0 3-16,-24-25-56 15,24 25-32-15,0 0-34 16,0 0-2-16,0 6-8 16,3 10 10-16,9 2 0 15,3 3-2-15,4 3-5 0,7 0 7 16,1 0 7-1,4-2-6-15,3 0-1 16,4-4 0-16,-1-1 6 0,1-3-17 16,-3-3 11-16,-4-2-11 15,-8-4 3-15,-5 0 3 16,-8-3-2-16,-8 1 5 16,-2 2 2-16,-5 3 14 15,-19 5-13-15,-10 5 30 16,-6 4 7-16,-4 5-2 15,-2 2 4-15,4-1 4 16,1-1-19-16,6 0-5 16,6-3-19-16,7-4 1 15,8-1-2-15,6-2-5 16,7-3-7-16,1-3-21 0,9-2-127 16,8-4-171-1,2-3-477-15</inkml:trace>
  <inkml:trace contextRef="#ctx0" brushRef="#br0" timeOffset="-132058.89">22240 9085 977 0,'0'0'152'0,"0"0"-86"16,0 0 11-16,0 0-28 16,0 0-32-16,0 0-15 15,0 0 18-15,15 22-9 16,3-10-5-16,4 0 7 15,5-4 6-15,1-6 12 16,5-2-12-16,-2 0-18 16,1-14 44-16,-5-3-44 15,-6-3-1-15,-7-2 9 0,-8-1-8 16,-6 0-1 0,0 1 16-16,-7-1 8 0,-9 3 58 15,-1 5-9-15,2 4 29 16,2 5-10-16,1 3-27 15,3 3-24-15,1 0-21 16,1 3-19-16,-2 11 14 16,2 6-15-16,-2 4 0 15,1 7 0-15,-1 4 13 16,3 4-4-16,0 4 0 16,0 5 3-16,0 3 13 15,-1 2-9-15,1 5-8 16,0 1-7-16,0 1 9 15,-1-1-3-15,1-3-7 16,0-2 0-16,0-4 4 0,1-4-2 16,0-2-2-16,0-6-10 15,3-7-13-15,2-5-60 16,0-9-78-16,0-13-91 16,0-4-382-16,0 0-194 0</inkml:trace>
  <inkml:trace contextRef="#ctx0" brushRef="#br0" timeOffset="-131883.03">22174 9551 392 0,'0'0'921'0,"0"0"-810"16,0 0-72-16,0 0-22 0,0 0 12 15,0 0 40-15,0 0 25 16,36-37-21-1,-6 21-41-15,6-3-16 0,7-2-2 16,2-4-14-16,2-2-1 16,3-3-25-16,21-17-47 15,-11 7-122-15,-8 2-492 16</inkml:trace>
  <inkml:trace contextRef="#ctx0" brushRef="#br0" timeOffset="-131611.78">22944 8765 863 0,'0'0'177'0,"0"0"-96"0,0 0-21 15,0 0 3-15,0 0 40 16,0 0-13-16,0 0-33 15,-58 86-9-15,43-54-21 16,0 0-9-16,2 2-18 16,-2 0 1-16,6-2-1 15,0 6-39-15,3-6-295 16,3-9-784-16</inkml:trace>
  <inkml:trace contextRef="#ctx0" brushRef="#br0" timeOffset="-130995.66">22919 9386 715 0,'0'0'123'15,"0"0"-29"-15,0 0 137 0,0 0-38 16,0 0-46-16,0 0-22 16,0 0-61-16,-58-32-48 15,58 31-15-15,3 1 25 16,8 0-8-16,2 0-18 16,1 3 2-16,-2 5 1 15,0 3-3-15,-3 2 0 16,-4 2 0-16,-5 4 16 15,0 1 5-15,-2 2 10 16,-13 2 20-16,0-1 19 16,-2-2-36-16,3-6-9 15,5-2-18-15,2-6 7 16,5-3-14-16,2-2 0 16,0-2-6-16,15 0 5 15,6-5 1-15,6-10-9 16,4-9-44-16,2-6-9 15,-2-4 32-15,-1-2 2 0,-6-1-1 16,-5 8 29-16,-7 5 1 16,-6 9 22-16,-4 7 49 15,-2 6-3-15,0 2-21 16,0 0-21-16,-9 6-15 16,-3 10 6-16,-1 5-12 15,2 5 2-15,2 4-7 16,3 1 0-16,5 1 6 15,1 0-7-15,0-3 0 16,16-3-2-16,6-5 2 16,8-5-12-16,6-5 0 15,4-4-77-15,22-7-77 0,-12-4-124 16,-5-9-810-16</inkml:trace>
  <inkml:trace contextRef="#ctx0" brushRef="#br0" timeOffset="-130583.05">23706 9013 1091 0,'0'0'184'16,"0"0"-100"-16,0 0 87 15,0 0-63-15,0 0 11 16,0 0 16-16,0 0-49 16,-95 11-24-16,74 7-33 15,-1 5 5-15,1 4-5 16,1 5-21-16,3 2 1 15,3 2 7-15,5 3-15 16,6 0-1-16,3-1 0 16,0-1 0-16,15-2-2 15,7-2 1-15,7-6-17 16,4-5-57-16,4-8-87 16,21-14-68-16,-10 0-257 0,-5-7-412 15</inkml:trace>
  <inkml:trace contextRef="#ctx0" brushRef="#br0" timeOffset="-130225.27">24123 9011 1264 0,'0'0'204'15,"0"0"-115"-15,0 0-21 0,0 0 4 16,0 0-5-1,0 0-9-15,0 0-10 0,-21 42 5 16,8-12 4-16,-3 6-7 16,2 4-21-1,-1 2 5-15,-2 4 6 0,4-1-5 16,-2 2-5-16,3-3-19 16,0-2-10-16,2-4 12 15,2-7-13-15,2-7 0 16,3-7-12-16,1-8 3 15,2-4-25-15,0-5-104 16,0 0-87-16,19-27 48 16,-3-1-122-16,1-5-508 0</inkml:trace>
  <inkml:trace contextRef="#ctx0" brushRef="#br0" timeOffset="-129922.65">24117 9073 608 0,'0'0'329'16,"0"0"-151"-16,0 0-1 15,0 0-40-15,0 0-38 16,0 0-1-16,0 0-43 16,22-70-38-16,-13 70-16 15,6 0 16-15,2 0-17 16,2 8-2-16,0 5 2 16,-1 1 5-16,-3 4-4 15,-3 1 0-15,-4-1 5 16,-5 0-2-16,-3 0 15 15,0 0-1-15,-17-1 27 16,-8 0 37-16,-8-1-18 16,-7 1-15-16,1-1-17 0,1-3-6 15,6-2-1 1,6-2-25-16,7-3 6 0,9-1-7 16,5-3 1-16,5-2-27 15,6 0-150-15,12 0-131 16,1-7-517-16</inkml:trace>
  <inkml:trace contextRef="#ctx0" brushRef="#br0" timeOffset="-129565.16">24588 8850 927 0,'0'0'192'0,"0"0"-105"15,0 0 42-15,0 0-30 16,0 0-34-16,0 0-42 16,0 0-23-16,11-3-10 15,-4 16 10-15,4 4 15 16,2 6-14-16,-2 5 4 15,2 3 1-15,-4 3-5 16,0 2 3-16,-5 3-4 16,-2 1 0-16,-2 1 14 15,-3 3-14-15,-15 3 7 0,-11-1 9 16,-8 2-9-16,-3-1 2 16,-5-3-9-16,-18 3-1 15,11-10-223-15,9-11-789 16</inkml:trace>
  <inkml:trace contextRef="#ctx0" brushRef="#br0" timeOffset="-128308.29">24967 8924 1139 0,'0'0'175'0,"0"0"-120"16,0 0-27-16,0 0-2 0,0 0 32 15,0 0-13-15,0 0-30 16,0 0-14-16,2 12 6 16,4 5-5-1,0 4 17-15,-2 6-7 0,-1 5 24 16,-3 5 7-16,0 6 0 15,0 3 0-15,-4 6-7 16,-7 5-21-16,-4 4 5 16,2-1-11-16,1 2 0 15,-3-2-9-15,3-4 0 16,0-5 1-16,3-6-1 16,2-2-14-16,1-9-32 15,-2 5-193-15,2-12-366 16,0-9-310-16</inkml:trace>
  <inkml:trace contextRef="#ctx0" brushRef="#br0" timeOffset="-127144.7">22101 8814 593 0,'0'0'126'16,"0"0"-108"-16,0 0-7 0,0 0 17 16,0 0 156-16,0 0 30 15,0 0-81-15,0-7-47 16,0 7-27-16,0 0-20 15,0 0-16-15,0 0-22 16,0 0-1-16,0 11 1 16,0 7 0-16,-2 6 7 15,-5 7 13-15,0 6 0 16,-2 5-7-16,-3 6 0 16,0 6 17-16,-3 16-23 15,-3 15-6-15,-1 12-2 16,4-6 13-16,6-20-13 15,3-21-7-15,6-13-1 16,0 19-47-16,0-5-481 16,0-6-360-16</inkml:trace>
  <inkml:trace contextRef="#ctx0" brushRef="#br0" timeOffset="-114071.4">3121 15573 1580 0,'0'0'247'16,"0"0"-247"-16,0 0-65 15,0 0 65-15,0 0 28 0,0 0-3 16,0-10-2 0,13 7-5-16,4-1-4 15,2 1-6-15,2 2 5 16,0 1-12-16,3 0 9 0,1 0-4 15,3 0-6-15,-1 0 1 16,-3 1-1-16,0 3-7 16,-2-2-24-16,7-2-99 15,-7 0-81-15,-4-6-439 0</inkml:trace>
  <inkml:trace contextRef="#ctx0" brushRef="#br0" timeOffset="-113775.39">3300 15285 1077 0,'0'0'210'16,"0"0"-121"-16,0 0-30 16,0 0 36-16,0 0-18 15,0 0-38-15,0 0-24 16,-11-3-15-16,11 4-8 15,5 14 8-15,4 3 2 16,4 6 7-16,5 1 1 16,0 4-3-16,-1-1 2 15,-1-2-8-15,-1 1-1 16,3-4 3-16,-5-3-3 16,2-5 0-16,0-2-16 15,-2-5 7-15,1-8-132 0,-1 0-362 16,-5 0-260-16</inkml:trace>
  <inkml:trace contextRef="#ctx0" brushRef="#br0" timeOffset="-113571.9">3488 15288 1239 0,'0'0'336'0,"0"0"-244"16,0 0-70-16,0 0-9 16,0 0 9-16,-72 100-6 0,56-62-4 15,1 3 9-15,-3 3-20 16,1 1 11-16,1-1-12 16,1-4 0-16,-1 0-1 15,2 5-111-15,3-11-209 16,0-9-803-16</inkml:trace>
  <inkml:trace contextRef="#ctx0" brushRef="#br0" timeOffset="-107143.59">5530 15169 932 0,'0'0'278'0,"0"0"-197"16,0 0-51-16,0 0-17 15,0 0 10-15,0 0-1 16,0 0-6-16,0 0-10 15,0 1-6-15,0 5 0 16,6 0 4-16,6 2 19 16,4 2-12-16,3-3 0 15,1 0-5-15,1-4 1 16,3-3 5-16,0 0-3 16,0-4 12-16,-2-9 4 15,-7-1 1-15,-2-3-8 16,-7 2 30-16,-4-4-28 0,-2 2 6 15,0 0-2 1,0 2 43-16,-9-1-41 0,-1 4 14 16,-1 1 6-16,2 2 4 15,-1 3 10-15,5 3 3 16,-1 2-7-16,3 1 7 16,0 0-43-16,0 0-15 15,-2 3-5-15,-3 11-2 16,-1 6 2-16,-2 9-6 15,0 7 6-15,0 4 3 16,-2 6-3-16,5 3-1 16,1 1-6-16,1 0 7 15,1 0 7-15,3 0-7 0,0-2-7 16,2-1 7-16,0-2-1 16,0-4-5-16,0-1-5 15,0-5 4-15,0-2-22 16,0-4-38-16,0-4-57 15,0-3-124-15,0-7-37 16,0-6-240-16,-3-7-261 0</inkml:trace>
  <inkml:trace contextRef="#ctx0" brushRef="#br0" timeOffset="-106894.48">5448 15601 185 0,'0'0'1113'0,"0"0"-901"0,0 0-142 16,0 0-26-16,0 0 2 16,0 0 10-16,0 0-34 15,17-21 32-15,5 8 12 16,9-2-36-16,4-5-8 16,1-4-13-16,2-4-8 15,1-5 11-15,0-3-12 16,16-18-126-16,-13 10-151 15,-9 3-857-15</inkml:trace>
  <inkml:trace contextRef="#ctx0" brushRef="#br0" timeOffset="-106654.86">6024 14847 418 0,'0'0'809'0,"0"0"-687"16,0 0-114-16,0 0-6 15,0 0 27-15,0 0-16 0,0 0 7 16,0 53 18 0,0-21 8-16,-9 5-2 0,2-1-25 15,-2 0-12 1,1-2-1-16,1 7-6 0,4-9-49 15,1-7-576-15</inkml:trace>
  <inkml:trace contextRef="#ctx0" brushRef="#br0" timeOffset="-106011.1">6088 15361 590 0,'0'0'258'0,"0"0"-92"0,0 0 53 16,0 0-76-16,0 0-16 16,0 0-74-16,0 0-13 15,-25-17 34-15,25 6-74 16,6-2 19-16,3 2-5 15,1 2 7-15,1 4-12 16,-4 2-9-16,2 3-2 16,-3 0-7-16,0 0 2 15,-3 11 7-15,-3 4-17 16,0 4 17-16,0 5 58 16,0 4-27-16,-3 1 5 15,-5-2-4-15,-2-2-7 16,3-5 0-16,1-5-13 15,3-4-6-15,1-5-6 16,2-3-8-16,0-3-15 0,0 0 4 16,11 0 19-16,6-13 12 15,3-5-12-15,4-5-57 16,0-5 9-16,-2 0 17 16,-4 0 17-16,-3 5 14 15,-6 4 0-15,-3 8 15 16,-3 4-1-16,-3 5 51 15,0 2 19-15,0 0-62 16,-3 0 49-16,-6 4-42 16,-2 5-10-16,-2 5-4 15,2 3-15-15,3 5 0 16,2-1 11-16,3 3-11 16,3 1 0-16,0-1-10 15,0-1 10-15,11-2-6 16,6-3 5-16,5-4-2 0,5-2-5 15,4-6-28 1,4-6-69-16,23-2-77 0,-10-12-107 16,-4-2-709-16</inkml:trace>
  <inkml:trace contextRef="#ctx0" brushRef="#br0" timeOffset="-105576.24">6861 15123 889 0,'0'0'217'16,"0"0"-90"-16,0 0 37 15,0 0 26-15,0 0-21 16,0 0-43-16,0 0-29 16,-46-15-24-16,34 20-30 15,-1 7-27-15,-1 4-15 0,0 5 14 16,1 3-12-16,3 3 7 15,2 1-8-15,1 1 2 16,5 1-1-16,2 0-3 16,0-1-1-16,2 0 0 15,11-2-12-15,2-4-2 16,3-3 9-16,6-3-10 16,0-5-100-16,17-9-75 15,-8-3-118-15,-3 0-329 0</inkml:trace>
  <inkml:trace contextRef="#ctx0" brushRef="#br0" timeOffset="-104931.43">7258 15116 1056 0,'0'0'329'0,"0"0"-232"15,0 0-62-15,0 0-7 16,0 0 52-16,0 0-10 16,0 0-12-16,-10 46-10 15,2-22-2-15,2 6 8 16,0 2-3-16,-3 3 8 16,2 4-24-16,-2-3-13 15,1 0 1-15,1-3-17 16,1-3 3-16,1-4-9 0,2-7 1 15,0-2 3-15,3-6-4 16,0-4-16-16,0-4-24 16,0-1-40-16,0-2-77 15,0 0-32-15,0-15 1 16,0-5-63-16,0-10-120 16,3-7 3-16,-1-5 195 15,-2-5 83-15,1-1 90 16,-1 2 0-16,0 2 189 15,3 8 46-15,0 10 132 16,-1 5-154-16,5 5-90 16,2 5-32-16,2 2-50 15,3 3-30-15,0 4-11 16,7 2 0-16,-3 0 0 16,3 0 0-16,-1 4 0 0,-3 6 7 15,-2 1-1-15,-5 2 3 16,-5 1-2-16,-5 3 29 15,0 3 17-15,-9 2 52 16,-12 3 20-16,-4 0-36 16,-5-2-21-16,-3 2-31 15,-1-4-17-15,1-3 12 16,3-2-32-16,6-7 0 16,8-1-17-16,11-8-46 15,5 0-167-15,0 0-400 0</inkml:trace>
  <inkml:trace contextRef="#ctx0" brushRef="#br0" timeOffset="-104432.09">7629 15072 78 0,'0'0'1115'0,"0"0"-917"16,0 0-105-16,0 0-38 16,0 0-5-16,0 0-34 15,0 0 6-15,41-2 4 16,-21 11-19-16,3 3 9 15,-1 5-16-15,-1 3 6 0,-4 4 15 16,-4 3-21-16,-7 4 6 16,-3 2 17-16,-3 2-5 15,0 0 1 1,-11 2 8-16,-11 0 0 0,-5-4 9 16,-2-2-21-16,-4-4-5 15,-2-3-10-15,1-4-4 16,-8-3-40-16,11-7-290 15,4-6-970-15</inkml:trace>
  <inkml:trace contextRef="#ctx0" brushRef="#br0" timeOffset="-103107.78">8543 15068 98 0,'0'0'929'0,"0"0"-775"15,0 0-65-15,0 0 55 16,0 0 20-16,0 0-58 15,0 0-38-15,-14-2-17 16,14 2-26-16,0 0-11 0,0 0 1 16,0 0-14-1,0 0-1-15,0 0-12 0,0 0-11 16,9 4 23-16,9 6-1 16,4 4 1-16,9 0 10 15,7 2-9-15,4-3 4 16,4 0-5-16,2-2 0 15,1-3 17-15,-6 0-17 16,-4-1 0-16,-9 1 1 16,-8-3-1-16,-7 1 0 15,-9-2-4-15,-3 1-11 16,-3 0 15-16,0 4 3 16,-9 2 7-16,-10 2 14 15,-8 3 10-15,-6 4 8 16,-3 2-14-16,-1 0-7 0,-3 2-5 15,1 0-15-15,0 0-1 16,5 0 13-16,1 0-13 16,3-1 0-16,5-2-23 15,4-2-27-15,7-2-53 16,8 0-91-16,5-4-94 16,1-6-604-16</inkml:trace>
  <inkml:trace contextRef="#ctx0" brushRef="#br0" timeOffset="-102004.88">9587 15068 1232 0,'0'0'201'0,"0"0"-131"16,0 0-51-16,0 0 10 15,0 0-12-15,0 0-15 16,0 0 5-16,7 4-7 16,13 0 10-16,2-3 27 15,8-1-8-15,-2 0 6 16,3-4-25-16,-1-8 47 15,-1-4-25-15,-3-2-13 16,-6-2-17-16,-4-1 14 16,-7 0-3-16,-6-2 0 15,-3 2-12-15,0 1 7 16,0 2 11-16,-7 4 21 16,-2 2 10-16,0 5 3 0,0 4 5 15,6 2 10 1,0 1-11-16,-2 0-5 0,2 0-24 15,-4 7-22-15,-2 12-5 16,0 7 6-16,-4 8-7 16,4 6 6-16,-2 5-6 15,1 1 0-15,1 4 8 16,3 2-8-16,1 0-1 16,2 1 1-16,2 0 0 15,1-4 0-15,0-1-5 16,0-1 5-16,0-3 0 15,0-3-7-15,0-3-8 16,0-5-38-16,0-4-40 16,0-5-15-16,0-6-102 15,0-10-29-15,-6-4-101 0,-1-4-484 16</inkml:trace>
  <inkml:trace contextRef="#ctx0" brushRef="#br0" timeOffset="-101745.21">9542 15426 1015 0,'0'0'331'0,"0"0"-210"0,0 0-89 15,0 0 14-15,0 0 20 16,0 0 4-16,0 0-21 16,109-76-11-16,-72 53-20 15,2-5 1-15,1-3-9 16,3-4-10-16,1-4-10 15,9-12-25-15,-9 6-220 16,-10 6-821-16</inkml:trace>
  <inkml:trace contextRef="#ctx0" brushRef="#br0" timeOffset="-101493.93">10228 14616 985 0,'0'0'327'0,"0"0"-226"15,0 0-63-15,0 0 4 16,0 0 5-16,0 0-2 16,0 0-33-16,-1 17 4 15,-5 8 33-15,-3 8-5 16,-4 5-5-16,0 3-7 15,2 1-18-15,2-2-14 16,3-2 0-16,6 5-18 16,0-8-230-16,0-10-953 0</inkml:trace>
  <inkml:trace contextRef="#ctx0" brushRef="#br0" timeOffset="-100855.73">10307 15175 766 0,'0'0'269'15,"0"0"-155"-15,0 0 25 16,0 0 19-16,0 0-24 0,0 0 16 15,0 0-96 1,-43-24-4-16,43 21 19 0,0 0-69 16,0 2 11-16,0 1-11 15,5 0 9-15,2 0-9 16,-1 0 0-16,0 0-1 16,-3 10-11-16,0 4 11 15,-3 2 1-15,0 6 1 16,0 4 24-16,-6-1-7 15,-3 0-11-15,-1-1 3 16,1-5 12-16,3-4-12 16,1-4-10-16,2-4 0 15,3-4-7-15,0-3-2 16,0 0-13-16,3 0 22 16,11-11 9-16,3-7 5 15,3-5-14-15,4-6-15 16,-2 1 3-16,-1-1-16 0,-3 2 6 15,-3 4 22 1,-6 8 15-16,-5 5-9 0,-2 5 14 16,-2 5 5-16,0 0-3 15,0 0-22-15,-2 0 33 16,-7 9-23-16,-2 7 9 16,0 2-10-16,2 3 0 15,3 4-8-15,3 0 11 16,3 0 1-16,0-1-13 15,0-1 0-15,9-2 0 16,8-4 0-16,3-3-1 16,9-6-10-16,7-2-48 15,25-6-111-15,-6-3-104 16,-5-8-989-16</inkml:trace>
  <inkml:trace contextRef="#ctx0" brushRef="#br0" timeOffset="-100139.95">11100 14904 738 0,'0'0'221'0,"0"0"-79"16,0 0-19-16,0 0 31 0,0 0 20 16,0 0-24-1,0 0-48-15,-3-3-17 16,-5 10-10-16,-4 8-46 15,-4 7-1-15,-1 6-3 0,-2 3-3 16,3 3 6-16,2 0-14 16,2 1 1-16,2 1 6 15,5-3-20-15,5 1-1 16,0-1-8-16,3-6 2 16,14-2-10-16,6-5-15 15,18-6-66-15,-5-6-204 16,-2-5-519-16</inkml:trace>
  <inkml:trace contextRef="#ctx0" brushRef="#br0" timeOffset="-98145.89">11553 14888 567 0,'0'0'288'15,"0"0"-166"-15,0 0-21 16,0 0 107-16,0 0-63 16,0 0-34-16,0 0-25 15,-72 5-24-15,56 7-8 16,0 5-10-16,-4 4 3 16,2 4-12-16,-4 2 3 15,4 3-17-15,3 2-2 16,0-2 4-16,6 3-21 15,5 1-2-15,2-2 7 16,2 1-7-16,0-4 0 16,8-4-8-16,4-3-17 15,9-5 25-15,1-7 13 0,5-7-13 16,1-3 1 0,2-5 4-16,-3-13-5 0,0-6-13 15,-2-3-4-15,-4-5 0 16,-4-3 7-16,-3 1 10 15,-5-2 1-15,-6-2 9 16,-3 0 0-16,0 0-9 16,-1 0-1-16,-10 5 20 15,-3 5-2-15,0 6 11 16,2 6-16-16,0 6 4 16,3 3 19-16,5 3-35 15,-1 4 0-15,1 0-2 16,1 0-20-16,0 2-43 0,-2 10-119 15,1 8-61 1,-1-3-256-16,2-3-292 0</inkml:trace>
  <inkml:trace contextRef="#ctx0" brushRef="#br0" timeOffset="-97848.09">11455 15091 720 0,'0'0'225'15,"0"0"-168"-15,0 0 1 0,0 0 40 16,0 0-21-16,0 0-3 16,46 78-38-16,-31-58 16 15,0 1-19-15,3 2-11 16,-1 1-21-16,2 1 12 15,1 1-1-15,0-1-12 16,1-3 1-16,-2-2 2 16,-1-1-3-16,1-1-6 15,-5-5-311-15,-1-5-510 0</inkml:trace>
  <inkml:trace contextRef="#ctx0" brushRef="#br0" timeOffset="-97503.45">11887 14842 1483 0,'0'0'217'0,"0"0"-175"15,0 0-42-15,0 0 0 16,0 0 0-16,0 0 8 16,0 0 2-16,63 1-10 15,-41 13 7-15,-2 6-6 16,4 3-1-16,-4 3 0 0,-3 4 14 16,1 2-13-1,-6 4 10-15,-3 2-11 0,-8 3 10 16,-1 3 3-1,0 2-13-15,-15 1 0 0,-7-1 1 16,-4 1-1-16,-26 12-87 16,6-13-289-16,0-7-917 0</inkml:trace>
  <inkml:trace contextRef="#ctx0" brushRef="#br0" timeOffset="-96205">4920 15116 1435 0,'0'0'203'16,"0"0"-137"-16,0 0-56 15,0 0-1-15,0 0-1 16,0 0-8-16,0 0 0 16,-9 22 0-16,15-5 7 15,3 4-4-15,5 0-2 16,2 2-1-16,-1 1 0 0,7-2 1 16,-3 1 0-1,1 0-1-15,1-3 0 0,-2-2 3 16,-2-3-3-16,-3-1 0 15,-3-2 1-15,0-4 0 16,-4-3-1-16,-4-1-6 16,0-3 6-16,-3 1 1 15,0 2 0-15,-5 3 14 16,-14 5 4-16,-6 7-2 16,-7 5-5-16,-5 3 7 15,4 3 6-15,2 2-16 16,4-1-8-16,6-2-1 15,9-2 0-15,3-3-15 16,6 1-32-16,3-8-279 16,0-5-832-16</inkml:trace>
  <inkml:trace contextRef="#ctx0" brushRef="#br0" timeOffset="-95603">4538 15212 1309 0,'0'0'174'0,"0"0"-128"15,0 0-14-15,0 0 29 16,0 0-10-16,0 0-3 16,0 0-13-16,-67 40-1 15,45-16 4-15,-1 5 21 16,1 3-15-16,3 3-6 15,2 1-19-15,5 0 0 16,6-2-6-16,6-3-13 16,0-1 1-16,3-6 9 15,15-3-9 1,6-7-2-16,4-5-5 0,5-9 6 16,3 0-3-16,1-17-9 15,-4-12-5-15,0-3-79 16,-9-4 19-16,-7-3 59 0,-9 1 18 15,-8 3 0 1,0-1 29-16,-19 4-14 0,-8 1 4 16,-3 4 3-16,-3 5 7 15,0 5-28-15,2 5 13 16,6 8-14-16,5 4-17 16,7 6-176-16,5 5-475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06T08:47:00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24369 7753 887 0,'0'0'103'16,"0"0"-77"-16,0 0 58 16,0 0-22-16,0 0-13 15,0 0 38-15,0-56-20 16,0 47-8-16,0 6 6 16,0 0 1-16,0 2 15 15,0-1-12-15,0 1-15 16,0-1-19-16,0 1-16 0,0 1 6 15,0 0-2 1,0 0-8-16,0 0-7 0,0 0-8 16,0 0-1-16,0 0 0 15,0 0-6-15,3 0-2 16,9 0-15-16,7 0 24 16,13 0 13-16,9 0-13 15,9 4-40-15,5-1-84 16,24-2-75-16,-15-1-116 15,-9 0-495-15</inkml:trace>
  <inkml:trace contextRef="#ctx0" brushRef="#br0" timeOffset="33449.11">10595 11003 101 0,'0'0'62'16,"0"0"0"-16,0 0 48 15,0 0-50-15,0 0-9 16,0 0-9-16,0-2 23 16,0 2-5-16,0 0-3 15,0 0-27-15,0 0 10 16,0 0 9-16,0-2 9 15,0 2 1-15,0 0-5 16,0 0-1-16,-1 0 8 16,1 0-3-16,0 0-5 0,0 0-19 15,0 0-1-15,0 0-8 16,0 0 7-16,0 0-11 16,0 0-13-16,0 0 0 15,0 0 8-15,0 0 0 16,0 0-4-16,0 0-11 15,0 0 14-15,0 0-5 16,0 0-1-16,0 0-2 16,0 0 9-16,0 0-2 15,0 0-2-15,0 0-11 0,0 0 6 16,0 0 0 0,0-4-5-16,0 2-1 0,0-2 10 15,4 4-9-15,-1-4-1 16,2 3 0-16,-2-1 0 15,6 1 5-15,-3-1-6 16,1 1 1-16,1-2 5 16,0 0-6-16,3 2 0 15,-2-2-1-15,3 3 1 16,0-3-2-16,1 3 2 16,1 0-1-16,2 0 1 15,1 0 0-15,0 0 1 16,3 3-1-16,1-2 0 15,-1 2 3-15,2-3-3 16,-2 0 0-16,3 0 0 0,-4 0 2 16,-1 0-1-16,3 0-1 15,-6 0 0-15,3 2 1 16,-5 0-1-16,3 1 0 16,0-1 0-16,-2 1-1 15,1 0 0-15,0-1 0 16,-3-2-11-16,-1 2-8 15,-1 0-24-15,-1 0-11 16,-3 0-16-16,0 0-7 16,0 0-41-16,-3 0-98 15,-2 0 61-15,1 0-14 16,-1-2-6-16,-1 0 0 16,0 0 19-16</inkml:trace>
  <inkml:trace contextRef="#ctx0" brushRef="#br0" timeOffset="34159.42">11040 10903 146 0,'0'0'154'0,"0"0"-51"0,0 0 24 15,0 0 13-15,0 0-16 16,0 0-17-16,0 0-22 16,0-2-19-16,0 2-25 15,0 0-19-15,0 0-8 16,0 0-7-16,0 0 5 16,3 0 18-16,3 0 1 15,1 5-11-15,4 1-10 16,1 1-1-16,0 0-2 15,4 1 5-15,1 0-12 16,2 0 9-16,-1-1 1 16,6-2-4-16,1 1-5 0,0-5 29 15,2 1-5 1,0-2-17-16,-6 0 3 0,0 0-9 16,-9 0 5-16,0 1-6 15,-9 2 7-15,-3 3-7 16,-2 4 36-16,-22 10-1 15,-12 9-32-15,-13 13-4 16,-40 30-97-16,11-8-198 16,4-7-326-16</inkml:trace>
  <inkml:trace contextRef="#ctx0" brushRef="#br0" timeOffset="73051.36">11802 10243 5 0,'0'0'43'0,"2"0"35"0,-2 0-3 16,0 0-38-16,0 0-21 15,3 0-9-15,-3 0-7 16,0 0 1-16,0 0-1 16,0 1-20-16,0 5-48 15,0 1-69-15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1-09T09:10:43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24015 10910 13 0,'0'0'35'0,"0"0"10"15,0 0 15-15,0 0 24 16,0 0-25-16,0 0-9 15,-20 0-11-15,20 0 15 16,0 0 5-16,0 0-1 16,0 0-9-16,0 0 14 15,0 0 8-15,0 0 20 0,0 0-12 16,0 0-2 0,0 0-9-16,0 0-18 0,1 0-31 15,4 0 0-15,3 0 42 16,4 0 14-16,2 0-15 15,2 0-29-15,5 0 17 16,0-1-10-16,4 0-9 16,4-1-3-16,4 1-16 15,2-2 11-15,5 2-10 16,5-1 7-16,6-1 17 16,4 2-19-16,21-2 6 15,18 0 2-15,21 0-13 16,6 2 6-16,-7-1-1 15,-9 1 2-15,-12 1-18 16,-1 0 6-16,4 0 1 0,2 0 0 16,4 0 5-1,2 0 0-15,-1 0-12 0,0 3 0 16,1 1-4-16,-2 0 4 16,-3 2 0-16,-1 1 0 15,-10 2 0-15,-1-2 0 16,-2 1 1-16,-15-2 0 15,-9 0-1-15,-14-2-9 16,-3 0-6-16,6 0 15 16,4 0-24-16,6-1 14 15,-8 0-3-15,-3-3 3 16,-5 0-6-16,-1 0-89 16,-4 0 45-16,0 0 23 15,-4 0 28-15,1-3-49 16,0 0 20-16,0-1-56 0,-2 3 63 15,0-2-2 1,-1 2-61-16,-3-1 35 0,-2 1-109 16,-1-1 99-16,-5 1 27 15,0-2-1-15,-3 2-5 16,-4 1 93-16,0-2-45 16,-5 2 26-16,-1 0-26 15,0 0-9-15,-3 0 9 16,0 0 12-16,-3 0-11 15,0 0 8-15,-3-1-2 16,0 1-7-16,0-1-23 16,0-1-232-16,0 2-2 0</inkml:trace>
  <inkml:trace contextRef="#ctx0" brushRef="#br0" timeOffset="14690.98">28333 10967 307 0,'0'0'71'0,"0"0"-38"15,0 0 4-15,0 0 64 0,0 0 5 16,0 0-37-16,0 0 23 16,-49-48-15-16,41 41-34 15,-1 0-8-15,-4 0-6 16,1 0-3-16,-2-1-10 16,0 3-5-16,2-1-5 15,0 2 16-15,4 1 11 16,1 0 29-16,2 1-8 15,4 2 30-15,-1 0-28 16,2 0-5-16,0 0-7 16,0 0-2-16,0-2-3 15,0 2 11-15,2 0-18 16,8 0 17-16,13 0 2 16,11 0-14-16,26 0-31 15,28 6 8-15,25 2-1 0,13 1-6 16,-1-1-6-16,-3-1 12 15,-7 2-12-15,4 1-1 16,-1 1 0-16,-5 0-1 16,-6 2 1-16,-6 1-9 15,-4-1-19-15,-4 1-27 16,-4 0-21-16,-15-1-45 16,-14-2-43-16,10 0-3 15,-21-2 11-15,-5-3-530 0</inkml:trace>
  <inkml:trace contextRef="#ctx0" brushRef="#br0" timeOffset="145954.41">8703 11873 65 0,'0'0'59'16,"0"0"2"-16,0 0-9 15,0 0-25-15,0 0 2 16,0 0 1-16,14-17-11 16,-9 14-10-16,1 0-8 15,4-1 2-15,0-1-3 0,5 0-1 16,6-1 1-16,0-2 1 16,7 0 8-16,4-4-9 15,-1 1 1-15,3 0 18 16,2-4-13-1,0 1 18-15,0-1 1 0,4 0 12 16,-3-4-4-16,4 2 11 16,2-1-10-16,-1-1-11 15,1 1-23-15,3 0 6 16,-2-2 3-16,0 1-9 16,0 0 0-16,0 1 1 15,-2-1 11-15,4 3 4 16,-4 2 5-16,3 2 18 15,1 1 16-15,-1 1-27 16,4 1-18-16,-1 1-9 0,3-1 19 16,-1 2 2-16,0-1-9 15,2-1 6-15,0 1-2 16,-3-2-8-16,2 2-2 16,-2-4-6-16,0 1 8 15,2 0-1-15,0-2-8 16,4-1-1-16,0 0 0 15,-3 1-4-15,-2-1 4 16,-4 0-4-16,-4 1 5 16,-3-1 0-16,-2 1-9 15,-2 1 9-15,1-1 0 16,0 2 0-16,2-1-6 16,2 2-3-16,0 0 8 0,2 0-45 15,1 1-31-15,-3-1-17 16,-1 2 29-16,-3-1-10 15,0-1 15-15,-5 2 22 16,0-1 32-16,-1 1-7 16,0-1 3-16,-4 0 9 15,-1 3 1-15,-1 0 0 16,-4 0-1-16,-1 1-19 16,-3 1-5-16,-1 1 12 15,-3-1-20-15,-5 0-15 16,-2 1-19-16,-4 0-70 0</inkml:trace>
  <inkml:trace contextRef="#ctx0" brushRef="#br0" timeOffset="148865.91">10239 10975 65 0,'0'0'88'0,"0"0"-27"0,0 0 25 16,0 0 48-16,0 0-37 16,0 0-9-16,0 0-49 15,-6-15-13-15,4 13-10 16,2 1-16-16,0-1-33 16,0 1-2-16,0 0-60 15,0-1-8-15,2 1-8 16,11-2 54-16,2 0 51 15,9-1 5-15,4 0-6 0,29-3-21 16,-9 0-19 0,1 0-57-16</inkml:trace>
  <inkml:trace contextRef="#ctx0" brushRef="#br0" timeOffset="149059.46">10965 10837 42 0,'114'-15'51'0,"-16"0"-51"15,-13 5-1-15,-13 2-6 16,-14 1-3-16,-13 1 1 15,-1 1 9-15,6-1 2 16,10-1 9-16,8 0 11 16,-1 2 5-16,14-1 8 15,-7 2 2-15,1-1-37 16,22 4-21-16,-27 1-18 0,-3-2-78 16</inkml:trace>
  <inkml:trace contextRef="#ctx0" brushRef="#br0" timeOffset="152423.16">10489 11122 85 0,'0'0'65'16,"0"0"-14"-16,0 0 11 0,0 0-2 15,0 0 10-15,0 0-3 16,0 0-15-16,0 0-21 15,0 0-22-15,0 0-9 16,0 0-8-16,0 0-7 16,0 0-31-16,2 0 21 15,2 0 15-15,2 0-42 16,0 0 35-16,2 0-5 16,-1 0 18-16,1 0-2 15,-2 0 6-15,1 0-1 16,0 0 0-16,-1 0-2 0,-1 0 2 15,3 0-15-15,-1 0-4 16,3 0-14-16,-1 0-12 16,2 0 22-16,2 1-4 15,-1 1-9-15,7-1-38 16,0-1 14-16</inkml:trace>
  <inkml:trace contextRef="#ctx0" brushRef="#br0" timeOffset="153880.1">11774 11159 2 0,'0'0'7'0,"0"0"-1"15,0 0 2-15,0 0 7 16,0 0-15-16</inkml:trace>
  <inkml:trace contextRef="#ctx0" brushRef="#br0" timeOffset="164204.56">10390 11132 58 0,'0'0'46'0,"0"0"-23"15,0 0-7-15,0 0 13 16,0 0 24-16,0 0 19 15,8-24-4-15,-8 21-35 16,0 1-5-16,0-1-4 16,0 0-23-16,0 1-1 0,0 1-1 15,2 0-25-15,-1-1-9 16,1 2-1-16,-2 0-19 16,1 0-8-16,4 0 24 15,-2 0 1-15,1 0-80 0</inkml:trace>
  <inkml:trace contextRef="#ctx0" brushRef="#br0" timeOffset="165891.68">9957 11265 62 0,'0'0'117'16,"0"0"-78"-16,0 0-7 15,0 0 8-15,0 0 2 16,0 0-3-16,0 0-25 16,12-5 9-16,-5 3 6 0,1-1-20 15,-1-2 7 1,0 3 13-16,1-1 2 0,-2 0-3 16,0 0-2-16,4 0 0 15,1-1 1-15,1 1-26 16,7-1 11-16,0-2-11 15,0 1 6-15,3-1 3 16,0 1-8-16,-1-1-1 16,0-1 11-16,1 0-12 15,-2 1 2-15,2-1 8 16,-3 1-10-16,1 1 2 16,-2-1-2-16,-3 2 1 15,3 1 5-15,-5 0-6 16,-1-1-1-16,3 1 1 15,-3-1 0-15,0 0 0 0,0-1 2 16,0 1-2-16,-2 0 8 16,2 0-7-16,-3 1-1 15,2 0 0-15,-1 2 1 16,0-2-1-16,2 2 0 16,2-2 0-16,-1 0 1 15,2 0-1-15,-3 0 1 16,0 0 11-16,1-1 8 15,-2 1 6-15,-2 0-3 16,3 1 6-16,-2-1 0 16,0 0-19-16,1 1 3 15,0 0-7-15,0 0-6 16,0 2 8-16,-1-1-8 0,2 1 1 16,0-2 8-1,-1 1-9-15,2-1 0 0,-4 2-1 16,0-1 0-16,0 1 1 15,-2 0-16-15,-1 0 10 16,-1 0 5-16,5 0-18 16,-2 0-13-16,-1 0 12 15,2 0 20-15,1 0 0 16,-2-1-8-16,3-1 8 16,-1 1 0-16,-4 0-13 15,-2 1 12-15,-1-2 0 16,-3 2-6-16,2 0 6 15,-2 0-25-15,0 0-27 16,0 0-50-16,0 0-6 0,1 0 34 16,2 0 8-16,-1 0 2 15,1 2 5-15,3-1-77 0</inkml:trace>
  <inkml:trace contextRef="#ctx0" brushRef="#br0" timeOffset="167287.37">10485 11156 20 0,'0'0'65'0,"0"0"-49"16,0 0-15-16,0 0-1 15,0 0-1-15,0 0 1 16,0 0 0-16,30 0 1 16,-20 0 1-16,-1 0 11 15,-1 0-12-15,2 0-1 16,-1 0 2-16,0 0-2 0,1 0 0 15,2 0-2-15,-1 1-13 16,4 1 8-16,0-1-2 16,1-1 8-16,1 2-22 15,2-2-10-15,5 1 3 16</inkml:trace>
  <inkml:trace contextRef="#ctx0" brushRef="#br0" timeOffset="197721.65">24769 11293 38 0,'0'0'33'0,"0"0"20"16,0 0-17-16,0 0-4 16,0 0-3-16,0 0-20 0,44-13-2 15,-44 13 13-15,-7 14 23 16,-6 0-43-1,-5 2-4-15</inkml:trace>
  <inkml:trace contextRef="#ctx0" brushRef="#br0" timeOffset="198008.53">24769 11293 709 0</inkml:trace>
  <inkml:trace contextRef="#ctx0" brushRef="#br0" timeOffset="198242.14">24769 11293 709 0,'-47'3'164'0,"47"-3"-113"0,2-2 53 0,-2 2 40 0,0 0-19 16,0 0-18-16,0 0-75 15,0 2-23-15,0 12 0 0,0 7 18 0,-10 6 8 16,-1 7 7-16,-4 5 5 15,-1 2-8-15,1 4-11 16,-1 0-3-16,2 1 4 16,1-3-20-16,1-3 2 15,1-5-11-15,1-4 1 16,2-6 7-16,1-5-8 16,1-5 0-16,2-4-7 15,2-6 5-15,1-2-28 16,1-3-45-16,0 0 18 15,0-3-11-15,0-11-270 16,0-23-299-16,0 5 411 0,-2-3 6 16</inkml:trace>
  <inkml:trace contextRef="#ctx0" brushRef="#br0" timeOffset="198492.01">24553 11215 773 0,'0'0'133'16,"0"0"-26"-16,0 0 43 16,0 0-47-16,0 0-57 15,0 0 24-15,0 0-24 16,0 0-21-16,98-29 4 16,-62 29 15-16,2 1-22 15,4 5 4-15,4-1-15 0,1 2-2 16,0 2-9-16,-3-1-26 15,9 5-105 1,-9-3-140-16,-10-2-536 0</inkml:trace>
  <inkml:trace contextRef="#ctx0" brushRef="#br0" timeOffset="199262.19">24927 11682 418 0,'0'0'75'0,"0"0"-37"0,0 0 19 15,0 0 20-15,0 0 5 16,88-29 19-16,-67 29 3 16,-5 0-14-16,-1 0-24 15,-4 9 14-15,-7 3-64 16,-4 2 21-16,0 3 7 16,-10 1-5-16,-7 1-1 15,-5-3 5-15,0 1-20 16,1-1-2-16,4-3-14 15,4-3 8-15,5-3-5 16,4-2-10-16,2-2-6 16,2-2 5-16,0-1-14 0,3 0-9 15,14 0 24-15,2-4 13 16,7-8-13-16,3-7-9 16,1-2 9-16,0-3 8 15,0-3-7-15,-2-1 0 16,-1 1 1-16,-3 3 12 15,-8 5 5-15,-4 3-18 16,-3 7 12-16,-6 7-2 16,-3 0-5-16,0 2-6 15,0 0 1-15,0 0 0 16,-6 9 15-16,-6 8 4 16,0 4 5-16,-2 4-1 15,0 2-9-15,2 1-3 16,3-1-12-16,5-2 0 15,4 0 0-15,0-4-9 0,4-1 2 16,15-1-26-16,8-3-53 16,27-3-62-16,-8-5-54 15,2-4-553-15</inkml:trace>
  <inkml:trace contextRef="#ctx0" brushRef="#br0" timeOffset="200219.22">25401 11115 869 0,'0'0'98'15,"0"0"-59"-15,0 0-27 16,0 0-11-16,0 0 26 16,0 0 15-16,0 0-13 15,-22 8-28-15,7 5 27 16,-4 3-1-16,-1 1-21 16,1 1 6-16,-2 2-12 0,0-1 0 15,2 3-1-15,-1 8-86 16,5-7-183-16,4-3-116 15</inkml:trace>
  <inkml:trace contextRef="#ctx0" brushRef="#br0" timeOffset="200958.92">26100 11441 456 0,'0'0'157'0,"0"0"-30"16,0 0 100-16,0 0-77 15,0 0-16-15,0 0-47 16,0 0-40-16,7-10-23 15,-16 10 0-15,-6 4 7 16,-9 6-8-16,-7 3-13 16,-3 1 8-16,-2 0-5 0,-2 1 6 15,4 0 4-15,-1-1-9 16,6-1-3-16,7-3 5 16,4-1-16-16,7 0 0 15,7-2-10-15,4 1 2 16,0 2 2-16,0 2-9 15,12-1 15-15,6 2 15 16,1-1-13-16,7 1 14 16,0-2-3-16,1 0-4 15,0 2 2-15,0-3-11 16,-5 2 0-16,1-4 0 16,-4 0 0-16,-4 1-7 15,0-4-39-15,-3 2-15 16,6-1-56-16,-6 0-121 0,0-2-290 15</inkml:trace>
  <inkml:trace contextRef="#ctx0" brushRef="#br0" timeOffset="201425.09">26629 11580 1013 0,'0'0'107'0,"0"0"-83"0,0 0-8 16,0 0 16 0,-91-12 52-16,70 12-26 0,2 0-22 15,2 8-11-15,1 5-13 16,3 4 2-16,1 3 2 15,0 4 9-15,4 0 2 16,2 1-3-16,3 1-10 16,3-4 11-16,0-1-18 15,6-1 3-15,11-4-1 16,7-3 6-16,4-5 23 16,6-5-38-16,4-3 28 15,3 0-9-15,-2-13-18 16,-3-5 14-16,-6-5-15 0,-9-4-6 15,-11-4 5 1,-7-4-8-16,-3-2 8 0,-12 1-8 16,-12 1 9-16,-5 6 6 15,-6 6-6-15,-17 9-18 16,9 7-156 0,5 6-437-16</inkml:trace>
  <inkml:trace contextRef="#ctx0" brushRef="#br0" timeOffset="205545.93">10401 11070 52 0,'0'0'507'15,"0"0"-441"-15,0 0-40 16,0 0 0-16,0 0 13 15,0 0 29-15,0 0 29 16,0 0-15-16,0 0-54 0,0 0-21 16,0 0-7-16,0 0 0 15,0 0-23-15,2 0-12 16,-2 1 2-16,0 1-39 16,1-2-9-16,-1 1 43 15,0-1 22-15,0 0 15 16,0 0 1-16,0 0 0 15,0 0 1-15,0 0 13 16,0 0-1-16,0 0-3 16,0 0-10-16,0 0 2 15,0 0-2-15,0 0-27 16,3 0-104-16,2 0-101 16,-1 0 0-16</inkml:trace>
  <inkml:trace contextRef="#ctx0" brushRef="#br0" timeOffset="206341.81">10442 11042 230 0,'0'0'148'0,"0"0"-22"16,0 0-7-16,0 0-38 16,0 0 26-16,0 0-30 15,0 0 12-15,-2-63-45 16,7 49-44-16,1-1 48 16,1-2-31-16,-1-1-17 15,0-2 21-15,3-1-21 0,0-3-8 16,-2 0 7-1,-1-2 1-15,2 0 11 0,-2-1-10 16,4-2 6-16,-1 0 3 16,-1 1-8-16,2-2 5 15,-1-1-7-15,0 0-2 16,1-2 2-16,1 1-23 16,-2-2-31-16,0 1-31 15,1 1 66-15,-4 3 12 16,0 0 1-16,-1 1 6 15,2 1 7-15,-1 2-7 16,0 1 18-16,-1 2 2 16,1 0-20-16,-2 2 8 15,0 3-8-15,1 1 0 16,-2 0 4-16,-2 1-4 16,2 0 0-16,0 1 1 0,-1 2 0 15,1-2-2-15,-2 0 1 16,1-2-1-16,1 2-9 15,3-1 8-15,-3 3 4 16,-2-1-4-16,-1 1-21 16,0 0 0-16,0 2 9 15,0 0 2-15,0 3 12 16,0 2-1-16,0 0 1 16,0 2 1-16,0 2 0 15,0 1-2-15,0 0-31 16,0 0-65-16,0 0-82 0,0 0-27 15,0 6 23-15</inkml:trace>
  <inkml:trace contextRef="#ctx0" brushRef="#br0" timeOffset="206888.29">10679 9886 411 0,'0'0'146'15,"0"0"-62"-15,0 0-11 16,0 0-24-16,0 0-23 0,0 0-8 16,0 0 18-16,-24 13 10 15,10-2 3-15,-2 3 2 16,-3 2 2-16,1 2-15 16,-4 2-3-16,-2-1-12 15,4 1 0-15,1-1-22 16,5-4 4-16,4-4-5 15,6-1-6-15,4-4-15 16,0-3-156-16,3-3-122 16,11 0 14-16,-2-7 35 0</inkml:trace>
  <inkml:trace contextRef="#ctx0" brushRef="#br0" timeOffset="207153.72">10689 9876 573 0,'0'0'141'0,"0"0"-54"16,0 0-39-16,0 0-12 15,0 0-25-15,0 0 18 16,0 0 7-16,8-5-17 16,-5 5 22-16,1 7-15 15,1 1 7-15,1 3-9 16,0 2 7-16,1 4-1 15,3 3 8-15,3 2-24 16,1 2-13-16,1 2 11 16,3-1-12-16,2 0 0 0,-1-2-17 15,14 0-105-15,-8-6-97 16,-4-6-269-16</inkml:trace>
  <inkml:trace contextRef="#ctx0" brushRef="#br0" timeOffset="-212006.33">27833 12176 973 0,'0'0'126'0,"0"0"-71"16,0 0-14-16,0 0 6 15,81-54-2-15,-57 43 12 0,0 0 2 16,-1 2-9 0,-3 3 15-16,-1 0-36 15,-7 2 0-15,-2 4-11 0,-7 0-18 16,-3 0-22-16,0 5 22 16,-3 11 22-16,-13 5 15 15,-3 6-29-15,-7 1-2 16,-2 1 3-16,0 0-9 15,-1-2-1-15,-10 8-41 16,8-5-150-16,3-6-567 0</inkml:trace>
  <inkml:trace contextRef="#ctx0" brushRef="#br0" timeOffset="-211234.49">28639 11547 390 0,'0'0'131'16,"0"0"36"-16,0 0 20 16,0 0-57-16,0 0 50 15,0 0-48-15,0 0-13 16,0-34-37-16,0 34-29 15,0 0-23-15,-2 0-30 16,1 3-32-16,-4 12 32 16,1 8 11-16,-5 5 22 0,0 6-24 15,-3 4-3-15,-1 0 9 16,1 0-14-16,-2-3-1 16,4 0 0-16,1-6 0 15,0-1 3-15,5-2-3 16,-1-5-16-16,5-4 8 15,0-5-35-15,0-5-24 16,0-1-96-16,3-6-105 16,5 0-70-16,0-1 47 0</inkml:trace>
  <inkml:trace contextRef="#ctx0" brushRef="#br0" timeOffset="-210908.63">28451 11457 916 0,'0'0'127'0,"0"0"-78"15,0 0-9-15,0 0-11 16,0 0 34-16,0 0 48 16,0 0-31-16,82-23-34 0,-43 22 10 15,3-1-45 1,7 2 5-16,0 0-15 16,5 0 0-16,-4 0-1 0,-5 0-12 15,-6 6-56-15,6 1-112 16,-12-1-104-1,-8-2-350-15</inkml:trace>
  <inkml:trace contextRef="#ctx0" brushRef="#br0" timeOffset="-210380.63">29249 11272 418 0,'0'0'111'0,"0"0"-26"16,0 0 8-16,0 0-34 15,0 0 65-15,0 0-36 16,0 0 21-16,14-30-41 16,-13 30-18-16,-1 0-3 15,0 0-10-15,0 0-18 16,0 1-19-16,-4 11 34 16,-7 6 3-16,-5 3-11 15,-2 4 0-15,-3 1-9 16,2 0-16-16,2-3-1 15,1 1 7-15,5-1-7 16,1 8-22-16,3-7-111 0,3-4-422 16</inkml:trace>
  <inkml:trace contextRef="#ctx0" brushRef="#br0" timeOffset="-209799.54">29175 11901 658 0,'0'0'131'0,"0"0"-59"16,0 0 2-16,0 0 10 15,0 0 18-15,0 0-28 16,0 0-16-16,1-1-10 16,-1 1-13-16,0 0 18 0,0 0 1 15,0 0-13 1,0 0 8-16,0 0-23 0,0 0-14 16,-4 3-2-16,-9 10-7 15,-1 3 4-15,-3 5 8 16,-1 2-14-16,3 1 9 15,1 1-10-15,0-1 1 16,2 0 0-16,5-1-1 16,2-4-2-16,4-3 0 15,1-3-16-15,0-3-2 16,3-3-17-16,7-3-82 16,5-1-32-16,16-3-139 15,-2 0-74-15,-3-6-125 0</inkml:trace>
  <inkml:trace contextRef="#ctx0" brushRef="#br0" timeOffset="-209534.62">28913 11925 960 0,'0'0'143'16,"0"0"-137"-16,0 0-5 15,0 0 72-15,0 0 29 16,0 0-26-16,99-7 15 0,-60 7-60 16,2 0-17-16,3 4-14 15,2 2 0-15,11 2-48 16,-8-1-145-16,-10-3-598 0</inkml:trace>
  <inkml:trace contextRef="#ctx0" brushRef="#br0" timeOffset="-208941.7">29669 11507 844 0,'0'0'142'0,"0"0"-93"16,0 0-30-16,0 0-3 16,0 0 0-16,0 0 5 15,0 0 27-15,36 14-9 16,-14 1-3-16,4 0-5 15,3 1-17-15,1-1 5 16,-1 1 3-16,0-2-16 16,-6 0-6-16,-6-3-1 15,-4-2 0-15,-5-2-27 16,-7-2 17-16,-1 1-11 16,0-1 22-16,-7 4 43 15,-9 2-4-15,-7 4 9 16,1 0 7-16,-8 2-14 0,0 0 11 15,-3 1-25 1,2 2-4-16,1-1-3 0,3 0-20 16,3-1-2-16,8-1 1 15,3-2-6-15,8-3-46 16,5-2-89-16,8-3-91 16,11-4-366-16,5-3 63 0</inkml:trace>
  <inkml:trace contextRef="#ctx0" brushRef="#br0" timeOffset="-208534.78">30214 11688 1270 0,'0'0'109'0,"0"0"-73"16,0 0-14-16,0 0 8 15,0 0 31-15,0 0 3 16,0 0-33-16,-34-10-25 15,16 23-6-15,3 4 14 16,1 3-13-16,0 2-1 16,3 2 0-16,1 2 1 15,3-1-2-15,4 0-3 16,3-1-5-16,0-2 8 16,4-4-5-16,9-3 5 15,4-4 1-15,4-5 6 16,4-3 15-16,2-3-5 15,2 0-15-15,-1-13 14 0,-3-2-13 16,-1-5 1-16,-7-2 5 16,-4-4 2-16,-6-2-10 15,-4-2 0-15,-3 0 1 16,0 0 5-16,-3 1-6 16,-9 4-14-16,-6 5-27 15,-2 7-23-15,-15 12-73 16,7 1-533-16,4 0-116 0</inkml:trace>
  <inkml:trace contextRef="#ctx0" brushRef="#br0" timeOffset="-197947.55">28964 12339 447 0,'0'0'104'0,"0"0"-17"15,0 0 76-15,0 0-1 16,0 0-41-16,0 0 27 16,-10-3-35-16,8 2-64 15,2 1-34-15,0 0 2 16,0 0-15-16,0 0-2 0,0 0-7 16,5 0 7-1,9 0 12-15,6 1 30 0,7 6-33 16,9-2 18-16,5 1-26 15,4 0-1-15,1-4-48 16,-2 2-22-16,14-2-95 16,-13-1-360-16,-4-1 131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802-5D59-441B-8029-2AD8000C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52D39-09BE-45DB-84C1-C5E92331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880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DDE7CDAB-0E91-4C84-AADB-424673CA7B4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967619" y="741214"/>
            <a:ext cx="10353524" cy="0"/>
          </a:xfrm>
          <a:prstGeom prst="line">
            <a:avLst/>
          </a:prstGeom>
          <a:noFill/>
          <a:ln w="28575" algn="ctr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207" y="48490"/>
            <a:ext cx="10361587" cy="658086"/>
          </a:xfrm>
        </p:spPr>
        <p:txBody>
          <a:bodyPr>
            <a:normAutofit/>
          </a:bodyPr>
          <a:lstStyle>
            <a:lvl1pPr algn="ctr"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95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44E9C-502E-4516-9ED7-E4DE5B1CF7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17901-D009-4099-8305-D4C2D4D406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275164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BC552-AA08-4D07-AC72-EA59A882D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771711-C574-4351-84B7-D5B3100054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01043-E5AD-4916-B9D8-44FB0583E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1BF85-8A11-45A4-ABE1-2AA11DA02C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83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C4056A-EDC7-4D2D-B9EC-3A0A2E924F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3868F-E890-478D-8ED5-7BF6A157A6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024962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4F945-652D-42B7-A788-832A9FA873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46849-3C38-4527-9D37-980C469444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2850411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djsfkgkg</a:t>
            </a:r>
          </a:p>
        </p:txBody>
      </p:sp>
    </p:spTree>
    <p:extLst>
      <p:ext uri="{BB962C8B-B14F-4D97-AF65-F5344CB8AC3E}">
        <p14:creationId xmlns:p14="http://schemas.microsoft.com/office/powerpoint/2010/main" val="3208242428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152400"/>
            <a:ext cx="109728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91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91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8AD5A08-1FDE-4374-ADF0-64EE458FB0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B1C31-CB7A-4047-99BD-49BC70A002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274624"/>
      </p:ext>
    </p:extLst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C9C2B-2920-40E1-820A-BFFEFE4D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76EEF-EADF-4C9F-806D-F1FE8F769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3A70B-75B3-459E-B459-F4B5309D61DB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49057-AC01-49CC-843D-CA99DDA26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6A3E-0B4D-449C-A62B-433F215FC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125B3-1779-4545-8540-59CE99091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4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customXml" Target="../ink/ink2.xml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7.wmf"/><Relationship Id="rId3" Type="http://schemas.openxmlformats.org/officeDocument/2006/relationships/image" Target="../media/image3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1.png"/><Relationship Id="rId2" Type="http://schemas.openxmlformats.org/officeDocument/2006/relationships/oleObject" Target="../embeddings/oleObject6.bin"/><Relationship Id="rId16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6.wmf"/><Relationship Id="rId5" Type="http://schemas.openxmlformats.org/officeDocument/2006/relationships/image" Target="../media/image4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9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1.wmf"/><Relationship Id="rId7" Type="http://schemas.openxmlformats.org/officeDocument/2006/relationships/image" Target="../media/image15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customXml" Target="../ink/ink9.xml"/><Relationship Id="rId3" Type="http://schemas.openxmlformats.org/officeDocument/2006/relationships/image" Target="../media/image17.wmf"/><Relationship Id="rId7" Type="http://schemas.openxmlformats.org/officeDocument/2006/relationships/image" Target="../media/image3.wmf"/><Relationship Id="rId12" Type="http://schemas.openxmlformats.org/officeDocument/2006/relationships/image" Target="../media/image1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2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.wmf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image" Target="../media/image29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customXml" Target="../ink/ink10.xml"/><Relationship Id="rId5" Type="http://schemas.openxmlformats.org/officeDocument/2006/relationships/image" Target="../media/image20.w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40.png"/><Relationship Id="rId3" Type="http://schemas.openxmlformats.org/officeDocument/2006/relationships/image" Target="../media/image25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customXml" Target="../ink/ink11.xml"/><Relationship Id="rId5" Type="http://schemas.openxmlformats.org/officeDocument/2006/relationships/image" Target="../media/image20.w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34.bin"/><Relationship Id="rId9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oleObject" Target="../embeddings/oleObject40.bin"/><Relationship Id="rId7" Type="http://schemas.openxmlformats.org/officeDocument/2006/relationships/customXml" Target="../ink/ink1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7" Type="http://schemas.openxmlformats.org/officeDocument/2006/relationships/customXml" Target="../ink/ink15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11" Type="http://schemas.openxmlformats.org/officeDocument/2006/relationships/image" Target="../media/image48.png"/><Relationship Id="rId5" Type="http://schemas.openxmlformats.org/officeDocument/2006/relationships/oleObject" Target="../embeddings/oleObject43.bin"/><Relationship Id="rId10" Type="http://schemas.openxmlformats.org/officeDocument/2006/relationships/customXml" Target="../ink/ink16.xml"/><Relationship Id="rId4" Type="http://schemas.openxmlformats.org/officeDocument/2006/relationships/image" Target="../media/image36.wmf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oleObject" Target="../embeddings/oleObject49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image" Target="../media/image43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39.wmf"/><Relationship Id="rId10" Type="http://schemas.openxmlformats.org/officeDocument/2006/relationships/image" Target="../media/image42.wmf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5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2.emf"/><Relationship Id="rId3" Type="http://schemas.openxmlformats.org/officeDocument/2006/relationships/image" Target="../media/image47.wmf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7.bin"/><Relationship Id="rId2" Type="http://schemas.openxmlformats.org/officeDocument/2006/relationships/oleObject" Target="../embeddings/oleObject52.bin"/><Relationship Id="rId16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oleObject" Target="../embeddings/oleObject54.bin"/><Relationship Id="rId5" Type="http://schemas.openxmlformats.org/officeDocument/2006/relationships/image" Target="../media/image48.wmf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43.wmf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6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6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6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74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7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8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86.wmf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06.bin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9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109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1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07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13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27.bin"/><Relationship Id="rId3" Type="http://schemas.openxmlformats.org/officeDocument/2006/relationships/image" Target="../media/image115.wmf"/><Relationship Id="rId21" Type="http://schemas.openxmlformats.org/officeDocument/2006/relationships/image" Target="../media/image124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2.wmf"/><Relationship Id="rId25" Type="http://schemas.openxmlformats.org/officeDocument/2006/relationships/image" Target="../media/image126.w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30.bin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5.w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23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image" Target="../media/image127.wmf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1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3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33.wmf"/><Relationship Id="rId3" Type="http://schemas.openxmlformats.org/officeDocument/2006/relationships/image" Target="../media/image120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40.bin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2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1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6.e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3.bin"/><Relationship Id="rId5" Type="http://schemas.openxmlformats.org/officeDocument/2006/relationships/image" Target="../media/image135.wmf"/><Relationship Id="rId4" Type="http://schemas.openxmlformats.org/officeDocument/2006/relationships/oleObject" Target="../embeddings/oleObject142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45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image" Target="../media/image144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oleObject" Target="../embeddings/oleObject151.bin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image" Target="../media/image145.wmf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9.bin"/><Relationship Id="rId14" Type="http://schemas.openxmlformats.org/officeDocument/2006/relationships/oleObject" Target="../embeddings/oleObject152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oleObject" Target="../embeddings/oleObject15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wmf"/><Relationship Id="rId4" Type="http://schemas.openxmlformats.org/officeDocument/2006/relationships/oleObject" Target="../embeddings/oleObject154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emf"/><Relationship Id="rId4" Type="http://schemas.openxmlformats.org/officeDocument/2006/relationships/oleObject" Target="../embeddings/oleObject156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3" Type="http://schemas.openxmlformats.org/officeDocument/2006/relationships/image" Target="../media/image151.wmf"/><Relationship Id="rId7" Type="http://schemas.openxmlformats.org/officeDocument/2006/relationships/image" Target="../media/image153.wmf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54.wmf"/><Relationship Id="rId5" Type="http://schemas.openxmlformats.org/officeDocument/2006/relationships/image" Target="../media/image152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5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5.bin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6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A9C6-2F90-4071-AB3F-41ADB3F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3563"/>
            <a:ext cx="9144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ĐẠO HÀM VÀ VI PHÂN HÀM NHIỀU BIẾN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7DE4A4-B97B-35A3-1F0B-CBF3A7A20061}"/>
                  </a:ext>
                </a:extLst>
              </p14:cNvPr>
              <p14:cNvContentPartPr/>
              <p14:nvPr/>
            </p14:nvContentPartPr>
            <p14:xfrm>
              <a:off x="1054080" y="255960"/>
              <a:ext cx="4926240" cy="200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7DE4A4-B97B-35A3-1F0B-CBF3A7A200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4720" y="246600"/>
                <a:ext cx="4944960" cy="20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13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D6091AB0-DB68-405F-95B1-9A70CE037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200"/>
              <a:t>ĐẠO HÀM RIÊNG CẤP 1 </a:t>
            </a: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93A38B56-EE32-4CE5-A540-F987DCBA5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81088"/>
            <a:ext cx="822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Đạo hàm riêng cấp 1 của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 theo biến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71E3428E-6113-4FD0-A267-5F9CF2426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932974"/>
            <a:ext cx="7467600" cy="9983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E34128DC-527F-4B9A-B125-B3A1F1F37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397250"/>
            <a:ext cx="8229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(Cố định </a:t>
            </a:r>
            <a:r>
              <a:rPr lang="en-US" altLang="en-US" sz="2200" b="0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biểu thức là hàm 1 biến theo </a:t>
            </a:r>
            <a:r>
              <a:rPr lang="en-US" altLang="en-US" sz="2200" b="0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tính đạo hàm của hàm này tại </a:t>
            </a:r>
            <a:r>
              <a:rPr lang="en-US" altLang="en-US" sz="2200" b="0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FABF01CF-4E85-4AA0-9B8E-028A10165E7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85974507"/>
              </p:ext>
            </p:extLst>
          </p:nvPr>
        </p:nvGraphicFramePr>
        <p:xfrm>
          <a:off x="2519075" y="2028392"/>
          <a:ext cx="624897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94500" imgH="914400" progId="Equation.DSMT4">
                  <p:embed/>
                </p:oleObj>
              </mc:Choice>
              <mc:Fallback>
                <p:oleObj name="Equation" r:id="rId2" imgW="6794500" imgH="914400" progId="Equation.DSMT4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FABF01CF-4E85-4AA0-9B8E-028A10165E7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075" y="2028392"/>
                        <a:ext cx="6248977" cy="8413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93D9FB0B-0DA8-4545-9426-FD7E0CA88D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012354"/>
              </p:ext>
            </p:extLst>
          </p:nvPr>
        </p:nvGraphicFramePr>
        <p:xfrm>
          <a:off x="8026400" y="64928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17" imgH="330057" progId="Equation.DSMT4">
                  <p:embed/>
                </p:oleObj>
              </mc:Choice>
              <mc:Fallback>
                <p:oleObj name="Equation" r:id="rId4" imgW="190417" imgH="330057" progId="Equation.DSMT4">
                  <p:embed/>
                  <p:pic>
                    <p:nvPicPr>
                      <p:cNvPr id="11" name="Object 17">
                        <a:extLst>
                          <a:ext uri="{FF2B5EF4-FFF2-40B4-BE49-F238E27FC236}">
                            <a16:creationId xmlns:a16="http://schemas.microsoft.com/office/drawing/2014/main" id="{93D9FB0B-0DA8-4545-9426-FD7E0CA88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64928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1EC53957-36D3-4022-A080-FB528BBA6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675745"/>
              </p:ext>
            </p:extLst>
          </p:nvPr>
        </p:nvGraphicFramePr>
        <p:xfrm>
          <a:off x="1928091" y="4998028"/>
          <a:ext cx="1985818" cy="39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4400" imgH="431800" progId="Equation.DSMT4">
                  <p:embed/>
                </p:oleObj>
              </mc:Choice>
              <mc:Fallback>
                <p:oleObj name="Equation" r:id="rId6" imgW="2184400" imgH="431800" progId="Equation.DSMT4">
                  <p:embed/>
                  <p:pic>
                    <p:nvPicPr>
                      <p:cNvPr id="12" name="Object 17">
                        <a:extLst>
                          <a:ext uri="{FF2B5EF4-FFF2-40B4-BE49-F238E27FC236}">
                            <a16:creationId xmlns:a16="http://schemas.microsoft.com/office/drawing/2014/main" id="{1EC53957-36D3-4022-A080-FB528BBA6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091" y="4998028"/>
                        <a:ext cx="1985818" cy="392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2">
            <a:extLst>
              <a:ext uri="{FF2B5EF4-FFF2-40B4-BE49-F238E27FC236}">
                <a16:creationId xmlns:a16="http://schemas.microsoft.com/office/drawing/2014/main" id="{D759C1D5-9C4B-4596-B658-B2C77EE44A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35596"/>
              </p:ext>
            </p:extLst>
          </p:nvPr>
        </p:nvGraphicFramePr>
        <p:xfrm>
          <a:off x="4327814" y="5025016"/>
          <a:ext cx="2736273" cy="39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900" imgH="431800" progId="Equation.DSMT4">
                  <p:embed/>
                </p:oleObj>
              </mc:Choice>
              <mc:Fallback>
                <p:oleObj name="Equation" r:id="rId8" imgW="3009900" imgH="431800" progId="Equation.DSMT4">
                  <p:embed/>
                  <p:pic>
                    <p:nvPicPr>
                      <p:cNvPr id="7177" name="Object 2">
                        <a:extLst>
                          <a:ext uri="{FF2B5EF4-FFF2-40B4-BE49-F238E27FC236}">
                            <a16:creationId xmlns:a16="http://schemas.microsoft.com/office/drawing/2014/main" id="{D759C1D5-9C4B-4596-B658-B2C77EE44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814" y="5025016"/>
                        <a:ext cx="2736273" cy="392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CD63C8B-8115-4264-BA12-DB28CB0FC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555375"/>
              </p:ext>
            </p:extLst>
          </p:nvPr>
        </p:nvGraphicFramePr>
        <p:xfrm>
          <a:off x="5918200" y="23622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17" imgH="330057" progId="Equation.DSMT4">
                  <p:embed/>
                </p:oleObj>
              </mc:Choice>
              <mc:Fallback>
                <p:oleObj name="Equation" r:id="rId10" imgW="190417" imgH="330057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9CD63C8B-8115-4264-BA12-DB28CB0FCA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3622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BA0F60-7899-4CA3-C746-A07514BB5492}"/>
                  </a:ext>
                </a:extLst>
              </p14:cNvPr>
              <p14:cNvContentPartPr/>
              <p14:nvPr/>
            </p14:nvContentPartPr>
            <p14:xfrm>
              <a:off x="2066040" y="114840"/>
              <a:ext cx="9486720" cy="532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BA0F60-7899-4CA3-C746-A07514BB54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56680" y="105480"/>
                <a:ext cx="9505440" cy="533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  <p:bldP spid="7178" grpId="0" animBg="1"/>
      <p:bldP spid="71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A410AE25-A1A3-48BD-952D-E7B4FF7D5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ĐẠO HÀM RIÊNG CẤP 1 </a:t>
            </a:r>
          </a:p>
        </p:txBody>
      </p:sp>
      <p:sp>
        <p:nvSpPr>
          <p:cNvPr id="8195" name="Text Box 8">
            <a:extLst>
              <a:ext uri="{FF2B5EF4-FFF2-40B4-BE49-F238E27FC236}">
                <a16:creationId xmlns:a16="http://schemas.microsoft.com/office/drawing/2014/main" id="{AB484146-24EE-4D9E-AEE3-BDE304F76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27" y="1054994"/>
            <a:ext cx="647238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196" name="Rectangle 10">
            <a:extLst>
              <a:ext uri="{FF2B5EF4-FFF2-40B4-BE49-F238E27FC236}">
                <a16:creationId xmlns:a16="http://schemas.microsoft.com/office/drawing/2014/main" id="{6D3203EC-E019-48E2-AF6C-F6FC2831C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726" y="1820863"/>
            <a:ext cx="6077107" cy="10096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97" name="Object 17">
            <a:extLst>
              <a:ext uri="{FF2B5EF4-FFF2-40B4-BE49-F238E27FC236}">
                <a16:creationId xmlns:a16="http://schemas.microsoft.com/office/drawing/2014/main" id="{45278F5A-EABE-4A63-9E0E-FF7C90A96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289971"/>
              </p:ext>
            </p:extLst>
          </p:nvPr>
        </p:nvGraphicFramePr>
        <p:xfrm>
          <a:off x="9017211" y="1954735"/>
          <a:ext cx="1805289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400" imgH="431800" progId="Equation.DSMT4">
                  <p:embed/>
                </p:oleObj>
              </mc:Choice>
              <mc:Fallback>
                <p:oleObj name="Equation" r:id="rId2" imgW="2184400" imgH="431800" progId="Equation.DSMT4">
                  <p:embed/>
                  <p:pic>
                    <p:nvPicPr>
                      <p:cNvPr id="8197" name="Object 17">
                        <a:extLst>
                          <a:ext uri="{FF2B5EF4-FFF2-40B4-BE49-F238E27FC236}">
                            <a16:creationId xmlns:a16="http://schemas.microsoft.com/office/drawing/2014/main" id="{45278F5A-EABE-4A63-9E0E-FF7C90A96B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211" y="1954735"/>
                        <a:ext cx="1805289" cy="356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2">
            <a:extLst>
              <a:ext uri="{FF2B5EF4-FFF2-40B4-BE49-F238E27FC236}">
                <a16:creationId xmlns:a16="http://schemas.microsoft.com/office/drawing/2014/main" id="{4B9613A6-0277-4940-B003-6FE197F4F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518183"/>
              </p:ext>
            </p:extLst>
          </p:nvPr>
        </p:nvGraphicFramePr>
        <p:xfrm>
          <a:off x="8748201" y="2542038"/>
          <a:ext cx="2487521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900" imgH="431800" progId="Equation.DSMT4">
                  <p:embed/>
                </p:oleObj>
              </mc:Choice>
              <mc:Fallback>
                <p:oleObj name="Equation" r:id="rId4" imgW="3009900" imgH="431800" progId="Equation.DSMT4">
                  <p:embed/>
                  <p:pic>
                    <p:nvPicPr>
                      <p:cNvPr id="8198" name="Object 2">
                        <a:extLst>
                          <a:ext uri="{FF2B5EF4-FFF2-40B4-BE49-F238E27FC236}">
                            <a16:creationId xmlns:a16="http://schemas.microsoft.com/office/drawing/2014/main" id="{4B9613A6-0277-4940-B003-6FE197F4F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8201" y="2542038"/>
                        <a:ext cx="2487521" cy="356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3">
            <a:extLst>
              <a:ext uri="{FF2B5EF4-FFF2-40B4-BE49-F238E27FC236}">
                <a16:creationId xmlns:a16="http://schemas.microsoft.com/office/drawing/2014/main" id="{4C008245-6158-458F-86F2-441DD68C1E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400412"/>
              </p:ext>
            </p:extLst>
          </p:nvPr>
        </p:nvGraphicFramePr>
        <p:xfrm>
          <a:off x="5918200" y="23622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17" imgH="330057" progId="Equation.DSMT4">
                  <p:embed/>
                </p:oleObj>
              </mc:Choice>
              <mc:Fallback>
                <p:oleObj name="Equation" r:id="rId6" imgW="190417" imgH="330057" progId="Equation.DSMT4">
                  <p:embed/>
                  <p:pic>
                    <p:nvPicPr>
                      <p:cNvPr id="8199" name="Object 3">
                        <a:extLst>
                          <a:ext uri="{FF2B5EF4-FFF2-40B4-BE49-F238E27FC236}">
                            <a16:creationId xmlns:a16="http://schemas.microsoft.com/office/drawing/2014/main" id="{4C008245-6158-458F-86F2-441DD68C1E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3622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1">
            <a:extLst>
              <a:ext uri="{FF2B5EF4-FFF2-40B4-BE49-F238E27FC236}">
                <a16:creationId xmlns:a16="http://schemas.microsoft.com/office/drawing/2014/main" id="{62AD85B6-442B-4B41-B3D1-1B963778703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08317614"/>
              </p:ext>
            </p:extLst>
          </p:nvPr>
        </p:nvGraphicFramePr>
        <p:xfrm>
          <a:off x="2082684" y="1985314"/>
          <a:ext cx="5680888" cy="764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94280" imgH="914400" progId="Equation.DSMT4">
                  <p:embed/>
                </p:oleObj>
              </mc:Choice>
              <mc:Fallback>
                <p:oleObj name="Equation" r:id="rId8" imgW="6794280" imgH="914400" progId="Equation.DSMT4">
                  <p:embed/>
                  <p:pic>
                    <p:nvPicPr>
                      <p:cNvPr id="8200" name="Object 11">
                        <a:extLst>
                          <a:ext uri="{FF2B5EF4-FFF2-40B4-BE49-F238E27FC236}">
                            <a16:creationId xmlns:a16="http://schemas.microsoft.com/office/drawing/2014/main" id="{62AD85B6-442B-4B41-B3D1-1B963778703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684" y="1985314"/>
                        <a:ext cx="5680888" cy="764886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A1457727-CA04-418A-80C7-B6E554248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56" y="3008916"/>
            <a:ext cx="57519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4AE95C-CC63-421E-993B-2EDAE0C5ABB0}"/>
              </a:ext>
            </a:extLst>
          </p:cNvPr>
          <p:cNvGrpSpPr>
            <a:grpSpLocks/>
          </p:cNvGrpSpPr>
          <p:nvPr/>
        </p:nvGrpSpPr>
        <p:grpSpPr bwMode="auto">
          <a:xfrm>
            <a:off x="1927726" y="3737364"/>
            <a:ext cx="6095475" cy="930276"/>
            <a:chOff x="1097225" y="1785095"/>
            <a:chExt cx="6095475" cy="1125634"/>
          </a:xfrm>
        </p:grpSpPr>
        <p:sp>
          <p:nvSpPr>
            <p:cNvPr id="8204" name="Rectangle 13">
              <a:extLst>
                <a:ext uri="{FF2B5EF4-FFF2-40B4-BE49-F238E27FC236}">
                  <a16:creationId xmlns:a16="http://schemas.microsoft.com/office/drawing/2014/main" id="{3E3DE674-0615-40E4-95A9-A219023D4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225" y="1785095"/>
              <a:ext cx="6095475" cy="112563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205" name="Object 14">
              <a:extLst>
                <a:ext uri="{FF2B5EF4-FFF2-40B4-BE49-F238E27FC236}">
                  <a16:creationId xmlns:a16="http://schemas.microsoft.com/office/drawing/2014/main" id="{1434E357-F0BA-45F2-A3FC-CC733038D7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4881946"/>
                </p:ext>
              </p:extLst>
            </p:nvPr>
          </p:nvGraphicFramePr>
          <p:xfrm>
            <a:off x="1298289" y="1898650"/>
            <a:ext cx="5838827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832600" imgH="914400" progId="Equation.DSMT4">
                    <p:embed/>
                  </p:oleObj>
                </mc:Choice>
                <mc:Fallback>
                  <p:oleObj name="Equation" r:id="rId10" imgW="6832600" imgH="914400" progId="Equation.DSMT4">
                    <p:embed/>
                    <p:pic>
                      <p:nvPicPr>
                        <p:cNvPr id="8205" name="Object 14">
                          <a:extLst>
                            <a:ext uri="{FF2B5EF4-FFF2-40B4-BE49-F238E27FC236}">
                              <a16:creationId xmlns:a16="http://schemas.microsoft.com/office/drawing/2014/main" id="{1434E357-F0BA-45F2-A3FC-CC733038D7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289" y="1898650"/>
                          <a:ext cx="5838827" cy="91440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62265040-7604-4BC2-BAEE-0A8C60FDE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94160"/>
              </p:ext>
            </p:extLst>
          </p:nvPr>
        </p:nvGraphicFramePr>
        <p:xfrm>
          <a:off x="9017211" y="3734907"/>
          <a:ext cx="17954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71520" imgH="431640" progId="Equation.DSMT4">
                  <p:embed/>
                </p:oleObj>
              </mc:Choice>
              <mc:Fallback>
                <p:oleObj name="Equation" r:id="rId12" imgW="2171520" imgH="431640" progId="Equation.DSMT4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62265040-7604-4BC2-BAEE-0A8C60FDE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211" y="3734907"/>
                        <a:ext cx="179546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A96E3A6-E28D-4237-A528-18E245313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927637"/>
              </p:ext>
            </p:extLst>
          </p:nvPr>
        </p:nvGraphicFramePr>
        <p:xfrm>
          <a:off x="8635132" y="4360936"/>
          <a:ext cx="2487521" cy="388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09600" imgH="469800" progId="Equation.DSMT4">
                  <p:embed/>
                </p:oleObj>
              </mc:Choice>
              <mc:Fallback>
                <p:oleObj name="Equation" r:id="rId14" imgW="3009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635132" y="4360936"/>
                        <a:ext cx="2487521" cy="388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C357A8-5D1C-ADCE-AEC1-F06E23B9F7C4}"/>
                  </a:ext>
                </a:extLst>
              </p14:cNvPr>
              <p14:cNvContentPartPr/>
              <p14:nvPr/>
            </p14:nvContentPartPr>
            <p14:xfrm>
              <a:off x="10228320" y="4090320"/>
              <a:ext cx="162720" cy="6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C357A8-5D1C-ADCE-AEC1-F06E23B9F7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18960" y="4080960"/>
                <a:ext cx="181440" cy="7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D9D116E4-E1CB-49CB-AE4D-66B22E39D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Ví dụ về cách tính.</a:t>
            </a:r>
          </a:p>
        </p:txBody>
      </p:sp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9CF8B4A0-F814-4525-A75A-65F6731A33E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24429992"/>
              </p:ext>
            </p:extLst>
          </p:nvPr>
        </p:nvGraphicFramePr>
        <p:xfrm>
          <a:off x="1624013" y="1738745"/>
          <a:ext cx="17367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482400" progId="Equation.DSMT4">
                  <p:embed/>
                </p:oleObj>
              </mc:Choice>
              <mc:Fallback>
                <p:oleObj name="Equation" r:id="rId2" imgW="2171520" imgH="482400" progId="Equation.DSMT4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9CF8B4A0-F814-4525-A75A-65F6731A33E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738745"/>
                        <a:ext cx="17367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FF2CA8F-6ED2-4109-BD3B-895E012FA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146683"/>
              </p:ext>
            </p:extLst>
          </p:nvPr>
        </p:nvGraphicFramePr>
        <p:xfrm>
          <a:off x="854652" y="1090035"/>
          <a:ext cx="351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444240" progId="Equation.DSMT4">
                  <p:embed/>
                </p:oleObj>
              </mc:Choice>
              <mc:Fallback>
                <p:oleObj name="Equation" r:id="rId4" imgW="3517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4652" y="1090035"/>
                        <a:ext cx="3517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13D99B-E30C-4FD0-909C-9B9918B168FB}"/>
              </a:ext>
            </a:extLst>
          </p:cNvPr>
          <p:cNvSpPr txBox="1"/>
          <p:nvPr/>
        </p:nvSpPr>
        <p:spPr>
          <a:xfrm>
            <a:off x="775855" y="1554450"/>
            <a:ext cx="841897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F9063C-1D0D-08A6-850E-A92E469AE54B}"/>
                  </a:ext>
                </a:extLst>
              </p14:cNvPr>
              <p14:cNvContentPartPr/>
              <p14:nvPr/>
            </p14:nvContentPartPr>
            <p14:xfrm>
              <a:off x="915480" y="132120"/>
              <a:ext cx="9610920" cy="665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F9063C-1D0D-08A6-850E-A92E469AE5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6120" y="122760"/>
                <a:ext cx="9629640" cy="667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D9D116E4-E1CB-49CB-AE4D-66B22E39D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Ví dụ về cách tính.</a:t>
            </a:r>
          </a:p>
        </p:txBody>
      </p:sp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9CF8B4A0-F814-4525-A75A-65F6731A33E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624013" y="1738745"/>
          <a:ext cx="17367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482400" progId="Equation.DSMT4">
                  <p:embed/>
                </p:oleObj>
              </mc:Choice>
              <mc:Fallback>
                <p:oleObj name="Equation" r:id="rId2" imgW="2171520" imgH="482400" progId="Equation.DSMT4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9CF8B4A0-F814-4525-A75A-65F6731A33E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738745"/>
                        <a:ext cx="17367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FF2CA8F-6ED2-4109-BD3B-895E012FA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652" y="1090035"/>
          <a:ext cx="351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444240" progId="Equation.DSMT4">
                  <p:embed/>
                </p:oleObj>
              </mc:Choice>
              <mc:Fallback>
                <p:oleObj name="Equation" r:id="rId4" imgW="3517560" imgH="4442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FF2CA8F-6ED2-4109-BD3B-895E012FA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4652" y="1090035"/>
                        <a:ext cx="3517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13D99B-E30C-4FD0-909C-9B9918B168FB}"/>
              </a:ext>
            </a:extLst>
          </p:cNvPr>
          <p:cNvSpPr txBox="1"/>
          <p:nvPr/>
        </p:nvSpPr>
        <p:spPr>
          <a:xfrm>
            <a:off x="775855" y="1554450"/>
            <a:ext cx="841897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193995-B10B-F846-083F-A2BB46B4C8EA}"/>
                  </a:ext>
                </a:extLst>
              </p14:cNvPr>
              <p14:cNvContentPartPr/>
              <p14:nvPr/>
            </p14:nvContentPartPr>
            <p14:xfrm>
              <a:off x="1063800" y="808200"/>
              <a:ext cx="10183320" cy="527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193995-B10B-F846-083F-A2BB46B4C8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440" y="798840"/>
                <a:ext cx="10202040" cy="52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7F6AAD-4498-B29D-4A8C-90B651D7B336}"/>
                  </a:ext>
                </a:extLst>
              </p14:cNvPr>
              <p14:cNvContentPartPr/>
              <p14:nvPr/>
            </p14:nvContentPartPr>
            <p14:xfrm>
              <a:off x="6730200" y="1881000"/>
              <a:ext cx="4031640" cy="4242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7F6AAD-4498-B29D-4A8C-90B651D7B3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0840" y="1871640"/>
                <a:ext cx="4050360" cy="426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4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D9D116E4-E1CB-49CB-AE4D-66B22E39D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Ví dụ về cách tính.</a:t>
            </a:r>
          </a:p>
        </p:txBody>
      </p:sp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9CF8B4A0-F814-4525-A75A-65F6731A33E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93666714"/>
              </p:ext>
            </p:extLst>
          </p:nvPr>
        </p:nvGraphicFramePr>
        <p:xfrm>
          <a:off x="1873772" y="2357024"/>
          <a:ext cx="3076715" cy="433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7560" imgH="495000" progId="Equation.DSMT4">
                  <p:embed/>
                </p:oleObj>
              </mc:Choice>
              <mc:Fallback>
                <p:oleObj name="Equation" r:id="rId2" imgW="3517560" imgH="495000" progId="Equation.DSMT4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9CF8B4A0-F814-4525-A75A-65F6731A33E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772" y="2357024"/>
                        <a:ext cx="3076715" cy="433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FF2CA8F-6ED2-4109-BD3B-895E012FA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067379"/>
              </p:ext>
            </p:extLst>
          </p:nvPr>
        </p:nvGraphicFramePr>
        <p:xfrm>
          <a:off x="1031875" y="905525"/>
          <a:ext cx="3162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1295280" progId="Equation.DSMT4">
                  <p:embed/>
                </p:oleObj>
              </mc:Choice>
              <mc:Fallback>
                <p:oleObj name="Equation" r:id="rId4" imgW="3162240" imgH="12952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FF2CA8F-6ED2-4109-BD3B-895E012FA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1875" y="905525"/>
                        <a:ext cx="31623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13D99B-E30C-4FD0-909C-9B9918B168FB}"/>
              </a:ext>
            </a:extLst>
          </p:cNvPr>
          <p:cNvSpPr txBox="1"/>
          <p:nvPr/>
        </p:nvSpPr>
        <p:spPr>
          <a:xfrm>
            <a:off x="1031875" y="2200925"/>
            <a:ext cx="841897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C5A531-DD95-E189-5CF6-2670BD2FDE69}"/>
                  </a:ext>
                </a:extLst>
              </p14:cNvPr>
              <p14:cNvContentPartPr/>
              <p14:nvPr/>
            </p14:nvContentPartPr>
            <p14:xfrm>
              <a:off x="4155480" y="2300760"/>
              <a:ext cx="2382120" cy="566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C5A531-DD95-E189-5CF6-2670BD2FDE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6120" y="2291400"/>
                <a:ext cx="240084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1D2830-7ECB-44F1-1B97-E8AB62DA60DE}"/>
                  </a:ext>
                </a:extLst>
              </p14:cNvPr>
              <p14:cNvContentPartPr/>
              <p14:nvPr/>
            </p14:nvContentPartPr>
            <p14:xfrm>
              <a:off x="370080" y="889560"/>
              <a:ext cx="10274400" cy="511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1D2830-7ECB-44F1-1B97-E8AB62DA60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720" y="880200"/>
                <a:ext cx="10293120" cy="513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63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9B78F7EB-9889-48B8-BD96-BED5D8C11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0" y="2570163"/>
          <a:ext cx="1155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482600" progId="Equation.DSMT4">
                  <p:embed/>
                </p:oleObj>
              </mc:Choice>
              <mc:Fallback>
                <p:oleObj name="Equation" r:id="rId2" imgW="1155700" imgH="482600" progId="Equation.DSMT4">
                  <p:embed/>
                  <p:pic>
                    <p:nvPicPr>
                      <p:cNvPr id="12290" name="Object 4">
                        <a:extLst>
                          <a:ext uri="{FF2B5EF4-FFF2-40B4-BE49-F238E27FC236}">
                            <a16:creationId xmlns:a16="http://schemas.microsoft.com/office/drawing/2014/main" id="{9B78F7EB-9889-48B8-BD96-BED5D8C117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570163"/>
                        <a:ext cx="1155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5">
            <a:extLst>
              <a:ext uri="{FF2B5EF4-FFF2-40B4-BE49-F238E27FC236}">
                <a16:creationId xmlns:a16="http://schemas.microsoft.com/office/drawing/2014/main" id="{D4022F06-6092-4A1D-A951-497E37AAC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550" y="2508251"/>
            <a:ext cx="708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là hằng, tính đạo hàm 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) theo 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aphicFrame>
        <p:nvGraphicFramePr>
          <p:cNvPr id="12292" name="Object 6">
            <a:extLst>
              <a:ext uri="{FF2B5EF4-FFF2-40B4-BE49-F238E27FC236}">
                <a16:creationId xmlns:a16="http://schemas.microsoft.com/office/drawing/2014/main" id="{AD906177-60EB-4E1F-8BE8-B52889E912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9963" y="3770313"/>
          <a:ext cx="4051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51300" imgH="558800" progId="Equation.DSMT4">
                  <p:embed/>
                </p:oleObj>
              </mc:Choice>
              <mc:Fallback>
                <p:oleObj name="Equation" r:id="rId4" imgW="4051300" imgH="558800" progId="Equation.DSMT4">
                  <p:embed/>
                  <p:pic>
                    <p:nvPicPr>
                      <p:cNvPr id="12292" name="Object 6">
                        <a:extLst>
                          <a:ext uri="{FF2B5EF4-FFF2-40B4-BE49-F238E27FC236}">
                            <a16:creationId xmlns:a16="http://schemas.microsoft.com/office/drawing/2014/main" id="{AD906177-60EB-4E1F-8BE8-B52889E912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770313"/>
                        <a:ext cx="40513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7">
            <a:extLst>
              <a:ext uri="{FF2B5EF4-FFF2-40B4-BE49-F238E27FC236}">
                <a16:creationId xmlns:a16="http://schemas.microsoft.com/office/drawing/2014/main" id="{6DFFF013-CD69-4010-8101-9150F0494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11175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Áp dụng tính:</a:t>
            </a:r>
          </a:p>
        </p:txBody>
      </p:sp>
      <p:graphicFrame>
        <p:nvGraphicFramePr>
          <p:cNvPr id="12294" name="Object 8">
            <a:extLst>
              <a:ext uri="{FF2B5EF4-FFF2-40B4-BE49-F238E27FC236}">
                <a16:creationId xmlns:a16="http://schemas.microsoft.com/office/drawing/2014/main" id="{AA776BA6-FFDD-4906-A75C-752CBE889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9263" y="5135563"/>
          <a:ext cx="1346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5616" imgH="495085" progId="Equation.DSMT4">
                  <p:embed/>
                </p:oleObj>
              </mc:Choice>
              <mc:Fallback>
                <p:oleObj name="Equation" r:id="rId6" imgW="1345616" imgH="495085" progId="Equation.DSMT4">
                  <p:embed/>
                  <p:pic>
                    <p:nvPicPr>
                      <p:cNvPr id="12294" name="Object 8">
                        <a:extLst>
                          <a:ext uri="{FF2B5EF4-FFF2-40B4-BE49-F238E27FC236}">
                            <a16:creationId xmlns:a16="http://schemas.microsoft.com/office/drawing/2014/main" id="{AA776BA6-FFDD-4906-A75C-752CBE8895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9263" y="5135563"/>
                        <a:ext cx="1346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9">
            <a:extLst>
              <a:ext uri="{FF2B5EF4-FFF2-40B4-BE49-F238E27FC236}">
                <a16:creationId xmlns:a16="http://schemas.microsoft.com/office/drawing/2014/main" id="{B8EFBB34-63AB-4FF6-B865-CB231DB858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3100" y="5043488"/>
          <a:ext cx="3238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38500" imgH="596900" progId="Equation.DSMT4">
                  <p:embed/>
                </p:oleObj>
              </mc:Choice>
              <mc:Fallback>
                <p:oleObj name="Equation" r:id="rId8" imgW="3238500" imgH="596900" progId="Equation.DSMT4">
                  <p:embed/>
                  <p:pic>
                    <p:nvPicPr>
                      <p:cNvPr id="12295" name="Object 9">
                        <a:extLst>
                          <a:ext uri="{FF2B5EF4-FFF2-40B4-BE49-F238E27FC236}">
                            <a16:creationId xmlns:a16="http://schemas.microsoft.com/office/drawing/2014/main" id="{B8EFBB34-63AB-4FF6-B865-CB231DB858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5043488"/>
                        <a:ext cx="3238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17">
            <a:extLst>
              <a:ext uri="{FF2B5EF4-FFF2-40B4-BE49-F238E27FC236}">
                <a16:creationId xmlns:a16="http://schemas.microsoft.com/office/drawing/2014/main" id="{64B95BA7-0471-4A98-92CB-27B383F04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47776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) = 3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en-US" b="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b="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7" name="Title 1">
            <a:extLst>
              <a:ext uri="{FF2B5EF4-FFF2-40B4-BE49-F238E27FC236}">
                <a16:creationId xmlns:a16="http://schemas.microsoft.com/office/drawing/2014/main" id="{A773C0E7-3D1D-41D0-A20F-F830D30E2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 về cách tính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B520468E-4605-46DD-92A9-33976709A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Ý nghĩa đạo hàm riêng cấp 1</a:t>
            </a:r>
          </a:p>
        </p:txBody>
      </p:sp>
      <p:sp>
        <p:nvSpPr>
          <p:cNvPr id="13315" name="Text Box 8">
            <a:extLst>
              <a:ext uri="{FF2B5EF4-FFF2-40B4-BE49-F238E27FC236}">
                <a16:creationId xmlns:a16="http://schemas.microsoft.com/office/drawing/2014/main" id="{C0A2D344-EFFA-4C63-A1CD-14ADB248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81088"/>
            <a:ext cx="822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Đạo hàm riêng cấp 1 của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 theo biến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316" name="Rectangle 10">
            <a:extLst>
              <a:ext uri="{FF2B5EF4-FFF2-40B4-BE49-F238E27FC236}">
                <a16:creationId xmlns:a16="http://schemas.microsoft.com/office/drawing/2014/main" id="{32F44800-0204-4D4D-82C4-873A97B5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90" y="1883236"/>
            <a:ext cx="6489070" cy="108775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Text Box 15">
            <a:extLst>
              <a:ext uri="{FF2B5EF4-FFF2-40B4-BE49-F238E27FC236}">
                <a16:creationId xmlns:a16="http://schemas.microsoft.com/office/drawing/2014/main" id="{70758C47-9000-4485-9838-648F5E563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756" y="3203575"/>
            <a:ext cx="63627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3318" name="Object 11">
            <a:extLst>
              <a:ext uri="{FF2B5EF4-FFF2-40B4-BE49-F238E27FC236}">
                <a16:creationId xmlns:a16="http://schemas.microsoft.com/office/drawing/2014/main" id="{537C61AC-5A42-4B3B-B1EB-F9452B9E7E1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31705739"/>
              </p:ext>
            </p:extLst>
          </p:nvPr>
        </p:nvGraphicFramePr>
        <p:xfrm>
          <a:off x="1866756" y="2018333"/>
          <a:ext cx="624897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94500" imgH="914400" progId="Equation.DSMT4">
                  <p:embed/>
                </p:oleObj>
              </mc:Choice>
              <mc:Fallback>
                <p:oleObj name="Equation" r:id="rId2" imgW="6794500" imgH="914400" progId="Equation.DSMT4">
                  <p:embed/>
                  <p:pic>
                    <p:nvPicPr>
                      <p:cNvPr id="13318" name="Object 11">
                        <a:extLst>
                          <a:ext uri="{FF2B5EF4-FFF2-40B4-BE49-F238E27FC236}">
                            <a16:creationId xmlns:a16="http://schemas.microsoft.com/office/drawing/2014/main" id="{537C61AC-5A42-4B3B-B1EB-F9452B9E7E1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756" y="2018333"/>
                        <a:ext cx="6248977" cy="8413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7">
            <a:extLst>
              <a:ext uri="{FF2B5EF4-FFF2-40B4-BE49-F238E27FC236}">
                <a16:creationId xmlns:a16="http://schemas.microsoft.com/office/drawing/2014/main" id="{D020A182-9B9C-4A65-903C-650E4C069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217718"/>
              </p:ext>
            </p:extLst>
          </p:nvPr>
        </p:nvGraphicFramePr>
        <p:xfrm>
          <a:off x="8026400" y="64928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17" imgH="330057" progId="Equation.DSMT4">
                  <p:embed/>
                </p:oleObj>
              </mc:Choice>
              <mc:Fallback>
                <p:oleObj name="Equation" r:id="rId4" imgW="190417" imgH="330057" progId="Equation.DSMT4">
                  <p:embed/>
                  <p:pic>
                    <p:nvPicPr>
                      <p:cNvPr id="13319" name="Object 17">
                        <a:extLst>
                          <a:ext uri="{FF2B5EF4-FFF2-40B4-BE49-F238E27FC236}">
                            <a16:creationId xmlns:a16="http://schemas.microsoft.com/office/drawing/2014/main" id="{D020A182-9B9C-4A65-903C-650E4C069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64928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7">
            <a:extLst>
              <a:ext uri="{FF2B5EF4-FFF2-40B4-BE49-F238E27FC236}">
                <a16:creationId xmlns:a16="http://schemas.microsoft.com/office/drawing/2014/main" id="{26A4D2B8-5BD2-481E-99B6-5DA0E7954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52451"/>
              </p:ext>
            </p:extLst>
          </p:nvPr>
        </p:nvGraphicFramePr>
        <p:xfrm>
          <a:off x="1960418" y="4360719"/>
          <a:ext cx="1985818" cy="39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4400" imgH="431800" progId="Equation.DSMT4">
                  <p:embed/>
                </p:oleObj>
              </mc:Choice>
              <mc:Fallback>
                <p:oleObj name="Equation" r:id="rId6" imgW="2184400" imgH="431800" progId="Equation.DSMT4">
                  <p:embed/>
                  <p:pic>
                    <p:nvPicPr>
                      <p:cNvPr id="13320" name="Object 17">
                        <a:extLst>
                          <a:ext uri="{FF2B5EF4-FFF2-40B4-BE49-F238E27FC236}">
                            <a16:creationId xmlns:a16="http://schemas.microsoft.com/office/drawing/2014/main" id="{26A4D2B8-5BD2-481E-99B6-5DA0E7954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418" y="4360719"/>
                        <a:ext cx="1985818" cy="392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2">
            <a:extLst>
              <a:ext uri="{FF2B5EF4-FFF2-40B4-BE49-F238E27FC236}">
                <a16:creationId xmlns:a16="http://schemas.microsoft.com/office/drawing/2014/main" id="{A476B567-6219-4407-B9EC-FE7BEEF81A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34123"/>
              </p:ext>
            </p:extLst>
          </p:nvPr>
        </p:nvGraphicFramePr>
        <p:xfrm>
          <a:off x="4114225" y="4372667"/>
          <a:ext cx="2736273" cy="39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900" imgH="431800" progId="Equation.DSMT4">
                  <p:embed/>
                </p:oleObj>
              </mc:Choice>
              <mc:Fallback>
                <p:oleObj name="Equation" r:id="rId8" imgW="3009900" imgH="431800" progId="Equation.DSMT4">
                  <p:embed/>
                  <p:pic>
                    <p:nvPicPr>
                      <p:cNvPr id="13321" name="Object 2">
                        <a:extLst>
                          <a:ext uri="{FF2B5EF4-FFF2-40B4-BE49-F238E27FC236}">
                            <a16:creationId xmlns:a16="http://schemas.microsoft.com/office/drawing/2014/main" id="{A476B567-6219-4407-B9EC-FE7BEEF81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225" y="4372667"/>
                        <a:ext cx="2736273" cy="392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3">
            <a:extLst>
              <a:ext uri="{FF2B5EF4-FFF2-40B4-BE49-F238E27FC236}">
                <a16:creationId xmlns:a16="http://schemas.microsoft.com/office/drawing/2014/main" id="{DEEDA7A0-1C62-41E4-BEF2-8494E253A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575474"/>
              </p:ext>
            </p:extLst>
          </p:nvPr>
        </p:nvGraphicFramePr>
        <p:xfrm>
          <a:off x="5918200" y="23622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17" imgH="330057" progId="Equation.DSMT4">
                  <p:embed/>
                </p:oleObj>
              </mc:Choice>
              <mc:Fallback>
                <p:oleObj name="Equation" r:id="rId10" imgW="190417" imgH="330057" progId="Equation.DSMT4">
                  <p:embed/>
                  <p:pic>
                    <p:nvPicPr>
                      <p:cNvPr id="13322" name="Object 3">
                        <a:extLst>
                          <a:ext uri="{FF2B5EF4-FFF2-40B4-BE49-F238E27FC236}">
                            <a16:creationId xmlns:a16="http://schemas.microsoft.com/office/drawing/2014/main" id="{DEEDA7A0-1C62-41E4-BEF2-8494E253A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3622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7E66085-0A59-4CE9-B7FB-B8E5310BE162}"/>
              </a:ext>
            </a:extLst>
          </p:cNvPr>
          <p:cNvGrpSpPr/>
          <p:nvPr/>
        </p:nvGrpSpPr>
        <p:grpSpPr>
          <a:xfrm>
            <a:off x="1866756" y="5140967"/>
            <a:ext cx="8235348" cy="1133965"/>
            <a:chOff x="3140364" y="5098473"/>
            <a:chExt cx="8128000" cy="1133965"/>
          </a:xfrm>
          <a:solidFill>
            <a:schemeClr val="accent2">
              <a:alpha val="26000"/>
            </a:schemeClr>
          </a:solidFill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D2F3AE5-A907-45D0-9E27-20E78043BC7D}"/>
                </a:ext>
              </a:extLst>
            </p:cNvPr>
            <p:cNvSpPr txBox="1"/>
            <p:nvPr/>
          </p:nvSpPr>
          <p:spPr>
            <a:xfrm>
              <a:off x="3140364" y="5098473"/>
              <a:ext cx="8128000" cy="1133965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thiên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thay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chiều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dương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trục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Ox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băng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qua 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y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09AA636C-AE35-43DD-A8E2-60ED569E3F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414412"/>
                </p:ext>
              </p:extLst>
            </p:nvPr>
          </p:nvGraphicFramePr>
          <p:xfrm>
            <a:off x="3189078" y="5208956"/>
            <a:ext cx="1358421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58640" imgH="431640" progId="Equation.DSMT4">
                    <p:embed/>
                  </p:oleObj>
                </mc:Choice>
                <mc:Fallback>
                  <p:oleObj name="Equation" r:id="rId11" imgW="135864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89078" y="5208956"/>
                          <a:ext cx="1358421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6DABC5-5F25-EB7D-9CF0-240F335763E7}"/>
                  </a:ext>
                </a:extLst>
              </p14:cNvPr>
              <p14:cNvContentPartPr/>
              <p14:nvPr/>
            </p14:nvContentPartPr>
            <p14:xfrm>
              <a:off x="2079360" y="162000"/>
              <a:ext cx="9376200" cy="5721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6DABC5-5F25-EB7D-9CF0-240F335763E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70000" y="152640"/>
                <a:ext cx="9394920" cy="574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3">
            <a:extLst>
              <a:ext uri="{FF2B5EF4-FFF2-40B4-BE49-F238E27FC236}">
                <a16:creationId xmlns:a16="http://schemas.microsoft.com/office/drawing/2014/main" id="{A53259D5-8A1B-43F1-80C8-83F5DAD22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487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Cho mặt cong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), xét 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A7707920-51C2-4A09-9653-66D21CA1E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3429000"/>
            <a:ext cx="4802909" cy="48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Mphẳng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P.</a:t>
            </a:r>
          </a:p>
        </p:txBody>
      </p:sp>
      <p:sp>
        <p:nvSpPr>
          <p:cNvPr id="54" name="Text Box 10">
            <a:extLst>
              <a:ext uri="{FF2B5EF4-FFF2-40B4-BE49-F238E27FC236}">
                <a16:creationId xmlns:a16="http://schemas.microsoft.com/office/drawing/2014/main" id="{135570A0-7B34-440A-A11F-227466795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286001"/>
            <a:ext cx="495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Xem phần mặt cong 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gần   </a:t>
            </a:r>
          </a:p>
        </p:txBody>
      </p:sp>
      <p:graphicFrame>
        <p:nvGraphicFramePr>
          <p:cNvPr id="56" name="Object 13">
            <a:extLst>
              <a:ext uri="{FF2B5EF4-FFF2-40B4-BE49-F238E27FC236}">
                <a16:creationId xmlns:a16="http://schemas.microsoft.com/office/drawing/2014/main" id="{327A33B1-38E0-454D-B3E5-41653DD01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715488"/>
              </p:ext>
            </p:extLst>
          </p:nvPr>
        </p:nvGraphicFramePr>
        <p:xfrm>
          <a:off x="5679734" y="1136119"/>
          <a:ext cx="1102066" cy="461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558800" progId="Equation.DSMT4">
                  <p:embed/>
                </p:oleObj>
              </mc:Choice>
              <mc:Fallback>
                <p:oleObj name="Equation" r:id="rId2" imgW="1333500" imgH="558800" progId="Equation.DSMT4">
                  <p:embed/>
                  <p:pic>
                    <p:nvPicPr>
                      <p:cNvPr id="56" name="Object 13">
                        <a:extLst>
                          <a:ext uri="{FF2B5EF4-FFF2-40B4-BE49-F238E27FC236}">
                            <a16:creationId xmlns:a16="http://schemas.microsoft.com/office/drawing/2014/main" id="{327A33B1-38E0-454D-B3E5-41653DD01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9734" y="1136119"/>
                        <a:ext cx="1102066" cy="461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4">
            <a:extLst>
              <a:ext uri="{FF2B5EF4-FFF2-40B4-BE49-F238E27FC236}">
                <a16:creationId xmlns:a16="http://schemas.microsoft.com/office/drawing/2014/main" id="{08156A24-5442-4083-A91B-E34B89EBE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169045"/>
              </p:ext>
            </p:extLst>
          </p:nvPr>
        </p:nvGraphicFramePr>
        <p:xfrm>
          <a:off x="7467285" y="2912079"/>
          <a:ext cx="1448430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482600" progId="Equation.DSMT4">
                  <p:embed/>
                </p:oleObj>
              </mc:Choice>
              <mc:Fallback>
                <p:oleObj name="Equation" r:id="rId4" imgW="1752600" imgH="482600" progId="Equation.DSMT4">
                  <p:embed/>
                  <p:pic>
                    <p:nvPicPr>
                      <p:cNvPr id="57" name="Object 14">
                        <a:extLst>
                          <a:ext uri="{FF2B5EF4-FFF2-40B4-BE49-F238E27FC236}">
                            <a16:creationId xmlns:a16="http://schemas.microsoft.com/office/drawing/2014/main" id="{08156A24-5442-4083-A91B-E34B89EBE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285" y="2912079"/>
                        <a:ext cx="1448430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0D145309-113F-42B1-9909-8F46FA6E2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700047"/>
              </p:ext>
            </p:extLst>
          </p:nvPr>
        </p:nvGraphicFramePr>
        <p:xfrm>
          <a:off x="6844146" y="4382972"/>
          <a:ext cx="2770909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482600" progId="Equation.DSMT4">
                  <p:embed/>
                </p:oleObj>
              </mc:Choice>
              <mc:Fallback>
                <p:oleObj name="Equation" r:id="rId6" imgW="3352800" imgH="48260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0D145309-113F-42B1-9909-8F46FA6E2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4146" y="4382972"/>
                        <a:ext cx="2770909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7">
            <a:extLst>
              <a:ext uri="{FF2B5EF4-FFF2-40B4-BE49-F238E27FC236}">
                <a16:creationId xmlns:a16="http://schemas.microsoft.com/office/drawing/2014/main" id="{86880AF7-D121-4B7F-AC23-9F87E4F996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783545"/>
              </p:ext>
            </p:extLst>
          </p:nvPr>
        </p:nvGraphicFramePr>
        <p:xfrm>
          <a:off x="6861936" y="5729172"/>
          <a:ext cx="2214628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79700" imgH="482600" progId="Equation.DSMT4">
                  <p:embed/>
                </p:oleObj>
              </mc:Choice>
              <mc:Fallback>
                <p:oleObj name="Equation" r:id="rId8" imgW="2679700" imgH="482600" progId="Equation.DSMT4">
                  <p:embed/>
                  <p:pic>
                    <p:nvPicPr>
                      <p:cNvPr id="60" name="Object 17">
                        <a:extLst>
                          <a:ext uri="{FF2B5EF4-FFF2-40B4-BE49-F238E27FC236}">
                            <a16:creationId xmlns:a16="http://schemas.microsoft.com/office/drawing/2014/main" id="{86880AF7-D121-4B7F-AC23-9F87E4F99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936" y="5729172"/>
                        <a:ext cx="2214628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itle 62">
            <a:extLst>
              <a:ext uri="{FF2B5EF4-FFF2-40B4-BE49-F238E27FC236}">
                <a16:creationId xmlns:a16="http://schemas.microsoft.com/office/drawing/2014/main" id="{EEACA841-8925-46C0-86F4-49B21579E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 dirty="0"/>
              <a:t>Ý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đạo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7A521B-6726-4A97-95A0-FB397FE6D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4950694"/>
            <a:ext cx="33513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 b="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là tiếp tuyến của C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P.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A4DD1-91A7-4D41-983A-700D23C8A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12964"/>
            <a:ext cx="4559300" cy="344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073BFF-B7EB-F4DF-2CEA-AC805EA1186D}"/>
                  </a:ext>
                </a:extLst>
              </p14:cNvPr>
              <p14:cNvContentPartPr/>
              <p14:nvPr/>
            </p14:nvContentPartPr>
            <p14:xfrm>
              <a:off x="2771280" y="231120"/>
              <a:ext cx="9099360" cy="596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073BFF-B7EB-F4DF-2CEA-AC805EA118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1920" y="221760"/>
                <a:ext cx="9118080" cy="598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4" grpId="0"/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3">
            <a:extLst>
              <a:ext uri="{FF2B5EF4-FFF2-40B4-BE49-F238E27FC236}">
                <a16:creationId xmlns:a16="http://schemas.microsoft.com/office/drawing/2014/main" id="{0129D82A-7691-4963-8E50-051A2292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487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S: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B7CF5E61-F647-42DE-9135-5BF361433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429000"/>
            <a:ext cx="4953000" cy="487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Mphẳng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P.</a:t>
            </a:r>
          </a:p>
        </p:txBody>
      </p:sp>
      <p:sp>
        <p:nvSpPr>
          <p:cNvPr id="54" name="Text Box 10">
            <a:extLst>
              <a:ext uri="{FF2B5EF4-FFF2-40B4-BE49-F238E27FC236}">
                <a16:creationId xmlns:a16="http://schemas.microsoft.com/office/drawing/2014/main" id="{797BB88C-86ED-4956-AE5D-62F3D5E18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286001"/>
            <a:ext cx="495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Xem phần mặt cong  S gần   </a:t>
            </a:r>
          </a:p>
        </p:txBody>
      </p:sp>
      <p:graphicFrame>
        <p:nvGraphicFramePr>
          <p:cNvPr id="56" name="Object 13">
            <a:extLst>
              <a:ext uri="{FF2B5EF4-FFF2-40B4-BE49-F238E27FC236}">
                <a16:creationId xmlns:a16="http://schemas.microsoft.com/office/drawing/2014/main" id="{FE489F2C-2DF6-4C7B-82B3-A22BDBBF1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96929"/>
              </p:ext>
            </p:extLst>
          </p:nvPr>
        </p:nvGraphicFramePr>
        <p:xfrm>
          <a:off x="5715000" y="1143001"/>
          <a:ext cx="1112562" cy="461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558800" progId="Equation.DSMT4">
                  <p:embed/>
                </p:oleObj>
              </mc:Choice>
              <mc:Fallback>
                <p:oleObj name="Equation" r:id="rId2" imgW="1346200" imgH="558800" progId="Equation.DSMT4">
                  <p:embed/>
                  <p:pic>
                    <p:nvPicPr>
                      <p:cNvPr id="56" name="Object 13">
                        <a:extLst>
                          <a:ext uri="{FF2B5EF4-FFF2-40B4-BE49-F238E27FC236}">
                            <a16:creationId xmlns:a16="http://schemas.microsoft.com/office/drawing/2014/main" id="{FE489F2C-2DF6-4C7B-82B3-A22BDBBF1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143001"/>
                        <a:ext cx="1112562" cy="461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4">
            <a:extLst>
              <a:ext uri="{FF2B5EF4-FFF2-40B4-BE49-F238E27FC236}">
                <a16:creationId xmlns:a16="http://schemas.microsoft.com/office/drawing/2014/main" id="{7020A738-9789-49ED-B4BF-816C7DEAE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107001"/>
              </p:ext>
            </p:extLst>
          </p:nvPr>
        </p:nvGraphicFramePr>
        <p:xfrm>
          <a:off x="7543485" y="2912079"/>
          <a:ext cx="1448430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482600" progId="Equation.DSMT4">
                  <p:embed/>
                </p:oleObj>
              </mc:Choice>
              <mc:Fallback>
                <p:oleObj name="Equation" r:id="rId4" imgW="1752600" imgH="482600" progId="Equation.DSMT4">
                  <p:embed/>
                  <p:pic>
                    <p:nvPicPr>
                      <p:cNvPr id="57" name="Object 14">
                        <a:extLst>
                          <a:ext uri="{FF2B5EF4-FFF2-40B4-BE49-F238E27FC236}">
                            <a16:creationId xmlns:a16="http://schemas.microsoft.com/office/drawing/2014/main" id="{7020A738-9789-49ED-B4BF-816C7DEAE3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485" y="2912079"/>
                        <a:ext cx="1448430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2106E9B4-5525-4945-9B73-2ACEE3DD1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103744"/>
              </p:ext>
            </p:extLst>
          </p:nvPr>
        </p:nvGraphicFramePr>
        <p:xfrm>
          <a:off x="7024149" y="4286720"/>
          <a:ext cx="2791901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78200" imgH="482600" progId="Equation.DSMT4">
                  <p:embed/>
                </p:oleObj>
              </mc:Choice>
              <mc:Fallback>
                <p:oleObj name="Equation" r:id="rId6" imgW="3378200" imgH="48260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2106E9B4-5525-4945-9B73-2ACEE3DD1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149" y="4286720"/>
                        <a:ext cx="2791901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7">
            <a:extLst>
              <a:ext uri="{FF2B5EF4-FFF2-40B4-BE49-F238E27FC236}">
                <a16:creationId xmlns:a16="http://schemas.microsoft.com/office/drawing/2014/main" id="{ACABC196-07EA-4E20-8B12-0B2B264B6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481688"/>
              </p:ext>
            </p:extLst>
          </p:nvPr>
        </p:nvGraphicFramePr>
        <p:xfrm>
          <a:off x="6508487" y="5637432"/>
          <a:ext cx="2424545" cy="450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7000" imgH="495300" progId="Equation.DSMT4">
                  <p:embed/>
                </p:oleObj>
              </mc:Choice>
              <mc:Fallback>
                <p:oleObj name="Equation" r:id="rId8" imgW="2667000" imgH="495300" progId="Equation.DSMT4">
                  <p:embed/>
                  <p:pic>
                    <p:nvPicPr>
                      <p:cNvPr id="60" name="Object 17">
                        <a:extLst>
                          <a:ext uri="{FF2B5EF4-FFF2-40B4-BE49-F238E27FC236}">
                            <a16:creationId xmlns:a16="http://schemas.microsoft.com/office/drawing/2014/main" id="{ACABC196-07EA-4E20-8B12-0B2B264B69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487" y="5637432"/>
                        <a:ext cx="2424545" cy="450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itle 62">
            <a:extLst>
              <a:ext uri="{FF2B5EF4-FFF2-40B4-BE49-F238E27FC236}">
                <a16:creationId xmlns:a16="http://schemas.microsoft.com/office/drawing/2014/main" id="{782ED739-08C6-4184-A91E-618B4DB9B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 dirty="0"/>
              <a:t>Ý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đạo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7B8EB0-41A0-49D1-9E9F-F379D9DEB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281" y="4868438"/>
            <a:ext cx="33513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 b="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là tiếp tuyến của C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P.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FF380E-135B-430B-8386-D5A2F770D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86001"/>
            <a:ext cx="45720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ED2DD5-B803-48AA-987F-FD1904BCAF71}"/>
                  </a:ext>
                </a:extLst>
              </p14:cNvPr>
              <p14:cNvContentPartPr/>
              <p14:nvPr/>
            </p14:nvContentPartPr>
            <p14:xfrm>
              <a:off x="3168720" y="1585800"/>
              <a:ext cx="5338800" cy="322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ED2DD5-B803-48AA-987F-FD1904BCAF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59360" y="1576440"/>
                <a:ext cx="5357520" cy="324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4" grpId="0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C3E7322-E4D9-421A-8716-0C1626A3C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 về ý nghĩa hình học</a:t>
            </a:r>
          </a:p>
        </p:txBody>
      </p:sp>
      <p:sp>
        <p:nvSpPr>
          <p:cNvPr id="17411" name="TextBox 2">
            <a:extLst>
              <a:ext uri="{FF2B5EF4-FFF2-40B4-BE49-F238E27FC236}">
                <a16:creationId xmlns:a16="http://schemas.microsoft.com/office/drawing/2014/main" id="{8F8B005F-3CCE-4632-BD02-4D5D432C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18" y="1075123"/>
            <a:ext cx="2362200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7412" name="Object 3">
            <a:extLst>
              <a:ext uri="{FF2B5EF4-FFF2-40B4-BE49-F238E27FC236}">
                <a16:creationId xmlns:a16="http://schemas.microsoft.com/office/drawing/2014/main" id="{73739547-81B2-4EE5-969F-C531987FE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647904"/>
              </p:ext>
            </p:extLst>
          </p:nvPr>
        </p:nvGraphicFramePr>
        <p:xfrm>
          <a:off x="3082636" y="1236650"/>
          <a:ext cx="4156364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29200" imgH="457200" progId="Equation.DSMT4">
                  <p:embed/>
                </p:oleObj>
              </mc:Choice>
              <mc:Fallback>
                <p:oleObj name="Equation" r:id="rId2" imgW="5029200" imgH="457200" progId="Equation.DSMT4">
                  <p:embed/>
                  <p:pic>
                    <p:nvPicPr>
                      <p:cNvPr id="17412" name="Object 3">
                        <a:extLst>
                          <a:ext uri="{FF2B5EF4-FFF2-40B4-BE49-F238E27FC236}">
                            <a16:creationId xmlns:a16="http://schemas.microsoft.com/office/drawing/2014/main" id="{73739547-81B2-4EE5-969F-C531987FE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636" y="1236650"/>
                        <a:ext cx="4156364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Box 4">
            <a:extLst>
              <a:ext uri="{FF2B5EF4-FFF2-40B4-BE49-F238E27FC236}">
                <a16:creationId xmlns:a16="http://schemas.microsoft.com/office/drawing/2014/main" id="{F7A7967B-1049-40CE-A1E3-1E4D01EDC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18" y="1752601"/>
            <a:ext cx="10261600" cy="155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1,3,27).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M(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55ECE09-3068-496A-A09E-6CFCE862F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BÀI TOÁN ÁP DỤNG</a:t>
            </a:r>
          </a:p>
        </p:txBody>
      </p:sp>
      <p:grpSp>
        <p:nvGrpSpPr>
          <p:cNvPr id="18435" name="Group 3">
            <a:extLst>
              <a:ext uri="{FF2B5EF4-FFF2-40B4-BE49-F238E27FC236}">
                <a16:creationId xmlns:a16="http://schemas.microsoft.com/office/drawing/2014/main" id="{B56105A1-98C9-4506-B0AB-ABF370E6DDCE}"/>
              </a:ext>
            </a:extLst>
          </p:cNvPr>
          <p:cNvGrpSpPr>
            <a:grpSpLocks/>
          </p:cNvGrpSpPr>
          <p:nvPr/>
        </p:nvGrpSpPr>
        <p:grpSpPr bwMode="auto">
          <a:xfrm>
            <a:off x="858982" y="914400"/>
            <a:ext cx="10745357" cy="2570704"/>
            <a:chOff x="228600" y="914400"/>
            <a:chExt cx="8911414" cy="2570704"/>
          </a:xfrm>
        </p:grpSpPr>
        <p:sp>
          <p:nvSpPr>
            <p:cNvPr id="18439" name="TextBox 2">
              <a:extLst>
                <a:ext uri="{FF2B5EF4-FFF2-40B4-BE49-F238E27FC236}">
                  <a16:creationId xmlns:a16="http://schemas.microsoft.com/office/drawing/2014/main" id="{11A26FBF-DF55-4727-B808-8B0338887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914400"/>
              <a:ext cx="8763000" cy="2570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trí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bề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đất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phụ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thuộc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kinh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vĩ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158</a:t>
              </a:r>
              <a:r>
                <a:rPr lang="en-US" altLang="en-US" sz="2200" b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Tây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21</a:t>
              </a:r>
              <a:r>
                <a:rPr lang="en-US" altLang="en-US" sz="2200" b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Bắc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lúc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9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sáng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gió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thổi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nóng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đến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vùng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đông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bắc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nên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vùng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đông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bắc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mát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vùng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tây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nóng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Hãy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lúc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9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sáng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âm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dương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18440" name="Object 3">
              <a:extLst>
                <a:ext uri="{FF2B5EF4-FFF2-40B4-BE49-F238E27FC236}">
                  <a16:creationId xmlns:a16="http://schemas.microsoft.com/office/drawing/2014/main" id="{80510772-12AF-4B53-93F0-31F1868802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8555328"/>
                </p:ext>
              </p:extLst>
            </p:nvPr>
          </p:nvGraphicFramePr>
          <p:xfrm>
            <a:off x="7984314" y="2087021"/>
            <a:ext cx="1155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55600" imgH="419040" progId="Equation.DSMT4">
                    <p:embed/>
                  </p:oleObj>
                </mc:Choice>
                <mc:Fallback>
                  <p:oleObj name="Equation" r:id="rId2" imgW="1155600" imgH="419040" progId="Equation.DSMT4">
                    <p:embed/>
                    <p:pic>
                      <p:nvPicPr>
                        <p:cNvPr id="18440" name="Object 3">
                          <a:extLst>
                            <a:ext uri="{FF2B5EF4-FFF2-40B4-BE49-F238E27FC236}">
                              <a16:creationId xmlns:a16="http://schemas.microsoft.com/office/drawing/2014/main" id="{80510772-12AF-4B53-93F0-31F1868802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84314" y="2087021"/>
                          <a:ext cx="11557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82BF57-17F3-DDBC-40ED-BC07C6ABB1D8}"/>
                  </a:ext>
                </a:extLst>
              </p14:cNvPr>
              <p14:cNvContentPartPr/>
              <p14:nvPr/>
            </p14:nvContentPartPr>
            <p14:xfrm>
              <a:off x="893520" y="1891080"/>
              <a:ext cx="10740240" cy="2751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82BF57-17F3-DDBC-40ED-BC07C6ABB1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4160" y="1881720"/>
                <a:ext cx="10758960" cy="276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422F75B-BACE-43D2-BC06-B11136500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BÀI TOÁN ÁP DỤNG</a:t>
            </a:r>
          </a:p>
        </p:txBody>
      </p:sp>
      <p:grpSp>
        <p:nvGrpSpPr>
          <p:cNvPr id="19459" name="Group 1">
            <a:extLst>
              <a:ext uri="{FF2B5EF4-FFF2-40B4-BE49-F238E27FC236}">
                <a16:creationId xmlns:a16="http://schemas.microsoft.com/office/drawing/2014/main" id="{286E52FD-EF0F-41DD-B98B-13DAC4F0EC6F}"/>
              </a:ext>
            </a:extLst>
          </p:cNvPr>
          <p:cNvGrpSpPr>
            <a:grpSpLocks/>
          </p:cNvGrpSpPr>
          <p:nvPr/>
        </p:nvGrpSpPr>
        <p:grpSpPr bwMode="auto">
          <a:xfrm>
            <a:off x="840509" y="990600"/>
            <a:ext cx="10510982" cy="1555041"/>
            <a:chOff x="304800" y="990600"/>
            <a:chExt cx="8382000" cy="1555041"/>
          </a:xfrm>
        </p:grpSpPr>
        <p:sp>
          <p:nvSpPr>
            <p:cNvPr id="19463" name="TextBox 2">
              <a:extLst>
                <a:ext uri="{FF2B5EF4-FFF2-40B4-BE49-F238E27FC236}">
                  <a16:creationId xmlns:a16="http://schemas.microsoft.com/office/drawing/2014/main" id="{52D3F2C1-D97C-4440-B9DD-144F3D240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990600"/>
              <a:ext cx="8382000" cy="1555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cơ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b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đó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en-US" sz="2200" b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ẩm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(%),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lấy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C.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Hãy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                      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nói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lên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gì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</p:txBody>
        </p:sp>
        <p:graphicFrame>
          <p:nvGraphicFramePr>
            <p:cNvPr id="19464" name="Object 3">
              <a:extLst>
                <a:ext uri="{FF2B5EF4-FFF2-40B4-BE49-F238E27FC236}">
                  <a16:creationId xmlns:a16="http://schemas.microsoft.com/office/drawing/2014/main" id="{7A18EEFE-034A-4EAA-B8C2-418D1786B6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0440708"/>
                </p:ext>
              </p:extLst>
            </p:nvPr>
          </p:nvGraphicFramePr>
          <p:xfrm>
            <a:off x="2926737" y="2140841"/>
            <a:ext cx="3307538" cy="398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521200" imgH="482600" progId="Equation.DSMT4">
                    <p:embed/>
                  </p:oleObj>
                </mc:Choice>
                <mc:Fallback>
                  <p:oleObj name="Equation" r:id="rId2" imgW="4521200" imgH="482600" progId="Equation.DSMT4">
                    <p:embed/>
                    <p:pic>
                      <p:nvPicPr>
                        <p:cNvPr id="19464" name="Object 3">
                          <a:extLst>
                            <a:ext uri="{FF2B5EF4-FFF2-40B4-BE49-F238E27FC236}">
                              <a16:creationId xmlns:a16="http://schemas.microsoft.com/office/drawing/2014/main" id="{7A18EEFE-034A-4EAA-B8C2-418D1786B6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737" y="2140841"/>
                          <a:ext cx="3307538" cy="3988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9FED12-1F55-42DE-49FE-0FBA659F619F}"/>
                  </a:ext>
                </a:extLst>
              </p14:cNvPr>
              <p14:cNvContentPartPr/>
              <p14:nvPr/>
            </p14:nvContentPartPr>
            <p14:xfrm>
              <a:off x="1252800" y="157320"/>
              <a:ext cx="9366480" cy="302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9FED12-1F55-42DE-49FE-0FBA659F6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3440" y="147960"/>
                <a:ext cx="9385200" cy="304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171D-6C4A-431E-B1F8-028E569B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hàm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A7721-2E72-4599-9037-4C0A78A9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1" y="1082011"/>
            <a:ext cx="4728811" cy="28651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D6FB59E-33D4-346B-732B-88B6DD4A2797}"/>
              </a:ext>
            </a:extLst>
          </p:cNvPr>
          <p:cNvGrpSpPr/>
          <p:nvPr/>
        </p:nvGrpSpPr>
        <p:grpSpPr>
          <a:xfrm>
            <a:off x="6221278" y="1555442"/>
            <a:ext cx="4031527" cy="588674"/>
            <a:chOff x="5343238" y="1438275"/>
            <a:chExt cx="4031527" cy="5886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E1CC33-C453-44D7-BC9C-21243AF0FB44}"/>
                </a:ext>
              </a:extLst>
            </p:cNvPr>
            <p:cNvSpPr txBox="1"/>
            <p:nvPr/>
          </p:nvSpPr>
          <p:spPr>
            <a:xfrm>
              <a:off x="5343238" y="1438275"/>
              <a:ext cx="2452253" cy="579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dấu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17C11116-EF5C-4B9F-A0F2-B12FBB8C76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0497440"/>
                </p:ext>
              </p:extLst>
            </p:nvPr>
          </p:nvGraphicFramePr>
          <p:xfrm>
            <a:off x="7672965" y="1582449"/>
            <a:ext cx="17018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01720" imgH="444240" progId="Equation.DSMT4">
                    <p:embed/>
                  </p:oleObj>
                </mc:Choice>
                <mc:Fallback>
                  <p:oleObj name="Equation" r:id="rId3" imgW="1701720" imgH="44424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75658252-9684-435A-B241-E149929424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72965" y="1582449"/>
                          <a:ext cx="17018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DB54D6BC-3C4C-46D4-69F8-C5606436D5B2}"/>
              </a:ext>
            </a:extLst>
          </p:cNvPr>
          <p:cNvSpPr/>
          <p:nvPr/>
        </p:nvSpPr>
        <p:spPr>
          <a:xfrm>
            <a:off x="1889059" y="2448559"/>
            <a:ext cx="64008" cy="64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F1D78-E9D0-765F-B80B-618E57D7096F}"/>
              </a:ext>
            </a:extLst>
          </p:cNvPr>
          <p:cNvSpPr txBox="1"/>
          <p:nvPr/>
        </p:nvSpPr>
        <p:spPr>
          <a:xfrm>
            <a:off x="1492467" y="2133603"/>
            <a:ext cx="388248" cy="539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3014F807-EC8E-30EC-75F3-2656D3554075}"/>
              </a:ext>
            </a:extLst>
          </p:cNvPr>
          <p:cNvGrpSpPr>
            <a:grpSpLocks/>
          </p:cNvGrpSpPr>
          <p:nvPr/>
        </p:nvGrpSpPr>
        <p:grpSpPr bwMode="auto">
          <a:xfrm>
            <a:off x="6221278" y="2403293"/>
            <a:ext cx="4495800" cy="579967"/>
            <a:chOff x="762000" y="3886200"/>
            <a:chExt cx="4495800" cy="579688"/>
          </a:xfrm>
        </p:grpSpPr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39A53BE9-28CB-564B-63F0-AE197DC7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886200"/>
              <a:ext cx="4495800" cy="57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4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 sánh giá trị </a:t>
              </a:r>
            </a:p>
          </p:txBody>
        </p:sp>
        <p:graphicFrame>
          <p:nvGraphicFramePr>
            <p:cNvPr id="11" name="Object 8">
              <a:extLst>
                <a:ext uri="{FF2B5EF4-FFF2-40B4-BE49-F238E27FC236}">
                  <a16:creationId xmlns:a16="http://schemas.microsoft.com/office/drawing/2014/main" id="{2E5C44D1-0EF8-8130-2766-6027D0FE89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6643598"/>
                </p:ext>
              </p:extLst>
            </p:nvPr>
          </p:nvGraphicFramePr>
          <p:xfrm>
            <a:off x="2791378" y="4031451"/>
            <a:ext cx="1701800" cy="4317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01800" imgH="431800" progId="Equation.DSMT4">
                    <p:embed/>
                  </p:oleObj>
                </mc:Choice>
                <mc:Fallback>
                  <p:oleObj name="Equation" r:id="rId5" imgW="1701800" imgH="431800" progId="Equation.DSMT4">
                    <p:embed/>
                    <p:pic>
                      <p:nvPicPr>
                        <p:cNvPr id="20489" name="Object 8">
                          <a:extLst>
                            <a:ext uri="{FF2B5EF4-FFF2-40B4-BE49-F238E27FC236}">
                              <a16:creationId xmlns:a16="http://schemas.microsoft.com/office/drawing/2014/main" id="{A04ECC3D-E492-AEBB-1FF6-C82F48CD73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378" y="4031451"/>
                          <a:ext cx="1701800" cy="4317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3DA0FB-5A7E-39BB-0E54-87BB33AD673A}"/>
                  </a:ext>
                </a:extLst>
              </p14:cNvPr>
              <p14:cNvContentPartPr/>
              <p14:nvPr/>
            </p14:nvContentPartPr>
            <p14:xfrm>
              <a:off x="1105200" y="962280"/>
              <a:ext cx="9140760" cy="4746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3DA0FB-5A7E-39BB-0E54-87BB33AD67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5840" y="952920"/>
                <a:ext cx="9159480" cy="47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98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>
            <a:extLst>
              <a:ext uri="{FF2B5EF4-FFF2-40B4-BE49-F238E27FC236}">
                <a16:creationId xmlns:a16="http://schemas.microsoft.com/office/drawing/2014/main" id="{49885741-2CFB-4608-B430-6374266D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35878"/>
            <a:ext cx="10464800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Trong phòng có đặt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ởi, nhiệt độ T (</a:t>
            </a:r>
            <a:r>
              <a:rPr lang="en-US" altLang="en-US" sz="2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F) tại một vị trí trong phòng là hàm số phụ thuộc vào thời gian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(phút) và khoảng cách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(feet) từ vị trí đó đến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ởi.</a:t>
            </a:r>
          </a:p>
        </p:txBody>
      </p:sp>
      <p:grpSp>
        <p:nvGrpSpPr>
          <p:cNvPr id="46084" name="Group 4">
            <a:extLst>
              <a:ext uri="{FF2B5EF4-FFF2-40B4-BE49-F238E27FC236}">
                <a16:creationId xmlns:a16="http://schemas.microsoft.com/office/drawing/2014/main" id="{3C82BC02-BABC-4C6D-A8EE-731BC7DB884A}"/>
              </a:ext>
            </a:extLst>
          </p:cNvPr>
          <p:cNvGrpSpPr>
            <a:grpSpLocks/>
          </p:cNvGrpSpPr>
          <p:nvPr/>
        </p:nvGrpSpPr>
        <p:grpSpPr bwMode="auto">
          <a:xfrm>
            <a:off x="1548340" y="2049978"/>
            <a:ext cx="4080268" cy="3447893"/>
            <a:chOff x="76201" y="2667000"/>
            <a:chExt cx="4937760" cy="4172577"/>
          </a:xfrm>
        </p:grpSpPr>
        <p:pic>
          <p:nvPicPr>
            <p:cNvPr id="46086" name="Picture 1">
              <a:extLst>
                <a:ext uri="{FF2B5EF4-FFF2-40B4-BE49-F238E27FC236}">
                  <a16:creationId xmlns:a16="http://schemas.microsoft.com/office/drawing/2014/main" id="{D2097CD7-45F6-4F51-801E-56A4EAD84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1" y="2667000"/>
              <a:ext cx="4937760" cy="4172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87" name="Oval 1">
              <a:extLst>
                <a:ext uri="{FF2B5EF4-FFF2-40B4-BE49-F238E27FC236}">
                  <a16:creationId xmlns:a16="http://schemas.microsoft.com/office/drawing/2014/main" id="{9C43613F-306B-4DF1-9DF4-97462EAD3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5242560"/>
              <a:ext cx="91440" cy="91440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6088" name="Oval 3">
              <a:extLst>
                <a:ext uri="{FF2B5EF4-FFF2-40B4-BE49-F238E27FC236}">
                  <a16:creationId xmlns:a16="http://schemas.microsoft.com/office/drawing/2014/main" id="{52A215BE-792C-45FF-82B0-56C708C72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064" y="4980273"/>
              <a:ext cx="91440" cy="91440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6085" name="Title 5">
            <a:extLst>
              <a:ext uri="{FF2B5EF4-FFF2-40B4-BE49-F238E27FC236}">
                <a16:creationId xmlns:a16="http://schemas.microsoft.com/office/drawing/2014/main" id="{044563AD-E0DF-4AA1-AFC2-A9FB6E89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7388" y="76200"/>
            <a:ext cx="8253412" cy="685800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5B50C-941E-4684-ABBD-F187EACB8A1D}"/>
              </a:ext>
            </a:extLst>
          </p:cNvPr>
          <p:cNvSpPr txBox="1"/>
          <p:nvPr/>
        </p:nvSpPr>
        <p:spPr>
          <a:xfrm>
            <a:off x="5985164" y="2216727"/>
            <a:ext cx="214283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C74F3BB-915C-4984-A9DE-3A3590398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506877"/>
              </p:ext>
            </p:extLst>
          </p:nvPr>
        </p:nvGraphicFramePr>
        <p:xfrm>
          <a:off x="7862360" y="2389188"/>
          <a:ext cx="135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640" imgH="431640" progId="Equation.DSMT4">
                  <p:embed/>
                </p:oleObj>
              </mc:Choice>
              <mc:Fallback>
                <p:oleObj name="Equation" r:id="rId3" imgW="1358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2360" y="2389188"/>
                        <a:ext cx="1358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1B4C88-F2A9-403C-8B52-85044DEB488D}"/>
              </a:ext>
            </a:extLst>
          </p:cNvPr>
          <p:cNvSpPr txBox="1"/>
          <p:nvPr/>
        </p:nvSpPr>
        <p:spPr>
          <a:xfrm>
            <a:off x="6008256" y="3315855"/>
            <a:ext cx="2452253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5658252-9684-435A-B241-E14992942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0795"/>
              </p:ext>
            </p:extLst>
          </p:nvPr>
        </p:nvGraphicFramePr>
        <p:xfrm>
          <a:off x="8705850" y="3457575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720" imgH="431640" progId="Equation.DSMT4">
                  <p:embed/>
                </p:oleObj>
              </mc:Choice>
              <mc:Fallback>
                <p:oleObj name="Equation" r:id="rId5" imgW="262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05850" y="3457575"/>
                        <a:ext cx="2628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262073-5DC3-4B18-BB95-89DBE23E3609}"/>
                  </a:ext>
                </a:extLst>
              </p14:cNvPr>
              <p14:cNvContentPartPr/>
              <p14:nvPr/>
            </p14:nvContentPartPr>
            <p14:xfrm>
              <a:off x="3813840" y="2763000"/>
              <a:ext cx="5106960" cy="1296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262073-5DC3-4B18-BB95-89DBE23E36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04480" y="2753640"/>
                <a:ext cx="5125680" cy="13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14E4C4-A7E2-3D40-BC99-9490E806DFEE}"/>
                  </a:ext>
                </a:extLst>
              </p14:cNvPr>
              <p14:cNvContentPartPr/>
              <p14:nvPr/>
            </p14:nvContentPartPr>
            <p14:xfrm>
              <a:off x="3133080" y="3553560"/>
              <a:ext cx="7790040" cy="899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14E4C4-A7E2-3D40-BC99-9490E806DF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23720" y="3544200"/>
                <a:ext cx="7808760" cy="91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DE31-294C-4C04-8CE0-AC9A1AB5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tuần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012248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C50A-D1B4-4FB8-B213-2AD76E89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tuần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55505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5A31-E16A-45F5-AA51-D0A1118C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tuần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741170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D0A2-10D6-44FB-8B9F-A98253AF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13" y="2286001"/>
            <a:ext cx="7772400" cy="136207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Tiếp diện – pháp tuyến của mặt cong</a:t>
            </a:r>
          </a:p>
        </p:txBody>
      </p:sp>
    </p:spTree>
  </p:cSld>
  <p:clrMapOvr>
    <a:masterClrMapping/>
  </p:clrMapOvr>
  <p:transition spd="slow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BC2BFC6-942A-4617-96F6-F4A631796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Nhắc lại</a:t>
            </a:r>
          </a:p>
        </p:txBody>
      </p:sp>
      <p:graphicFrame>
        <p:nvGraphicFramePr>
          <p:cNvPr id="41988" name="Object 1">
            <a:extLst>
              <a:ext uri="{FF2B5EF4-FFF2-40B4-BE49-F238E27FC236}">
                <a16:creationId xmlns:a16="http://schemas.microsoft.com/office/drawing/2014/main" id="{50C5D195-A1CD-4DC1-ADDF-BB661908A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041848"/>
              </p:ext>
            </p:extLst>
          </p:nvPr>
        </p:nvGraphicFramePr>
        <p:xfrm>
          <a:off x="4249882" y="880079"/>
          <a:ext cx="3463636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0" imgH="482600" progId="Equation.DSMT4">
                  <p:embed/>
                </p:oleObj>
              </mc:Choice>
              <mc:Fallback>
                <p:oleObj name="Equation" r:id="rId2" imgW="4191000" imgH="482600" progId="Equation.DSMT4">
                  <p:embed/>
                  <p:pic>
                    <p:nvPicPr>
                      <p:cNvPr id="41988" name="Object 1">
                        <a:extLst>
                          <a:ext uri="{FF2B5EF4-FFF2-40B4-BE49-F238E27FC236}">
                            <a16:creationId xmlns:a16="http://schemas.microsoft.com/office/drawing/2014/main" id="{50C5D195-A1CD-4DC1-ADDF-BB661908A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882" y="880079"/>
                        <a:ext cx="3463636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0CD2CE3-B855-4B37-9B79-D07292D502ED}"/>
              </a:ext>
            </a:extLst>
          </p:cNvPr>
          <p:cNvGrpSpPr/>
          <p:nvPr/>
        </p:nvGrpSpPr>
        <p:grpSpPr>
          <a:xfrm>
            <a:off x="683491" y="1469605"/>
            <a:ext cx="4655127" cy="1555041"/>
            <a:chOff x="988291" y="1435100"/>
            <a:chExt cx="4655127" cy="1555041"/>
          </a:xfrm>
        </p:grpSpPr>
        <p:sp>
          <p:nvSpPr>
            <p:cNvPr id="41987" name="TextBox 2">
              <a:extLst>
                <a:ext uri="{FF2B5EF4-FFF2-40B4-BE49-F238E27FC236}">
                  <a16:creationId xmlns:a16="http://schemas.microsoft.com/office/drawing/2014/main" id="{CB1B04DB-662C-4F88-9319-F6B1C20BC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291" y="1435100"/>
              <a:ext cx="4655127" cy="1555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phẳng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góc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990" name="Object 1">
              <a:extLst>
                <a:ext uri="{FF2B5EF4-FFF2-40B4-BE49-F238E27FC236}">
                  <a16:creationId xmlns:a16="http://schemas.microsoft.com/office/drawing/2014/main" id="{213A7C7F-B203-4432-B8CB-B1157438B0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5068105"/>
                </p:ext>
              </p:extLst>
            </p:nvPr>
          </p:nvGraphicFramePr>
          <p:xfrm>
            <a:off x="3758833" y="2591298"/>
            <a:ext cx="1689835" cy="398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44700" imgH="482600" progId="Equation.DSMT4">
                    <p:embed/>
                  </p:oleObj>
                </mc:Choice>
                <mc:Fallback>
                  <p:oleObj name="Equation" r:id="rId4" imgW="2044700" imgH="482600" progId="Equation.DSMT4">
                    <p:embed/>
                    <p:pic>
                      <p:nvPicPr>
                        <p:cNvPr id="41990" name="Object 1">
                          <a:extLst>
                            <a:ext uri="{FF2B5EF4-FFF2-40B4-BE49-F238E27FC236}">
                              <a16:creationId xmlns:a16="http://schemas.microsoft.com/office/drawing/2014/main" id="{213A7C7F-B203-4432-B8CB-B1157438B0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8833" y="2591298"/>
                          <a:ext cx="1689835" cy="3988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57A35F-7EA0-434C-A716-B2ACE77F7ED0}"/>
              </a:ext>
            </a:extLst>
          </p:cNvPr>
          <p:cNvGrpSpPr/>
          <p:nvPr/>
        </p:nvGrpSpPr>
        <p:grpSpPr>
          <a:xfrm>
            <a:off x="748146" y="3382869"/>
            <a:ext cx="4655127" cy="1555041"/>
            <a:chOff x="988291" y="4025900"/>
            <a:chExt cx="4655127" cy="1555041"/>
          </a:xfrm>
        </p:grpSpPr>
        <p:sp>
          <p:nvSpPr>
            <p:cNvPr id="41989" name="TextBox 4">
              <a:extLst>
                <a:ext uri="{FF2B5EF4-FFF2-40B4-BE49-F238E27FC236}">
                  <a16:creationId xmlns:a16="http://schemas.microsoft.com/office/drawing/2014/main" id="{15C016A2-15E5-44B4-B1B9-6DC0CF5ED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291" y="4025900"/>
              <a:ext cx="4655127" cy="1555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phẳng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góc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991" name="Object 1">
              <a:extLst>
                <a:ext uri="{FF2B5EF4-FFF2-40B4-BE49-F238E27FC236}">
                  <a16:creationId xmlns:a16="http://schemas.microsoft.com/office/drawing/2014/main" id="{E25063EF-B581-4D8B-B6AB-2547E85BDB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8477632"/>
                </p:ext>
              </p:extLst>
            </p:nvPr>
          </p:nvGraphicFramePr>
          <p:xfrm>
            <a:off x="3786123" y="5171602"/>
            <a:ext cx="1731818" cy="409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94591" imgH="495085" progId="Equation.DSMT4">
                    <p:embed/>
                  </p:oleObj>
                </mc:Choice>
                <mc:Fallback>
                  <p:oleObj name="Equation" r:id="rId6" imgW="2094591" imgH="495085" progId="Equation.DSMT4">
                    <p:embed/>
                    <p:pic>
                      <p:nvPicPr>
                        <p:cNvPr id="41991" name="Object 1">
                          <a:extLst>
                            <a:ext uri="{FF2B5EF4-FFF2-40B4-BE49-F238E27FC236}">
                              <a16:creationId xmlns:a16="http://schemas.microsoft.com/office/drawing/2014/main" id="{E25063EF-B581-4D8B-B6AB-2547E85BDB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123" y="5171602"/>
                          <a:ext cx="1731818" cy="409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FC427C-2B51-427C-ADA4-4D1DAA0B2336}"/>
              </a:ext>
            </a:extLst>
          </p:cNvPr>
          <p:cNvGrpSpPr>
            <a:grpSpLocks/>
          </p:cNvGrpSpPr>
          <p:nvPr/>
        </p:nvGrpSpPr>
        <p:grpSpPr bwMode="auto">
          <a:xfrm>
            <a:off x="7194760" y="1516402"/>
            <a:ext cx="3223285" cy="3276600"/>
            <a:chOff x="-19050" y="1676400"/>
            <a:chExt cx="4107548" cy="5029200"/>
          </a:xfrm>
        </p:grpSpPr>
        <p:grpSp>
          <p:nvGrpSpPr>
            <p:cNvPr id="12" name="Group 56">
              <a:extLst>
                <a:ext uri="{FF2B5EF4-FFF2-40B4-BE49-F238E27FC236}">
                  <a16:creationId xmlns:a16="http://schemas.microsoft.com/office/drawing/2014/main" id="{91144D6A-EA5D-4C2E-8BDA-AEFE15836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9050" y="1676400"/>
              <a:ext cx="3886200" cy="5029200"/>
              <a:chOff x="-19050" y="1676400"/>
              <a:chExt cx="3886200" cy="5029200"/>
            </a:xfrm>
          </p:grpSpPr>
          <p:pic>
            <p:nvPicPr>
              <p:cNvPr id="15" name="Picture 11">
                <a:extLst>
                  <a:ext uri="{FF2B5EF4-FFF2-40B4-BE49-F238E27FC236}">
                    <a16:creationId xmlns:a16="http://schemas.microsoft.com/office/drawing/2014/main" id="{5BFEC410-7FB1-4C94-B6A4-ED852CBB7B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9050" y="1676400"/>
                <a:ext cx="3886200" cy="419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Line 12">
                <a:extLst>
                  <a:ext uri="{FF2B5EF4-FFF2-40B4-BE49-F238E27FC236}">
                    <a16:creationId xmlns:a16="http://schemas.microsoft.com/office/drawing/2014/main" id="{536A983E-119F-4A5A-B2B0-422B7A8E6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5000" y="3524250"/>
                <a:ext cx="0" cy="1828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875B241D-300B-495E-9C19-09DB3428D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71600" y="2762250"/>
                <a:ext cx="533400" cy="762000"/>
              </a:xfrm>
              <a:prstGeom prst="line">
                <a:avLst/>
              </a:prstGeom>
              <a:noFill/>
              <a:ln w="38100">
                <a:solidFill>
                  <a:srgbClr val="6633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" name="Group 23">
                <a:extLst>
                  <a:ext uri="{FF2B5EF4-FFF2-40B4-BE49-F238E27FC236}">
                    <a16:creationId xmlns:a16="http://schemas.microsoft.com/office/drawing/2014/main" id="{004AE9AA-348E-46A1-AC6F-B8060E022F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0600" y="2438400"/>
                <a:ext cx="1981200" cy="4267200"/>
                <a:chOff x="720" y="1632"/>
                <a:chExt cx="1248" cy="2688"/>
              </a:xfrm>
            </p:grpSpPr>
            <p:sp>
              <p:nvSpPr>
                <p:cNvPr id="20" name="Line 14">
                  <a:extLst>
                    <a:ext uri="{FF2B5EF4-FFF2-40B4-BE49-F238E27FC236}">
                      <a16:creationId xmlns:a16="http://schemas.microsoft.com/office/drawing/2014/main" id="{625C010C-F54D-46C1-8F4E-CC6384F013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0" y="1632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Line 15">
                  <a:extLst>
                    <a:ext uri="{FF2B5EF4-FFF2-40B4-BE49-F238E27FC236}">
                      <a16:creationId xmlns:a16="http://schemas.microsoft.com/office/drawing/2014/main" id="{DD702F32-2A3F-4E76-B669-62231A399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0" y="2496"/>
                  <a:ext cx="1104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Line 16">
                  <a:extLst>
                    <a:ext uri="{FF2B5EF4-FFF2-40B4-BE49-F238E27FC236}">
                      <a16:creationId xmlns:a16="http://schemas.microsoft.com/office/drawing/2014/main" id="{351AE89E-0431-481D-8B94-0626B63A07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736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Line 17">
                  <a:extLst>
                    <a:ext uri="{FF2B5EF4-FFF2-40B4-BE49-F238E27FC236}">
                      <a16:creationId xmlns:a16="http://schemas.microsoft.com/office/drawing/2014/main" id="{C79961B0-5756-4F1B-A0E2-383028252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216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Line 18">
                  <a:extLst>
                    <a:ext uri="{FF2B5EF4-FFF2-40B4-BE49-F238E27FC236}">
                      <a16:creationId xmlns:a16="http://schemas.microsoft.com/office/drawing/2014/main" id="{1B7A95F4-1308-4271-B2A9-FC6E020969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696"/>
                  <a:ext cx="124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Line 19">
                  <a:extLst>
                    <a:ext uri="{FF2B5EF4-FFF2-40B4-BE49-F238E27FC236}">
                      <a16:creationId xmlns:a16="http://schemas.microsoft.com/office/drawing/2014/main" id="{3C852409-39A5-48D4-B22A-481C52D05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0" y="3468"/>
                  <a:ext cx="336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Line 20">
                  <a:extLst>
                    <a:ext uri="{FF2B5EF4-FFF2-40B4-BE49-F238E27FC236}">
                      <a16:creationId xmlns:a16="http://schemas.microsoft.com/office/drawing/2014/main" id="{31106DAD-96F0-43CB-A300-FF3BBCAD9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20" y="3360"/>
                  <a:ext cx="24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aphicFrame>
            <p:nvGraphicFramePr>
              <p:cNvPr id="19" name="Object 21">
                <a:extLst>
                  <a:ext uri="{FF2B5EF4-FFF2-40B4-BE49-F238E27FC236}">
                    <a16:creationId xmlns:a16="http://schemas.microsoft.com/office/drawing/2014/main" id="{FB02A0A8-CD78-417F-ABE0-920EADDBD8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76400" y="2492375"/>
              <a:ext cx="238125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41195" imgH="330057" progId="Equation.DSMT4">
                      <p:embed/>
                    </p:oleObj>
                  </mc:Choice>
                  <mc:Fallback>
                    <p:oleObj name="Equation" r:id="rId9" imgW="241195" imgH="330057" progId="Equation.DSMT4">
                      <p:embed/>
                      <p:pic>
                        <p:nvPicPr>
                          <p:cNvPr id="40979" name="Object 21">
                            <a:extLst>
                              <a:ext uri="{FF2B5EF4-FFF2-40B4-BE49-F238E27FC236}">
                                <a16:creationId xmlns:a16="http://schemas.microsoft.com/office/drawing/2014/main" id="{6CDD7C6E-56B4-4F25-8336-B200034B88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6400" y="2492375"/>
                            <a:ext cx="238125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21">
              <a:extLst>
                <a:ext uri="{FF2B5EF4-FFF2-40B4-BE49-F238E27FC236}">
                  <a16:creationId xmlns:a16="http://schemas.microsoft.com/office/drawing/2014/main" id="{C34A6FB2-79F3-4062-B133-543E0548C2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1200" y="5110163"/>
            <a:ext cx="1041400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54100" imgH="457200" progId="Equation.DSMT4">
                    <p:embed/>
                  </p:oleObj>
                </mc:Choice>
                <mc:Fallback>
                  <p:oleObj name="Equation" r:id="rId11" imgW="1054100" imgH="457200" progId="Equation.DSMT4">
                    <p:embed/>
                    <p:pic>
                      <p:nvPicPr>
                        <p:cNvPr id="40973" name="Object 21">
                          <a:extLst>
                            <a:ext uri="{FF2B5EF4-FFF2-40B4-BE49-F238E27FC236}">
                              <a16:creationId xmlns:a16="http://schemas.microsoft.com/office/drawing/2014/main" id="{0C851207-544D-4214-8249-3CD23E874B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5110163"/>
                          <a:ext cx="1041400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1">
              <a:extLst>
                <a:ext uri="{FF2B5EF4-FFF2-40B4-BE49-F238E27FC236}">
                  <a16:creationId xmlns:a16="http://schemas.microsoft.com/office/drawing/2014/main" id="{9FAB9BFF-DC7A-4E5D-88F7-D432701062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0978434"/>
                </p:ext>
              </p:extLst>
            </p:nvPr>
          </p:nvGraphicFramePr>
          <p:xfrm>
            <a:off x="2285998" y="3277377"/>
            <a:ext cx="1802500" cy="455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815840" imgH="457200" progId="Equation.DSMT4">
                    <p:embed/>
                  </p:oleObj>
                </mc:Choice>
                <mc:Fallback>
                  <p:oleObj name="Equation" r:id="rId13" imgW="1815840" imgH="457200" progId="Equation.DSMT4">
                    <p:embed/>
                    <p:pic>
                      <p:nvPicPr>
                        <p:cNvPr id="40974" name="Object 21">
                          <a:extLst>
                            <a:ext uri="{FF2B5EF4-FFF2-40B4-BE49-F238E27FC236}">
                              <a16:creationId xmlns:a16="http://schemas.microsoft.com/office/drawing/2014/main" id="{34C08504-4731-49A9-838A-8280BCD05D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998" y="3277377"/>
                          <a:ext cx="1802500" cy="4556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Box 1">
            <a:extLst>
              <a:ext uri="{FF2B5EF4-FFF2-40B4-BE49-F238E27FC236}">
                <a16:creationId xmlns:a16="http://schemas.microsoft.com/office/drawing/2014/main" id="{5F9B735D-6179-4624-8517-30B7980F4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91" y="5037200"/>
            <a:ext cx="8367252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 b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 b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E42D1-400A-4633-8A46-7D893A59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91" y="5820776"/>
            <a:ext cx="621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vector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pvt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3">
            <a:extLst>
              <a:ext uri="{FF2B5EF4-FFF2-40B4-BE49-F238E27FC236}">
                <a16:creationId xmlns:a16="http://schemas.microsoft.com/office/drawing/2014/main" id="{E6F6B0AC-3B87-4064-A406-86377BB1F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Tiếp diện – Pháp tuyến của mặt cong</a:t>
            </a:r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921D94D9-DE41-4688-BC64-F2F0B7F827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75391"/>
              </p:ext>
            </p:extLst>
          </p:nvPr>
        </p:nvGraphicFramePr>
        <p:xfrm>
          <a:off x="1012097" y="1009388"/>
          <a:ext cx="4502727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48300" imgH="482600" progId="Equation.DSMT4">
                  <p:embed/>
                </p:oleObj>
              </mc:Choice>
              <mc:Fallback>
                <p:oleObj name="Equation" r:id="rId2" imgW="5448300" imgH="482600" progId="Equation.DSMT4">
                  <p:embed/>
                  <p:pic>
                    <p:nvPicPr>
                      <p:cNvPr id="5" name="Object 1">
                        <a:extLst>
                          <a:ext uri="{FF2B5EF4-FFF2-40B4-BE49-F238E27FC236}">
                            <a16:creationId xmlns:a16="http://schemas.microsoft.com/office/drawing/2014/main" id="{921D94D9-DE41-4688-BC64-F2F0B7F827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097" y="1009388"/>
                        <a:ext cx="4502727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4CB52A-2F7D-4B78-B1BE-63645E6D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146" y="1786033"/>
            <a:ext cx="5123873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 sử tiếp diện (</a:t>
            </a: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của </a:t>
            </a: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tại </a:t>
            </a: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có dạng:</a:t>
            </a:r>
          </a:p>
        </p:txBody>
      </p:sp>
      <p:graphicFrame>
        <p:nvGraphicFramePr>
          <p:cNvPr id="8" name="Object 1">
            <a:extLst>
              <a:ext uri="{FF2B5EF4-FFF2-40B4-BE49-F238E27FC236}">
                <a16:creationId xmlns:a16="http://schemas.microsoft.com/office/drawing/2014/main" id="{CDD9E99E-0324-4CC2-BE82-757D8BF463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788052"/>
              </p:ext>
            </p:extLst>
          </p:nvPr>
        </p:nvGraphicFramePr>
        <p:xfrm>
          <a:off x="5762630" y="1926568"/>
          <a:ext cx="4292810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94300" imgH="482600" progId="Equation.DSMT4">
                  <p:embed/>
                </p:oleObj>
              </mc:Choice>
              <mc:Fallback>
                <p:oleObj name="Equation" r:id="rId4" imgW="5194300" imgH="482600" progId="Equation.DSMT4">
                  <p:embed/>
                  <p:pic>
                    <p:nvPicPr>
                      <p:cNvPr id="8" name="Object 1">
                        <a:extLst>
                          <a:ext uri="{FF2B5EF4-FFF2-40B4-BE49-F238E27FC236}">
                            <a16:creationId xmlns:a16="http://schemas.microsoft.com/office/drawing/2014/main" id="{CDD9E99E-0324-4CC2-BE82-757D8BF463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0" y="1926568"/>
                        <a:ext cx="4292810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6F581B-D4AF-B0F7-9F2C-8549ECC57BD2}"/>
              </a:ext>
            </a:extLst>
          </p:cNvPr>
          <p:cNvSpPr txBox="1"/>
          <p:nvPr/>
        </p:nvSpPr>
        <p:spPr>
          <a:xfrm>
            <a:off x="875146" y="2653864"/>
            <a:ext cx="8605012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Khi đó giao tuyến của 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với mặt phẳng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có phương trình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DC36C-1840-25C9-244B-46CD111F0A77}"/>
              </a:ext>
            </a:extLst>
          </p:cNvPr>
          <p:cNvSpPr txBox="1"/>
          <p:nvPr/>
        </p:nvSpPr>
        <p:spPr>
          <a:xfrm>
            <a:off x="875146" y="4008744"/>
            <a:ext cx="7900992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và giao tuyến của 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với mặt phẳng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có phương trình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3">
            <a:extLst>
              <a:ext uri="{FF2B5EF4-FFF2-40B4-BE49-F238E27FC236}">
                <a16:creationId xmlns:a16="http://schemas.microsoft.com/office/drawing/2014/main" id="{C3EE8085-4183-4CED-B88F-B6034B384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Tiếp diện – Pháp tuyến của mặt cong</a:t>
            </a:r>
          </a:p>
        </p:txBody>
      </p:sp>
      <p:grpSp>
        <p:nvGrpSpPr>
          <p:cNvPr id="40963" name="Group 5">
            <a:extLst>
              <a:ext uri="{FF2B5EF4-FFF2-40B4-BE49-F238E27FC236}">
                <a16:creationId xmlns:a16="http://schemas.microsoft.com/office/drawing/2014/main" id="{1E9AFD4A-1B85-4405-952D-F87BAA098C10}"/>
              </a:ext>
            </a:extLst>
          </p:cNvPr>
          <p:cNvGrpSpPr>
            <a:grpSpLocks/>
          </p:cNvGrpSpPr>
          <p:nvPr/>
        </p:nvGrpSpPr>
        <p:grpSpPr bwMode="auto">
          <a:xfrm>
            <a:off x="1197347" y="1022096"/>
            <a:ext cx="6874861" cy="539377"/>
            <a:chOff x="533400" y="5324791"/>
            <a:chExt cx="6874861" cy="538692"/>
          </a:xfrm>
        </p:grpSpPr>
        <p:sp>
          <p:nvSpPr>
            <p:cNvPr id="40987" name="TextBox 26">
              <a:extLst>
                <a:ext uri="{FF2B5EF4-FFF2-40B4-BE49-F238E27FC236}">
                  <a16:creationId xmlns:a16="http://schemas.microsoft.com/office/drawing/2014/main" id="{6AA849A5-38CC-4E69-ADA8-FC0DCF53E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5324791"/>
              <a:ext cx="6874861" cy="538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 trình tiếp diện của                           tại </a:t>
              </a:r>
            </a:p>
          </p:txBody>
        </p:sp>
        <p:graphicFrame>
          <p:nvGraphicFramePr>
            <p:cNvPr id="40988" name="Object 2">
              <a:extLst>
                <a:ext uri="{FF2B5EF4-FFF2-40B4-BE49-F238E27FC236}">
                  <a16:creationId xmlns:a16="http://schemas.microsoft.com/office/drawing/2014/main" id="{A598E4C8-720B-483F-B867-9DA479EDAA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0477957"/>
                </p:ext>
              </p:extLst>
            </p:nvPr>
          </p:nvGraphicFramePr>
          <p:xfrm>
            <a:off x="3816593" y="5491126"/>
            <a:ext cx="1536214" cy="362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44700" imgH="482600" progId="Equation.DSMT4">
                    <p:embed/>
                  </p:oleObj>
                </mc:Choice>
                <mc:Fallback>
                  <p:oleObj name="Equation" r:id="rId2" imgW="2044700" imgH="482600" progId="Equation.DSMT4">
                    <p:embed/>
                    <p:pic>
                      <p:nvPicPr>
                        <p:cNvPr id="40988" name="Object 2">
                          <a:extLst>
                            <a:ext uri="{FF2B5EF4-FFF2-40B4-BE49-F238E27FC236}">
                              <a16:creationId xmlns:a16="http://schemas.microsoft.com/office/drawing/2014/main" id="{A598E4C8-720B-483F-B867-9DA479EDAA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593" y="5491126"/>
                          <a:ext cx="1536214" cy="362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9" name="Object 3">
              <a:extLst>
                <a:ext uri="{FF2B5EF4-FFF2-40B4-BE49-F238E27FC236}">
                  <a16:creationId xmlns:a16="http://schemas.microsoft.com/office/drawing/2014/main" id="{54D563F4-E10F-4ACD-BC2C-BA700AF309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3589031"/>
                </p:ext>
              </p:extLst>
            </p:nvPr>
          </p:nvGraphicFramePr>
          <p:xfrm>
            <a:off x="5881545" y="5490643"/>
            <a:ext cx="1316755" cy="3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52600" imgH="482600" progId="Equation.DSMT4">
                    <p:embed/>
                  </p:oleObj>
                </mc:Choice>
                <mc:Fallback>
                  <p:oleObj name="Equation" r:id="rId4" imgW="1752600" imgH="482600" progId="Equation.DSMT4">
                    <p:embed/>
                    <p:pic>
                      <p:nvPicPr>
                        <p:cNvPr id="40989" name="Object 3">
                          <a:extLst>
                            <a:ext uri="{FF2B5EF4-FFF2-40B4-BE49-F238E27FC236}">
                              <a16:creationId xmlns:a16="http://schemas.microsoft.com/office/drawing/2014/main" id="{54D563F4-E10F-4ACD-BC2C-BA700AF309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1545" y="5490643"/>
                          <a:ext cx="1316755" cy="3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2A5A292-C109-43CF-98E8-4093B819145B}"/>
              </a:ext>
            </a:extLst>
          </p:cNvPr>
          <p:cNvGrpSpPr>
            <a:grpSpLocks/>
          </p:cNvGrpSpPr>
          <p:nvPr/>
        </p:nvGrpSpPr>
        <p:grpSpPr bwMode="auto">
          <a:xfrm>
            <a:off x="7749537" y="2569430"/>
            <a:ext cx="3049588" cy="3276600"/>
            <a:chOff x="-19050" y="1676400"/>
            <a:chExt cx="3886200" cy="5029200"/>
          </a:xfrm>
        </p:grpSpPr>
        <p:grpSp>
          <p:nvGrpSpPr>
            <p:cNvPr id="40972" name="Group 56">
              <a:extLst>
                <a:ext uri="{FF2B5EF4-FFF2-40B4-BE49-F238E27FC236}">
                  <a16:creationId xmlns:a16="http://schemas.microsoft.com/office/drawing/2014/main" id="{D25CDF0B-76DD-4989-8D7D-108E4F3D7E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9050" y="1676400"/>
              <a:ext cx="3886200" cy="5029200"/>
              <a:chOff x="-19050" y="1676400"/>
              <a:chExt cx="3886200" cy="5029200"/>
            </a:xfrm>
          </p:grpSpPr>
          <p:pic>
            <p:nvPicPr>
              <p:cNvPr id="40975" name="Picture 11">
                <a:extLst>
                  <a:ext uri="{FF2B5EF4-FFF2-40B4-BE49-F238E27FC236}">
                    <a16:creationId xmlns:a16="http://schemas.microsoft.com/office/drawing/2014/main" id="{62A8210D-7DA4-4C99-A907-FF0598975E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9050" y="1676400"/>
                <a:ext cx="3886200" cy="419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76" name="Line 12">
                <a:extLst>
                  <a:ext uri="{FF2B5EF4-FFF2-40B4-BE49-F238E27FC236}">
                    <a16:creationId xmlns:a16="http://schemas.microsoft.com/office/drawing/2014/main" id="{59714DE5-5412-40D1-AFD5-82A96F96B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5000" y="3524250"/>
                <a:ext cx="0" cy="1828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200"/>
              </a:p>
            </p:txBody>
          </p:sp>
          <p:sp>
            <p:nvSpPr>
              <p:cNvPr id="40977" name="Line 13">
                <a:extLst>
                  <a:ext uri="{FF2B5EF4-FFF2-40B4-BE49-F238E27FC236}">
                    <a16:creationId xmlns:a16="http://schemas.microsoft.com/office/drawing/2014/main" id="{DAF10121-8655-480F-B389-EFBC5B82C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71600" y="2762250"/>
                <a:ext cx="533400" cy="762000"/>
              </a:xfrm>
              <a:prstGeom prst="line">
                <a:avLst/>
              </a:prstGeom>
              <a:noFill/>
              <a:ln w="38100">
                <a:solidFill>
                  <a:srgbClr val="6633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200"/>
              </a:p>
            </p:txBody>
          </p:sp>
          <p:grpSp>
            <p:nvGrpSpPr>
              <p:cNvPr id="40978" name="Group 23">
                <a:extLst>
                  <a:ext uri="{FF2B5EF4-FFF2-40B4-BE49-F238E27FC236}">
                    <a16:creationId xmlns:a16="http://schemas.microsoft.com/office/drawing/2014/main" id="{99AAC12C-B993-4CF7-AF2E-7F63F3BAC6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0600" y="2438400"/>
                <a:ext cx="1981200" cy="4267200"/>
                <a:chOff x="720" y="1632"/>
                <a:chExt cx="1248" cy="2688"/>
              </a:xfrm>
            </p:grpSpPr>
            <p:sp>
              <p:nvSpPr>
                <p:cNvPr id="40980" name="Line 14">
                  <a:extLst>
                    <a:ext uri="{FF2B5EF4-FFF2-40B4-BE49-F238E27FC236}">
                      <a16:creationId xmlns:a16="http://schemas.microsoft.com/office/drawing/2014/main" id="{76B28688-F513-46FA-9098-F1E1BBC1CA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0" y="1632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1" name="Line 15">
                  <a:extLst>
                    <a:ext uri="{FF2B5EF4-FFF2-40B4-BE49-F238E27FC236}">
                      <a16:creationId xmlns:a16="http://schemas.microsoft.com/office/drawing/2014/main" id="{A0FA07A3-379D-4203-8328-99362A9D1D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0" y="2496"/>
                  <a:ext cx="1104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2" name="Line 16">
                  <a:extLst>
                    <a:ext uri="{FF2B5EF4-FFF2-40B4-BE49-F238E27FC236}">
                      <a16:creationId xmlns:a16="http://schemas.microsoft.com/office/drawing/2014/main" id="{824D23DE-0E04-4A49-B792-2B6A6366CD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736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3" name="Line 17">
                  <a:extLst>
                    <a:ext uri="{FF2B5EF4-FFF2-40B4-BE49-F238E27FC236}">
                      <a16:creationId xmlns:a16="http://schemas.microsoft.com/office/drawing/2014/main" id="{AB68A4BF-D089-439D-8C03-69E147CB74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216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4" name="Line 18">
                  <a:extLst>
                    <a:ext uri="{FF2B5EF4-FFF2-40B4-BE49-F238E27FC236}">
                      <a16:creationId xmlns:a16="http://schemas.microsoft.com/office/drawing/2014/main" id="{F557FC93-5E9F-4D28-BFE2-ED267F188D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696"/>
                  <a:ext cx="124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5" name="Line 19">
                  <a:extLst>
                    <a:ext uri="{FF2B5EF4-FFF2-40B4-BE49-F238E27FC236}">
                      <a16:creationId xmlns:a16="http://schemas.microsoft.com/office/drawing/2014/main" id="{64D2CD92-D1BE-420F-93FC-3714B1DD5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0" y="3468"/>
                  <a:ext cx="336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  <p:sp>
              <p:nvSpPr>
                <p:cNvPr id="40986" name="Line 20">
                  <a:extLst>
                    <a:ext uri="{FF2B5EF4-FFF2-40B4-BE49-F238E27FC236}">
                      <a16:creationId xmlns:a16="http://schemas.microsoft.com/office/drawing/2014/main" id="{F32F31BC-1579-4727-996B-734D20E31B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20" y="3360"/>
                  <a:ext cx="24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200"/>
                </a:p>
              </p:txBody>
            </p:sp>
          </p:grpSp>
          <p:graphicFrame>
            <p:nvGraphicFramePr>
              <p:cNvPr id="40979" name="Object 21">
                <a:extLst>
                  <a:ext uri="{FF2B5EF4-FFF2-40B4-BE49-F238E27FC236}">
                    <a16:creationId xmlns:a16="http://schemas.microsoft.com/office/drawing/2014/main" id="{6CDD7C6E-56B4-4F25-8336-B200034B88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76400" y="2492375"/>
              <a:ext cx="238125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41195" imgH="330057" progId="Equation.DSMT4">
                      <p:embed/>
                    </p:oleObj>
                  </mc:Choice>
                  <mc:Fallback>
                    <p:oleObj name="Equation" r:id="rId7" imgW="241195" imgH="330057" progId="Equation.DSMT4">
                      <p:embed/>
                      <p:pic>
                        <p:nvPicPr>
                          <p:cNvPr id="40979" name="Object 21">
                            <a:extLst>
                              <a:ext uri="{FF2B5EF4-FFF2-40B4-BE49-F238E27FC236}">
                                <a16:creationId xmlns:a16="http://schemas.microsoft.com/office/drawing/2014/main" id="{6CDD7C6E-56B4-4F25-8336-B200034B88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6400" y="2492375"/>
                            <a:ext cx="238125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973" name="Object 21">
              <a:extLst>
                <a:ext uri="{FF2B5EF4-FFF2-40B4-BE49-F238E27FC236}">
                  <a16:creationId xmlns:a16="http://schemas.microsoft.com/office/drawing/2014/main" id="{0C851207-544D-4214-8249-3CD23E874B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1200" y="5110163"/>
            <a:ext cx="1041400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54100" imgH="457200" progId="Equation.DSMT4">
                    <p:embed/>
                  </p:oleObj>
                </mc:Choice>
                <mc:Fallback>
                  <p:oleObj name="Equation" r:id="rId9" imgW="1054100" imgH="457200" progId="Equation.DSMT4">
                    <p:embed/>
                    <p:pic>
                      <p:nvPicPr>
                        <p:cNvPr id="40973" name="Object 21">
                          <a:extLst>
                            <a:ext uri="{FF2B5EF4-FFF2-40B4-BE49-F238E27FC236}">
                              <a16:creationId xmlns:a16="http://schemas.microsoft.com/office/drawing/2014/main" id="{0C851207-544D-4214-8249-3CD23E874B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5110163"/>
                          <a:ext cx="1041400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4" name="Object 21">
              <a:extLst>
                <a:ext uri="{FF2B5EF4-FFF2-40B4-BE49-F238E27FC236}">
                  <a16:creationId xmlns:a16="http://schemas.microsoft.com/office/drawing/2014/main" id="{34C08504-4731-49A9-838A-8280BCD05D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2175" y="3292475"/>
            <a:ext cx="276225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79279" imgH="291973" progId="Equation.DSMT4">
                    <p:embed/>
                  </p:oleObj>
                </mc:Choice>
                <mc:Fallback>
                  <p:oleObj name="Equation" r:id="rId11" imgW="279279" imgH="291973" progId="Equation.DSMT4">
                    <p:embed/>
                    <p:pic>
                      <p:nvPicPr>
                        <p:cNvPr id="40974" name="Object 21">
                          <a:extLst>
                            <a:ext uri="{FF2B5EF4-FFF2-40B4-BE49-F238E27FC236}">
                              <a16:creationId xmlns:a16="http://schemas.microsoft.com/office/drawing/2014/main" id="{34C08504-4731-49A9-838A-8280BCD05D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2175" y="3292475"/>
                          <a:ext cx="276225" cy="288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514D33E-C97D-458F-AC25-F953926B7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237" y="2840576"/>
            <a:ext cx="621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3" name="Group 9">
            <a:extLst>
              <a:ext uri="{FF2B5EF4-FFF2-40B4-BE49-F238E27FC236}">
                <a16:creationId xmlns:a16="http://schemas.microsoft.com/office/drawing/2014/main" id="{2FFFEE40-AED9-469E-AC57-11BE4A882873}"/>
              </a:ext>
            </a:extLst>
          </p:cNvPr>
          <p:cNvGrpSpPr>
            <a:grpSpLocks/>
          </p:cNvGrpSpPr>
          <p:nvPr/>
        </p:nvGrpSpPr>
        <p:grpSpPr bwMode="auto">
          <a:xfrm>
            <a:off x="1197347" y="5095946"/>
            <a:ext cx="4156364" cy="944628"/>
            <a:chOff x="1980096" y="5249779"/>
            <a:chExt cx="4956313" cy="1082842"/>
          </a:xfrm>
        </p:grpSpPr>
        <p:sp>
          <p:nvSpPr>
            <p:cNvPr id="40970" name="Rectangle 5">
              <a:extLst>
                <a:ext uri="{FF2B5EF4-FFF2-40B4-BE49-F238E27FC236}">
                  <a16:creationId xmlns:a16="http://schemas.microsoft.com/office/drawing/2014/main" id="{A20C3BF3-2B7A-45CF-9655-6F4009CA7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096" y="5249779"/>
              <a:ext cx="4956313" cy="1082842"/>
            </a:xfrm>
            <a:prstGeom prst="rect">
              <a:avLst/>
            </a:prstGeom>
            <a:solidFill>
              <a:srgbClr val="FFC000">
                <a:alpha val="21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/>
            </a:p>
          </p:txBody>
        </p:sp>
        <p:graphicFrame>
          <p:nvGraphicFramePr>
            <p:cNvPr id="40971" name="Object 5">
              <a:extLst>
                <a:ext uri="{FF2B5EF4-FFF2-40B4-BE49-F238E27FC236}">
                  <a16:creationId xmlns:a16="http://schemas.microsoft.com/office/drawing/2014/main" id="{7C040A1C-0437-4291-8A03-2AE9531BBA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612633"/>
                </p:ext>
              </p:extLst>
            </p:nvPr>
          </p:nvGraphicFramePr>
          <p:xfrm>
            <a:off x="2222232" y="5280368"/>
            <a:ext cx="4442956" cy="913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508280" imgH="965160" progId="Equation.DSMT4">
                    <p:embed/>
                  </p:oleObj>
                </mc:Choice>
                <mc:Fallback>
                  <p:oleObj name="Equation" r:id="rId13" imgW="4508280" imgH="965160" progId="Equation.DSMT4">
                    <p:embed/>
                    <p:pic>
                      <p:nvPicPr>
                        <p:cNvPr id="40971" name="Object 5">
                          <a:extLst>
                            <a:ext uri="{FF2B5EF4-FFF2-40B4-BE49-F238E27FC236}">
                              <a16:creationId xmlns:a16="http://schemas.microsoft.com/office/drawing/2014/main" id="{7C040A1C-0437-4291-8A03-2AE9531BBA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2232" y="5280368"/>
                          <a:ext cx="4442956" cy="913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9F7BA35-574B-4ACD-B051-89F3F5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97" y="4335320"/>
            <a:ext cx="487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Pt pháp tuyến của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62379-0CAC-48AC-8C2F-DD5B93EE1E6B}"/>
              </a:ext>
            </a:extLst>
          </p:cNvPr>
          <p:cNvGrpSpPr/>
          <p:nvPr/>
        </p:nvGrpSpPr>
        <p:grpSpPr>
          <a:xfrm>
            <a:off x="1197347" y="1840909"/>
            <a:ext cx="6506212" cy="725685"/>
            <a:chOff x="1197347" y="2303027"/>
            <a:chExt cx="6506212" cy="72568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51B0F4-7789-4301-AF38-892B00DEF884}"/>
                </a:ext>
              </a:extLst>
            </p:cNvPr>
            <p:cNvSpPr/>
            <p:nvPr/>
          </p:nvSpPr>
          <p:spPr>
            <a:xfrm>
              <a:off x="1197347" y="2303027"/>
              <a:ext cx="6506212" cy="725685"/>
            </a:xfrm>
            <a:prstGeom prst="rect">
              <a:avLst/>
            </a:prstGeom>
            <a:solidFill>
              <a:srgbClr val="FFC000">
                <a:alpha val="16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3D5516DD-6737-4DC6-B9D4-5EEE538D8F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463130"/>
                </p:ext>
              </p:extLst>
            </p:nvPr>
          </p:nvGraphicFramePr>
          <p:xfrm>
            <a:off x="1325756" y="2474859"/>
            <a:ext cx="6256337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256062" imgH="410267" progId="Equation.DSMT4">
                    <p:embed/>
                  </p:oleObj>
                </mc:Choice>
                <mc:Fallback>
                  <p:oleObj name="Equation" r:id="rId15" imgW="6256062" imgH="410267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25756" y="2474859"/>
                          <a:ext cx="6256337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496673-535F-4C6E-992E-A931206BE62D}"/>
              </a:ext>
            </a:extLst>
          </p:cNvPr>
          <p:cNvGrpSpPr/>
          <p:nvPr/>
        </p:nvGrpSpPr>
        <p:grpSpPr>
          <a:xfrm>
            <a:off x="1197347" y="3405128"/>
            <a:ext cx="2532594" cy="715568"/>
            <a:chOff x="2517138" y="3589586"/>
            <a:chExt cx="2532594" cy="7155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3A0562-C8A1-41B2-9125-97D3255201C4}"/>
                </a:ext>
              </a:extLst>
            </p:cNvPr>
            <p:cNvSpPr/>
            <p:nvPr/>
          </p:nvSpPr>
          <p:spPr>
            <a:xfrm>
              <a:off x="2517138" y="3589586"/>
              <a:ext cx="2532594" cy="715568"/>
            </a:xfrm>
            <a:prstGeom prst="rect">
              <a:avLst/>
            </a:prstGeom>
            <a:solidFill>
              <a:srgbClr val="FFC000">
                <a:alpha val="1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013AA42D-556F-43B6-A002-769A1F1E9E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629238"/>
                </p:ext>
              </p:extLst>
            </p:nvPr>
          </p:nvGraphicFramePr>
          <p:xfrm>
            <a:off x="2712666" y="3737046"/>
            <a:ext cx="2141537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141368" imgH="483092" progId="Equation.DSMT4">
                    <p:embed/>
                  </p:oleObj>
                </mc:Choice>
                <mc:Fallback>
                  <p:oleObj name="Equation" r:id="rId17" imgW="2141368" imgH="483092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712666" y="3737046"/>
                          <a:ext cx="2141537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574183AE-5F8A-474B-83C3-834BACB90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graphicFrame>
        <p:nvGraphicFramePr>
          <p:cNvPr id="43012" name="Object 2">
            <a:extLst>
              <a:ext uri="{FF2B5EF4-FFF2-40B4-BE49-F238E27FC236}">
                <a16:creationId xmlns:a16="http://schemas.microsoft.com/office/drawing/2014/main" id="{CDE625A2-143E-4D63-884D-4DD552B46C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254765"/>
              </p:ext>
            </p:extLst>
          </p:nvPr>
        </p:nvGraphicFramePr>
        <p:xfrm>
          <a:off x="7425303" y="1018003"/>
          <a:ext cx="3379669" cy="72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9400" imgH="876300" progId="Equation.DSMT4">
                  <p:embed/>
                </p:oleObj>
              </mc:Choice>
              <mc:Fallback>
                <p:oleObj name="Equation" r:id="rId2" imgW="4089400" imgH="876300" progId="Equation.DSMT4">
                  <p:embed/>
                  <p:pic>
                    <p:nvPicPr>
                      <p:cNvPr id="43012" name="Object 2">
                        <a:extLst>
                          <a:ext uri="{FF2B5EF4-FFF2-40B4-BE49-F238E27FC236}">
                            <a16:creationId xmlns:a16="http://schemas.microsoft.com/office/drawing/2014/main" id="{CDE625A2-143E-4D63-884D-4DD552B46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5303" y="1018003"/>
                        <a:ext cx="3379669" cy="724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797BC34-B112-4732-AB7B-1903B8E26B81}"/>
              </a:ext>
            </a:extLst>
          </p:cNvPr>
          <p:cNvGrpSpPr/>
          <p:nvPr/>
        </p:nvGrpSpPr>
        <p:grpSpPr>
          <a:xfrm>
            <a:off x="863600" y="1060665"/>
            <a:ext cx="6904182" cy="539378"/>
            <a:chOff x="1981200" y="785814"/>
            <a:chExt cx="6904182" cy="539378"/>
          </a:xfrm>
        </p:grpSpPr>
        <p:sp>
          <p:nvSpPr>
            <p:cNvPr id="43011" name="TextBox 2">
              <a:extLst>
                <a:ext uri="{FF2B5EF4-FFF2-40B4-BE49-F238E27FC236}">
                  <a16:creationId xmlns:a16="http://schemas.microsoft.com/office/drawing/2014/main" id="{92396903-FD59-4982-89E8-35FC521C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785814"/>
              <a:ext cx="6904182" cy="53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1/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Tìm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diện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cong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013" name="Object 3">
              <a:extLst>
                <a:ext uri="{FF2B5EF4-FFF2-40B4-BE49-F238E27FC236}">
                  <a16:creationId xmlns:a16="http://schemas.microsoft.com/office/drawing/2014/main" id="{29E93F77-3D4F-42E4-A956-5AC6F2CE02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678702"/>
                </p:ext>
              </p:extLst>
            </p:nvPr>
          </p:nvGraphicFramePr>
          <p:xfrm>
            <a:off x="5876789" y="988894"/>
            <a:ext cx="696544" cy="295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6698" imgH="393529" progId="Equation.DSMT4">
                    <p:embed/>
                  </p:oleObj>
                </mc:Choice>
                <mc:Fallback>
                  <p:oleObj name="Equation" r:id="rId4" imgW="926698" imgH="393529" progId="Equation.DSMT4">
                    <p:embed/>
                    <p:pic>
                      <p:nvPicPr>
                        <p:cNvPr id="43013" name="Object 3">
                          <a:extLst>
                            <a:ext uri="{FF2B5EF4-FFF2-40B4-BE49-F238E27FC236}">
                              <a16:creationId xmlns:a16="http://schemas.microsoft.com/office/drawing/2014/main" id="{29E93F77-3D4F-42E4-A956-5AC6F2CE02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6789" y="988894"/>
                          <a:ext cx="696544" cy="295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60">
            <a:extLst>
              <a:ext uri="{FF2B5EF4-FFF2-40B4-BE49-F238E27FC236}">
                <a16:creationId xmlns:a16="http://schemas.microsoft.com/office/drawing/2014/main" id="{072E895A-6D24-44DA-89AA-AA480359D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385309"/>
              </p:ext>
            </p:extLst>
          </p:nvPr>
        </p:nvGraphicFramePr>
        <p:xfrm>
          <a:off x="1512245" y="2081909"/>
          <a:ext cx="6255537" cy="40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569200" imgH="495300" progId="Equation.DSMT4">
                  <p:embed/>
                </p:oleObj>
              </mc:Choice>
              <mc:Fallback>
                <p:oleObj name="Equation" r:id="rId6" imgW="7569200" imgH="495300" progId="Equation.DSMT4">
                  <p:embed/>
                  <p:pic>
                    <p:nvPicPr>
                      <p:cNvPr id="8" name="Object 60">
                        <a:extLst>
                          <a:ext uri="{FF2B5EF4-FFF2-40B4-BE49-F238E27FC236}">
                            <a16:creationId xmlns:a16="http://schemas.microsoft.com/office/drawing/2014/main" id="{072E895A-6D24-44DA-89AA-AA480359D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245" y="2081909"/>
                        <a:ext cx="6255537" cy="40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954613DF-D419-4576-B18B-F4E73957E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graphicFrame>
        <p:nvGraphicFramePr>
          <p:cNvPr id="44036" name="Object 2">
            <a:extLst>
              <a:ext uri="{FF2B5EF4-FFF2-40B4-BE49-F238E27FC236}">
                <a16:creationId xmlns:a16="http://schemas.microsoft.com/office/drawing/2014/main" id="{256959F6-E9BE-4DF3-8C59-A1733AF1B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189283"/>
              </p:ext>
            </p:extLst>
          </p:nvPr>
        </p:nvGraphicFramePr>
        <p:xfrm>
          <a:off x="2188912" y="1871386"/>
          <a:ext cx="2088677" cy="430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300" imgH="520700" progId="Equation.DSMT4">
                  <p:embed/>
                </p:oleObj>
              </mc:Choice>
              <mc:Fallback>
                <p:oleObj name="Equation" r:id="rId2" imgW="2527300" imgH="520700" progId="Equation.DSMT4">
                  <p:embed/>
                  <p:pic>
                    <p:nvPicPr>
                      <p:cNvPr id="44036" name="Object 2">
                        <a:extLst>
                          <a:ext uri="{FF2B5EF4-FFF2-40B4-BE49-F238E27FC236}">
                            <a16:creationId xmlns:a16="http://schemas.microsoft.com/office/drawing/2014/main" id="{256959F6-E9BE-4DF3-8C59-A1733AF1B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912" y="1871386"/>
                        <a:ext cx="2088677" cy="430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9841E329-3BF9-4812-B61E-6536EBF5F702}"/>
              </a:ext>
            </a:extLst>
          </p:cNvPr>
          <p:cNvGrpSpPr/>
          <p:nvPr/>
        </p:nvGrpSpPr>
        <p:grpSpPr>
          <a:xfrm>
            <a:off x="891310" y="954211"/>
            <a:ext cx="8960851" cy="602272"/>
            <a:chOff x="2128982" y="1000701"/>
            <a:chExt cx="8960851" cy="602272"/>
          </a:xfrm>
        </p:grpSpPr>
        <p:sp>
          <p:nvSpPr>
            <p:cNvPr id="44035" name="TextBox 2">
              <a:extLst>
                <a:ext uri="{FF2B5EF4-FFF2-40B4-BE49-F238E27FC236}">
                  <a16:creationId xmlns:a16="http://schemas.microsoft.com/office/drawing/2014/main" id="{156186AD-5A0D-4D6C-81B0-3617B3F55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982" y="1000701"/>
              <a:ext cx="8960851" cy="53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2/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Tìm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diện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vector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44037" name="Object 3">
              <a:extLst>
                <a:ext uri="{FF2B5EF4-FFF2-40B4-BE49-F238E27FC236}">
                  <a16:creationId xmlns:a16="http://schemas.microsoft.com/office/drawing/2014/main" id="{6FA1281F-F566-4319-893A-073884D492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997778"/>
                </p:ext>
              </p:extLst>
            </p:nvPr>
          </p:nvGraphicFramePr>
          <p:xfrm>
            <a:off x="8217104" y="1106805"/>
            <a:ext cx="1249963" cy="496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63700" imgH="660400" progId="Equation.DSMT4">
                    <p:embed/>
                  </p:oleObj>
                </mc:Choice>
                <mc:Fallback>
                  <p:oleObj name="Equation" r:id="rId4" imgW="1663700" imgH="660400" progId="Equation.DSMT4">
                    <p:embed/>
                    <p:pic>
                      <p:nvPicPr>
                        <p:cNvPr id="44037" name="Object 3">
                          <a:extLst>
                            <a:ext uri="{FF2B5EF4-FFF2-40B4-BE49-F238E27FC236}">
                              <a16:creationId xmlns:a16="http://schemas.microsoft.com/office/drawing/2014/main" id="{6FA1281F-F566-4319-893A-073884D492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7104" y="1106805"/>
                          <a:ext cx="1249963" cy="496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101F-066A-4743-8388-CF30F541F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ĐẠO HÀM CẤP CAO</a:t>
            </a:r>
          </a:p>
        </p:txBody>
      </p:sp>
    </p:spTree>
    <p:extLst>
      <p:ext uri="{BB962C8B-B14F-4D97-AF65-F5344CB8AC3E}">
        <p14:creationId xmlns:p14="http://schemas.microsoft.com/office/powerpoint/2010/main" val="279297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7C951623-EF65-4542-A29D-2D48F4B5A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ĐẠO HÀM RIÊNG CẤP </a:t>
            </a:r>
            <a:r>
              <a:rPr lang="en-US" altLang="en-US" dirty="0"/>
              <a:t>HAI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652" name="Object 28">
            <a:extLst>
              <a:ext uri="{FF2B5EF4-FFF2-40B4-BE49-F238E27FC236}">
                <a16:creationId xmlns:a16="http://schemas.microsoft.com/office/drawing/2014/main" id="{FBCB64BA-EAF6-4584-B1EF-3BF107FED9DE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46932080"/>
              </p:ext>
            </p:extLst>
          </p:nvPr>
        </p:nvGraphicFramePr>
        <p:xfrm>
          <a:off x="2347133" y="3869738"/>
          <a:ext cx="3592037" cy="75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35360" imgH="977760" progId="Equation.DSMT4">
                  <p:embed/>
                </p:oleObj>
              </mc:Choice>
              <mc:Fallback>
                <p:oleObj name="Equation" r:id="rId2" imgW="4635360" imgH="977760" progId="Equation.DSMT4">
                  <p:embed/>
                  <p:pic>
                    <p:nvPicPr>
                      <p:cNvPr id="26652" name="Object 28">
                        <a:extLst>
                          <a:ext uri="{FF2B5EF4-FFF2-40B4-BE49-F238E27FC236}">
                            <a16:creationId xmlns:a16="http://schemas.microsoft.com/office/drawing/2014/main" id="{FBCB64BA-EAF6-4584-B1EF-3BF107FED9D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133" y="3869738"/>
                        <a:ext cx="3592037" cy="75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29">
            <a:extLst>
              <a:ext uri="{FF2B5EF4-FFF2-40B4-BE49-F238E27FC236}">
                <a16:creationId xmlns:a16="http://schemas.microsoft.com/office/drawing/2014/main" id="{5AC32DB0-FE02-4956-B93F-DD3CE95D031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47886779"/>
              </p:ext>
            </p:extLst>
          </p:nvPr>
        </p:nvGraphicFramePr>
        <p:xfrm>
          <a:off x="2385632" y="5024821"/>
          <a:ext cx="2329042" cy="832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6700" imgH="1003300" progId="Equation.DSMT4">
                  <p:embed/>
                </p:oleObj>
              </mc:Choice>
              <mc:Fallback>
                <p:oleObj name="Equation" r:id="rId4" imgW="2806700" imgH="1003300" progId="Equation.DSMT4">
                  <p:embed/>
                  <p:pic>
                    <p:nvPicPr>
                      <p:cNvPr id="26653" name="Object 29">
                        <a:extLst>
                          <a:ext uri="{FF2B5EF4-FFF2-40B4-BE49-F238E27FC236}">
                            <a16:creationId xmlns:a16="http://schemas.microsoft.com/office/drawing/2014/main" id="{5AC32DB0-FE02-4956-B93F-DD3CE95D031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632" y="5024821"/>
                        <a:ext cx="2329042" cy="832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>
            <a:extLst>
              <a:ext uri="{FF2B5EF4-FFF2-40B4-BE49-F238E27FC236}">
                <a16:creationId xmlns:a16="http://schemas.microsoft.com/office/drawing/2014/main" id="{DAFDC431-410B-4913-81BC-FBC36B32B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1121109"/>
            <a:ext cx="72366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altLang="en-US" sz="2200" b="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′</a:t>
            </a:r>
            <a:r>
              <a:rPr lang="en-US" altLang="en-US" sz="2200" b="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BD412F87-497F-4695-A9B9-2C1F1373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774" y="3781005"/>
            <a:ext cx="8577673" cy="21338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654" name="Object 30">
            <a:extLst>
              <a:ext uri="{FF2B5EF4-FFF2-40B4-BE49-F238E27FC236}">
                <a16:creationId xmlns:a16="http://schemas.microsoft.com/office/drawing/2014/main" id="{660F50CE-DBCB-4AAB-B257-D86231A18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997636"/>
              </p:ext>
            </p:extLst>
          </p:nvPr>
        </p:nvGraphicFramePr>
        <p:xfrm>
          <a:off x="6914739" y="3848320"/>
          <a:ext cx="2290007" cy="82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4000" imgH="1003300" progId="Equation.DSMT4">
                  <p:embed/>
                </p:oleObj>
              </mc:Choice>
              <mc:Fallback>
                <p:oleObj name="Equation" r:id="rId6" imgW="2794000" imgH="1003300" progId="Equation.DSMT4">
                  <p:embed/>
                  <p:pic>
                    <p:nvPicPr>
                      <p:cNvPr id="26654" name="Object 30">
                        <a:extLst>
                          <a:ext uri="{FF2B5EF4-FFF2-40B4-BE49-F238E27FC236}">
                            <a16:creationId xmlns:a16="http://schemas.microsoft.com/office/drawing/2014/main" id="{660F50CE-DBCB-4AAB-B257-D86231A187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4739" y="3848320"/>
                        <a:ext cx="2290007" cy="82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5" name="Object 31">
            <a:extLst>
              <a:ext uri="{FF2B5EF4-FFF2-40B4-BE49-F238E27FC236}">
                <a16:creationId xmlns:a16="http://schemas.microsoft.com/office/drawing/2014/main" id="{25B83389-1176-4107-89B2-A89EA1913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681799"/>
              </p:ext>
            </p:extLst>
          </p:nvPr>
        </p:nvGraphicFramePr>
        <p:xfrm>
          <a:off x="6865660" y="5014913"/>
          <a:ext cx="3390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24280" imgH="1054080" progId="Equation.DSMT4">
                  <p:embed/>
                </p:oleObj>
              </mc:Choice>
              <mc:Fallback>
                <p:oleObj name="Equation" r:id="rId8" imgW="4724280" imgH="1054080" progId="Equation.DSMT4">
                  <p:embed/>
                  <p:pic>
                    <p:nvPicPr>
                      <p:cNvPr id="26655" name="Object 31">
                        <a:extLst>
                          <a:ext uri="{FF2B5EF4-FFF2-40B4-BE49-F238E27FC236}">
                            <a16:creationId xmlns:a16="http://schemas.microsoft.com/office/drawing/2014/main" id="{25B83389-1176-4107-89B2-A89EA19136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660" y="5014913"/>
                        <a:ext cx="3390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>
            <a:extLst>
              <a:ext uri="{FF2B5EF4-FFF2-40B4-BE49-F238E27FC236}">
                <a16:creationId xmlns:a16="http://schemas.microsoft.com/office/drawing/2014/main" id="{92DAB006-2F4C-4AA1-87C6-E505F9D11D0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167806"/>
            <a:ext cx="8078788" cy="804863"/>
            <a:chOff x="288" y="1383"/>
            <a:chExt cx="5089" cy="507"/>
          </a:xfrm>
        </p:grpSpPr>
        <p:sp>
          <p:nvSpPr>
            <p:cNvPr id="27659" name="Rectangle 33">
              <a:extLst>
                <a:ext uri="{FF2B5EF4-FFF2-40B4-BE49-F238E27FC236}">
                  <a16:creationId xmlns:a16="http://schemas.microsoft.com/office/drawing/2014/main" id="{3C847AE1-012B-4474-8845-D57313E72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383"/>
              <a:ext cx="5089" cy="50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60" name="Text Box 35">
              <a:extLst>
                <a:ext uri="{FF2B5EF4-FFF2-40B4-BE49-F238E27FC236}">
                  <a16:creationId xmlns:a16="http://schemas.microsoft.com/office/drawing/2014/main" id="{D0339AEC-4BFA-412D-A1A0-999EB43A7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431"/>
              <a:ext cx="504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đhr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1(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′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′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/>
      <p:bldP spid="2665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DCD1693F-E7E1-4A82-91C1-D5BE239AC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</a:p>
        </p:txBody>
      </p:sp>
      <p:graphicFrame>
        <p:nvGraphicFramePr>
          <p:cNvPr id="28675" name="Object 5">
            <a:extLst>
              <a:ext uri="{FF2B5EF4-FFF2-40B4-BE49-F238E27FC236}">
                <a16:creationId xmlns:a16="http://schemas.microsoft.com/office/drawing/2014/main" id="{7B5C8715-24A9-44D7-B00E-7202ECB1C2B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22584405"/>
              </p:ext>
            </p:extLst>
          </p:nvPr>
        </p:nvGraphicFramePr>
        <p:xfrm>
          <a:off x="991755" y="976323"/>
          <a:ext cx="3463636" cy="430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0" imgH="520700" progId="Equation.DSMT4">
                  <p:embed/>
                </p:oleObj>
              </mc:Choice>
              <mc:Fallback>
                <p:oleObj name="Equation" r:id="rId2" imgW="4191000" imgH="520700" progId="Equation.DSMT4">
                  <p:embed/>
                  <p:pic>
                    <p:nvPicPr>
                      <p:cNvPr id="28675" name="Object 5">
                        <a:extLst>
                          <a:ext uri="{FF2B5EF4-FFF2-40B4-BE49-F238E27FC236}">
                            <a16:creationId xmlns:a16="http://schemas.microsoft.com/office/drawing/2014/main" id="{7B5C8715-24A9-44D7-B00E-7202ECB1C2B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755" y="976323"/>
                        <a:ext cx="3463636" cy="430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F1C5F4B4-CB32-4CAC-A630-2C7D4170A963}"/>
              </a:ext>
            </a:extLst>
          </p:cNvPr>
          <p:cNvGrpSpPr/>
          <p:nvPr/>
        </p:nvGrpSpPr>
        <p:grpSpPr>
          <a:xfrm>
            <a:off x="915207" y="1814513"/>
            <a:ext cx="5466543" cy="431800"/>
            <a:chOff x="915207" y="1814513"/>
            <a:chExt cx="5466543" cy="431800"/>
          </a:xfrm>
        </p:grpSpPr>
        <p:sp>
          <p:nvSpPr>
            <p:cNvPr id="28678" name="Text Box 7">
              <a:extLst>
                <a:ext uri="{FF2B5EF4-FFF2-40B4-BE49-F238E27FC236}">
                  <a16:creationId xmlns:a16="http://schemas.microsoft.com/office/drawing/2014/main" id="{6D8F703D-4BA8-4C92-8392-7E053A540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5207" y="1815426"/>
              <a:ext cx="465432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en-US" sz="22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endPara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6C31239A-59FD-4D6E-9C30-F1974A380F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7177710"/>
                </p:ext>
              </p:extLst>
            </p:nvPr>
          </p:nvGraphicFramePr>
          <p:xfrm>
            <a:off x="5403850" y="1814513"/>
            <a:ext cx="977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77760" imgH="431640" progId="Equation.DSMT4">
                    <p:embed/>
                  </p:oleObj>
                </mc:Choice>
                <mc:Fallback>
                  <p:oleObj name="Equation" r:id="rId4" imgW="97776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403850" y="1814513"/>
                          <a:ext cx="9779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>
            <a:extLst>
              <a:ext uri="{FF2B5EF4-FFF2-40B4-BE49-F238E27FC236}">
                <a16:creationId xmlns:a16="http://schemas.microsoft.com/office/drawing/2014/main" id="{85D5B193-E252-4F28-8C95-8CF568BD9846}"/>
              </a:ext>
            </a:extLst>
          </p:cNvPr>
          <p:cNvGrpSpPr>
            <a:grpSpLocks/>
          </p:cNvGrpSpPr>
          <p:nvPr/>
        </p:nvGrpSpPr>
        <p:grpSpPr bwMode="auto">
          <a:xfrm>
            <a:off x="913619" y="1105209"/>
            <a:ext cx="8288338" cy="495300"/>
            <a:chOff x="144" y="187"/>
            <a:chExt cx="5616" cy="312"/>
          </a:xfrm>
        </p:grpSpPr>
        <p:sp>
          <p:nvSpPr>
            <p:cNvPr id="30734" name="Text Box 4">
              <a:extLst>
                <a:ext uri="{FF2B5EF4-FFF2-40B4-BE49-F238E27FC236}">
                  <a16:creationId xmlns:a16="http://schemas.microsoft.com/office/drawing/2014/main" id="{4988CF45-D2EA-435E-99B9-FFF89259A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"/>
              <a:ext cx="561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quát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thì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hỗn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30735" name="Object 5">
              <a:extLst>
                <a:ext uri="{FF2B5EF4-FFF2-40B4-BE49-F238E27FC236}">
                  <a16:creationId xmlns:a16="http://schemas.microsoft.com/office/drawing/2014/main" id="{C11A759C-D390-48F1-8C7E-4056304C1A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483834"/>
                </p:ext>
              </p:extLst>
            </p:nvPr>
          </p:nvGraphicFramePr>
          <p:xfrm>
            <a:off x="4454" y="187"/>
            <a:ext cx="92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45616" imgH="495085" progId="Equation.DSMT4">
                    <p:embed/>
                  </p:oleObj>
                </mc:Choice>
                <mc:Fallback>
                  <p:oleObj name="Equation" r:id="rId2" imgW="1345616" imgH="495085" progId="Equation.DSMT4">
                    <p:embed/>
                    <p:pic>
                      <p:nvPicPr>
                        <p:cNvPr id="30735" name="Object 5">
                          <a:extLst>
                            <a:ext uri="{FF2B5EF4-FFF2-40B4-BE49-F238E27FC236}">
                              <a16:creationId xmlns:a16="http://schemas.microsoft.com/office/drawing/2014/main" id="{C11A759C-D390-48F1-8C7E-4056304C1A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4" y="187"/>
                          <a:ext cx="92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6D428E73-8E3E-4A2C-B1B3-F6896C43D5B8}"/>
              </a:ext>
            </a:extLst>
          </p:cNvPr>
          <p:cNvGrpSpPr>
            <a:grpSpLocks/>
          </p:cNvGrpSpPr>
          <p:nvPr/>
        </p:nvGrpSpPr>
        <p:grpSpPr bwMode="auto">
          <a:xfrm>
            <a:off x="1379321" y="1905892"/>
            <a:ext cx="8832850" cy="1905000"/>
            <a:chOff x="97" y="912"/>
            <a:chExt cx="5564" cy="1200"/>
          </a:xfrm>
        </p:grpSpPr>
        <p:sp>
          <p:nvSpPr>
            <p:cNvPr id="30727" name="Text Box 14">
              <a:extLst>
                <a:ext uri="{FF2B5EF4-FFF2-40B4-BE49-F238E27FC236}">
                  <a16:creationId xmlns:a16="http://schemas.microsoft.com/office/drawing/2014/main" id="{10FABE5B-F840-4A63-BE5F-E1553977D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" y="1375"/>
              <a:ext cx="323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tục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miền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mở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chứa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thì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728" name="Group 21">
              <a:extLst>
                <a:ext uri="{FF2B5EF4-FFF2-40B4-BE49-F238E27FC236}">
                  <a16:creationId xmlns:a16="http://schemas.microsoft.com/office/drawing/2014/main" id="{04F66CA1-06F3-430D-8265-23F1FA95A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" y="912"/>
              <a:ext cx="5564" cy="1200"/>
              <a:chOff x="97" y="912"/>
              <a:chExt cx="5564" cy="1200"/>
            </a:xfrm>
          </p:grpSpPr>
          <p:sp>
            <p:nvSpPr>
              <p:cNvPr id="30729" name="Rectangle 11">
                <a:extLst>
                  <a:ext uri="{FF2B5EF4-FFF2-40B4-BE49-F238E27FC236}">
                    <a16:creationId xmlns:a16="http://schemas.microsoft.com/office/drawing/2014/main" id="{561D71BA-D9AE-447B-B991-BAE7EF2A6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" y="912"/>
                <a:ext cx="5564" cy="1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30" name="Text Box 12">
                <a:extLst>
                  <a:ext uri="{FF2B5EF4-FFF2-40B4-BE49-F238E27FC236}">
                    <a16:creationId xmlns:a16="http://schemas.microsoft.com/office/drawing/2014/main" id="{6C54E85E-1B2A-4A52-A706-B03C21B24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" y="1008"/>
                <a:ext cx="376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200" b="0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200" b="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altLang="en-US" sz="2200" b="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Schwartz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f(x, y)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endPara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0731" name="Object 13">
                <a:extLst>
                  <a:ext uri="{FF2B5EF4-FFF2-40B4-BE49-F238E27FC236}">
                    <a16:creationId xmlns:a16="http://schemas.microsoft.com/office/drawing/2014/main" id="{9C32521D-D9CA-476D-AA3A-2B6B20AC94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0539572"/>
                  </p:ext>
                </p:extLst>
              </p:nvPr>
            </p:nvGraphicFramePr>
            <p:xfrm>
              <a:off x="4054" y="1035"/>
              <a:ext cx="1186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82800" imgH="495300" progId="Equation.DSMT4">
                      <p:embed/>
                    </p:oleObj>
                  </mc:Choice>
                  <mc:Fallback>
                    <p:oleObj name="Equation" r:id="rId4" imgW="2082800" imgH="495300" progId="Equation.DSMT4">
                      <p:embed/>
                      <p:pic>
                        <p:nvPicPr>
                          <p:cNvPr id="30731" name="Object 13">
                            <a:extLst>
                              <a:ext uri="{FF2B5EF4-FFF2-40B4-BE49-F238E27FC236}">
                                <a16:creationId xmlns:a16="http://schemas.microsoft.com/office/drawing/2014/main" id="{9C32521D-D9CA-476D-AA3A-2B6B20AC945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4" y="1035"/>
                            <a:ext cx="1186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3" name="Object 16">
                <a:extLst>
                  <a:ext uri="{FF2B5EF4-FFF2-40B4-BE49-F238E27FC236}">
                    <a16:creationId xmlns:a16="http://schemas.microsoft.com/office/drawing/2014/main" id="{DB4B57E5-FE37-4574-8E82-C32B0D77A0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3938825"/>
                  </p:ext>
                </p:extLst>
              </p:nvPr>
            </p:nvGraphicFramePr>
            <p:xfrm>
              <a:off x="1088" y="1803"/>
              <a:ext cx="195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429000" imgH="482600" progId="Equation.DSMT4">
                      <p:embed/>
                    </p:oleObj>
                  </mc:Choice>
                  <mc:Fallback>
                    <p:oleObj name="Equation" r:id="rId6" imgW="3429000" imgH="482600" progId="Equation.DSMT4">
                      <p:embed/>
                      <p:pic>
                        <p:nvPicPr>
                          <p:cNvPr id="30733" name="Object 16">
                            <a:extLst>
                              <a:ext uri="{FF2B5EF4-FFF2-40B4-BE49-F238E27FC236}">
                                <a16:creationId xmlns:a16="http://schemas.microsoft.com/office/drawing/2014/main" id="{DB4B57E5-FE37-4574-8E82-C32B0D77A0A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8" y="1803"/>
                            <a:ext cx="1953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930" name="Text Box 18">
            <a:extLst>
              <a:ext uri="{FF2B5EF4-FFF2-40B4-BE49-F238E27FC236}">
                <a16:creationId xmlns:a16="http://schemas.microsoft.com/office/drawing/2014/main" id="{6CA64E27-E614-4AD7-94D8-F740E35A9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31" y="4227172"/>
            <a:ext cx="9430182" cy="155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Đối với các hàm sơ cấp thường gặp, định lý Schwartz luôn luôn đúng tại các điểm mà đạo hàm tồn tại.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Định lý Schwartz  cũng đúng cho các đạo hàm từ cấp 3 trở lên.</a:t>
            </a:r>
          </a:p>
        </p:txBody>
      </p:sp>
      <p:graphicFrame>
        <p:nvGraphicFramePr>
          <p:cNvPr id="38931" name="Object 19">
            <a:extLst>
              <a:ext uri="{FF2B5EF4-FFF2-40B4-BE49-F238E27FC236}">
                <a16:creationId xmlns:a16="http://schemas.microsoft.com/office/drawing/2014/main" id="{10A6846E-5404-43C7-81A2-68929D03E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715606"/>
              </p:ext>
            </p:extLst>
          </p:nvPr>
        </p:nvGraphicFramePr>
        <p:xfrm>
          <a:off x="3460678" y="6026266"/>
          <a:ext cx="2436091" cy="438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1100" imgH="482600" progId="Equation.DSMT4">
                  <p:embed/>
                </p:oleObj>
              </mc:Choice>
              <mc:Fallback>
                <p:oleObj name="Equation" r:id="rId8" imgW="2451100" imgH="482600" progId="Equation.DSMT4">
                  <p:embed/>
                  <p:pic>
                    <p:nvPicPr>
                      <p:cNvPr id="38931" name="Object 19">
                        <a:extLst>
                          <a:ext uri="{FF2B5EF4-FFF2-40B4-BE49-F238E27FC236}">
                            <a16:creationId xmlns:a16="http://schemas.microsoft.com/office/drawing/2014/main" id="{10A6846E-5404-43C7-81A2-68929D03E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678" y="6026266"/>
                        <a:ext cx="2436091" cy="438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6819569-32F0-4C53-A0F8-2D335AF5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9" y="92529"/>
            <a:ext cx="10361587" cy="658086"/>
          </a:xfrm>
        </p:spPr>
        <p:txBody>
          <a:bodyPr>
            <a:normAutofit/>
          </a:bodyPr>
          <a:lstStyle/>
          <a:p>
            <a:r>
              <a:rPr lang="en-US" sz="2200" dirty="0"/>
              <a:t>ĐẠO HÀM CẤP HAI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5">
            <a:extLst>
              <a:ext uri="{FF2B5EF4-FFF2-40B4-BE49-F238E27FC236}">
                <a16:creationId xmlns:a16="http://schemas.microsoft.com/office/drawing/2014/main" id="{139107E6-0C3D-4F4B-9EFE-EF5942D9E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80319"/>
              </p:ext>
            </p:extLst>
          </p:nvPr>
        </p:nvGraphicFramePr>
        <p:xfrm>
          <a:off x="1857964" y="1813502"/>
          <a:ext cx="5429226" cy="96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19800" imgH="1066800" progId="Equation.DSMT4">
                  <p:embed/>
                </p:oleObj>
              </mc:Choice>
              <mc:Fallback>
                <p:oleObj name="Equation" r:id="rId2" imgW="6019800" imgH="1066800" progId="Equation.DSMT4">
                  <p:embed/>
                  <p:pic>
                    <p:nvPicPr>
                      <p:cNvPr id="31746" name="Object 5">
                        <a:extLst>
                          <a:ext uri="{FF2B5EF4-FFF2-40B4-BE49-F238E27FC236}">
                            <a16:creationId xmlns:a16="http://schemas.microsoft.com/office/drawing/2014/main" id="{139107E6-0C3D-4F4B-9EFE-EF5942D9E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964" y="1813502"/>
                        <a:ext cx="5429226" cy="961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6">
            <a:extLst>
              <a:ext uri="{FF2B5EF4-FFF2-40B4-BE49-F238E27FC236}">
                <a16:creationId xmlns:a16="http://schemas.microsoft.com/office/drawing/2014/main" id="{9A4A13AB-3C6F-4200-83F8-6490B0A27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954106"/>
            <a:ext cx="49691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1748" name="Rectangle 7">
            <a:extLst>
              <a:ext uri="{FF2B5EF4-FFF2-40B4-BE49-F238E27FC236}">
                <a16:creationId xmlns:a16="http://schemas.microsoft.com/office/drawing/2014/main" id="{C23B915A-5ADF-4BF7-83BA-FD31FFD3A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781" y="1632523"/>
            <a:ext cx="6562541" cy="12838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9" name="Text Box 8">
            <a:extLst>
              <a:ext uri="{FF2B5EF4-FFF2-40B4-BE49-F238E27FC236}">
                <a16:creationId xmlns:a16="http://schemas.microsoft.com/office/drawing/2014/main" id="{97EDD20B-E02A-4DB3-8CCF-547BF5DD8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3429000"/>
            <a:ext cx="747141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4B896-C465-412F-B8FF-95FBB2C0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ĐẠO HÀM RIÊNG CẤP CAO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3989539F-4C27-44D2-B7F8-758F2E18BE35}"/>
              </a:ext>
            </a:extLst>
          </p:cNvPr>
          <p:cNvGrpSpPr>
            <a:grpSpLocks/>
          </p:cNvGrpSpPr>
          <p:nvPr/>
        </p:nvGrpSpPr>
        <p:grpSpPr bwMode="auto">
          <a:xfrm>
            <a:off x="915207" y="1081234"/>
            <a:ext cx="4767263" cy="474663"/>
            <a:chOff x="288" y="1180"/>
            <a:chExt cx="3003" cy="299"/>
          </a:xfrm>
        </p:grpSpPr>
        <p:graphicFrame>
          <p:nvGraphicFramePr>
            <p:cNvPr id="32777" name="Object 5">
              <a:extLst>
                <a:ext uri="{FF2B5EF4-FFF2-40B4-BE49-F238E27FC236}">
                  <a16:creationId xmlns:a16="http://schemas.microsoft.com/office/drawing/2014/main" id="{8E03CAA6-6C7A-41DD-92BC-CA99308FBB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032463"/>
                </p:ext>
              </p:extLst>
            </p:nvPr>
          </p:nvGraphicFramePr>
          <p:xfrm>
            <a:off x="935" y="1180"/>
            <a:ext cx="103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15312" imgH="495085" progId="Equation.DSMT4">
                    <p:embed/>
                  </p:oleObj>
                </mc:Choice>
                <mc:Fallback>
                  <p:oleObj name="Equation" r:id="rId2" imgW="1815312" imgH="495085" progId="Equation.DSMT4">
                    <p:embed/>
                    <p:pic>
                      <p:nvPicPr>
                        <p:cNvPr id="32777" name="Object 5">
                          <a:extLst>
                            <a:ext uri="{FF2B5EF4-FFF2-40B4-BE49-F238E27FC236}">
                              <a16:creationId xmlns:a16="http://schemas.microsoft.com/office/drawing/2014/main" id="{8E03CAA6-6C7A-41DD-92BC-CA99308FBB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1180"/>
                          <a:ext cx="103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8" name="Text Box 6">
              <a:extLst>
                <a:ext uri="{FF2B5EF4-FFF2-40B4-BE49-F238E27FC236}">
                  <a16:creationId xmlns:a16="http://schemas.microsoft.com/office/drawing/2014/main" id="{17FC3BBB-1FF4-4D79-BC08-9F0FD2429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200"/>
              <a:ext cx="8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1/ Cho</a:t>
              </a:r>
            </a:p>
          </p:txBody>
        </p:sp>
        <p:sp>
          <p:nvSpPr>
            <p:cNvPr id="32779" name="Text Box 7">
              <a:extLst>
                <a:ext uri="{FF2B5EF4-FFF2-40B4-BE49-F238E27FC236}">
                  <a16:creationId xmlns:a16="http://schemas.microsoft.com/office/drawing/2014/main" id="{EB71F4C5-2691-4778-B5D6-C4879FED3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1200"/>
              <a:ext cx="5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</a:p>
          </p:txBody>
        </p:sp>
        <p:graphicFrame>
          <p:nvGraphicFramePr>
            <p:cNvPr id="32780" name="Object 8">
              <a:extLst>
                <a:ext uri="{FF2B5EF4-FFF2-40B4-BE49-F238E27FC236}">
                  <a16:creationId xmlns:a16="http://schemas.microsoft.com/office/drawing/2014/main" id="{AEB62A83-1459-4D50-8937-DC3215190A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491317"/>
                </p:ext>
              </p:extLst>
            </p:nvPr>
          </p:nvGraphicFramePr>
          <p:xfrm>
            <a:off x="2483" y="1196"/>
            <a:ext cx="808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22360" imgH="495000" progId="Equation.DSMT4">
                    <p:embed/>
                  </p:oleObj>
                </mc:Choice>
                <mc:Fallback>
                  <p:oleObj name="Equation" r:id="rId4" imgW="1422360" imgH="495000" progId="Equation.DSMT4">
                    <p:embed/>
                    <p:pic>
                      <p:nvPicPr>
                        <p:cNvPr id="32780" name="Object 8">
                          <a:extLst>
                            <a:ext uri="{FF2B5EF4-FFF2-40B4-BE49-F238E27FC236}">
                              <a16:creationId xmlns:a16="http://schemas.microsoft.com/office/drawing/2014/main" id="{AEB62A83-1459-4D50-8937-DC3215190A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" y="1196"/>
                          <a:ext cx="808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4" name="Rectangle 20">
            <a:extLst>
              <a:ext uri="{FF2B5EF4-FFF2-40B4-BE49-F238E27FC236}">
                <a16:creationId xmlns:a16="http://schemas.microsoft.com/office/drawing/2014/main" id="{EB7101ED-1188-466D-8CB8-99EF1D454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8940-B2D2-4196-8D32-BF9AD1AA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7A7CF8-48D7-49EE-DC20-435AC1B1065E}"/>
              </a:ext>
            </a:extLst>
          </p:cNvPr>
          <p:cNvGrpSpPr/>
          <p:nvPr/>
        </p:nvGrpSpPr>
        <p:grpSpPr>
          <a:xfrm>
            <a:off x="915207" y="1006764"/>
            <a:ext cx="3314571" cy="579967"/>
            <a:chOff x="915207" y="1006764"/>
            <a:chExt cx="3314571" cy="5799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C2F7ED1-C6D2-4B65-9D12-4EA8A16C8751}"/>
                </a:ext>
              </a:extLst>
            </p:cNvPr>
            <p:cNvSpPr txBox="1"/>
            <p:nvPr/>
          </p:nvSpPr>
          <p:spPr>
            <a:xfrm>
              <a:off x="915207" y="1006764"/>
              <a:ext cx="774571" cy="579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</a:t>
              </a:r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2717988E-C7F5-46F8-A7A5-E06A19264F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9050234"/>
                </p:ext>
              </p:extLst>
            </p:nvPr>
          </p:nvGraphicFramePr>
          <p:xfrm>
            <a:off x="1689778" y="1145695"/>
            <a:ext cx="2540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39800" imgH="431640" progId="Equation.DSMT4">
                    <p:embed/>
                  </p:oleObj>
                </mc:Choice>
                <mc:Fallback>
                  <p:oleObj name="Equation" r:id="rId2" imgW="253980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89778" y="1145695"/>
                          <a:ext cx="25400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8940-B2D2-4196-8D32-BF9AD1AA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AB7738-1B26-423A-8907-32B45E2C35B8}"/>
              </a:ext>
            </a:extLst>
          </p:cNvPr>
          <p:cNvGrpSpPr/>
          <p:nvPr/>
        </p:nvGrpSpPr>
        <p:grpSpPr>
          <a:xfrm>
            <a:off x="915207" y="1006764"/>
            <a:ext cx="4934297" cy="579967"/>
            <a:chOff x="915207" y="1006764"/>
            <a:chExt cx="4934297" cy="5799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C2F7ED1-C6D2-4B65-9D12-4EA8A16C8751}"/>
                </a:ext>
              </a:extLst>
            </p:cNvPr>
            <p:cNvSpPr txBox="1"/>
            <p:nvPr/>
          </p:nvSpPr>
          <p:spPr>
            <a:xfrm>
              <a:off x="915207" y="1006764"/>
              <a:ext cx="774571" cy="579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</a:t>
              </a:r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2717988E-C7F5-46F8-A7A5-E06A19264F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9225757"/>
                </p:ext>
              </p:extLst>
            </p:nvPr>
          </p:nvGraphicFramePr>
          <p:xfrm>
            <a:off x="1620404" y="1142231"/>
            <a:ext cx="42291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28920" imgH="444240" progId="Equation.DSMT4">
                    <p:embed/>
                  </p:oleObj>
                </mc:Choice>
                <mc:Fallback>
                  <p:oleObj name="Equation" r:id="rId2" imgW="4228920" imgH="444240" progId="Equation.DSMT4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2717988E-C7F5-46F8-A7A5-E06A19264F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20404" y="1142231"/>
                          <a:ext cx="42291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1442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F1318490-55B0-4E8C-94B8-E9700A0CC2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 HÀM THEO H</a:t>
            </a:r>
            <a:r>
              <a:rPr lang="vi-VN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b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GRADIENT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0DA6C79-9F8A-43AF-A0AE-B6AE78819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Đạo hàm theo hướng</a:t>
            </a:r>
          </a:p>
        </p:txBody>
      </p:sp>
      <p:sp>
        <p:nvSpPr>
          <p:cNvPr id="47108" name="TextBox 13">
            <a:extLst>
              <a:ext uri="{FF2B5EF4-FFF2-40B4-BE49-F238E27FC236}">
                <a16:creationId xmlns:a16="http://schemas.microsoft.com/office/drawing/2014/main" id="{3A88EA75-BA3C-4776-AAEC-B678DED85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0" y="936625"/>
            <a:ext cx="15247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727313-EA25-4E12-99EE-06D932C74BB9}"/>
              </a:ext>
            </a:extLst>
          </p:cNvPr>
          <p:cNvGrpSpPr/>
          <p:nvPr/>
        </p:nvGrpSpPr>
        <p:grpSpPr>
          <a:xfrm>
            <a:off x="1474449" y="1475523"/>
            <a:ext cx="9243102" cy="2550235"/>
            <a:chOff x="1551132" y="1855261"/>
            <a:chExt cx="9243102" cy="2550235"/>
          </a:xfrm>
        </p:grpSpPr>
        <p:sp>
          <p:nvSpPr>
            <p:cNvPr id="47107" name="Rectangle 12">
              <a:extLst>
                <a:ext uri="{FF2B5EF4-FFF2-40B4-BE49-F238E27FC236}">
                  <a16:creationId xmlns:a16="http://schemas.microsoft.com/office/drawing/2014/main" id="{197E98F5-2DF5-4449-81AA-B4F828570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132" y="1855261"/>
              <a:ext cx="9089735" cy="2550235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7109" name="Group 15">
              <a:extLst>
                <a:ext uri="{FF2B5EF4-FFF2-40B4-BE49-F238E27FC236}">
                  <a16:creationId xmlns:a16="http://schemas.microsoft.com/office/drawing/2014/main" id="{5C711D38-11DE-4DF5-83B4-A769EEF0E9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4498" y="1855261"/>
              <a:ext cx="9089736" cy="2355111"/>
              <a:chOff x="457200" y="1676400"/>
              <a:chExt cx="9089736" cy="2355111"/>
            </a:xfrm>
          </p:grpSpPr>
          <p:sp>
            <p:nvSpPr>
              <p:cNvPr id="47115" name="TextBox 14">
                <a:extLst>
                  <a:ext uri="{FF2B5EF4-FFF2-40B4-BE49-F238E27FC236}">
                    <a16:creationId xmlns:a16="http://schemas.microsoft.com/office/drawing/2014/main" id="{0C60B0A3-78BB-4540-B64B-BA0EC5CCF1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676400"/>
                <a:ext cx="9089736" cy="539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lân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cận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en-US" sz="2200" b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</a:t>
                </a:r>
                <a:r>
                  <a:rPr lang="en-US" alt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  <p:graphicFrame>
            <p:nvGraphicFramePr>
              <p:cNvPr id="47116" name="Object 7">
                <a:extLst>
                  <a:ext uri="{FF2B5EF4-FFF2-40B4-BE49-F238E27FC236}">
                    <a16:creationId xmlns:a16="http://schemas.microsoft.com/office/drawing/2014/main" id="{EA00672B-6BBB-4738-A88F-FD6EC08277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9800024"/>
                  </p:ext>
                </p:extLst>
              </p:nvPr>
            </p:nvGraphicFramePr>
            <p:xfrm>
              <a:off x="8970377" y="1892662"/>
              <a:ext cx="171750" cy="236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1195" imgH="330057" progId="Equation.DSMT4">
                      <p:embed/>
                    </p:oleObj>
                  </mc:Choice>
                  <mc:Fallback>
                    <p:oleObj name="Equation" r:id="rId2" imgW="241195" imgH="330057" progId="Equation.DSMT4">
                      <p:embed/>
                      <p:pic>
                        <p:nvPicPr>
                          <p:cNvPr id="47116" name="Object 7">
                            <a:extLst>
                              <a:ext uri="{FF2B5EF4-FFF2-40B4-BE49-F238E27FC236}">
                                <a16:creationId xmlns:a16="http://schemas.microsoft.com/office/drawing/2014/main" id="{EA00672B-6BBB-4738-A88F-FD6EC08277C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70377" y="1892662"/>
                            <a:ext cx="171750" cy="236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17" name="TextBox 16">
                <a:extLst>
                  <a:ext uri="{FF2B5EF4-FFF2-40B4-BE49-F238E27FC236}">
                    <a16:creationId xmlns:a16="http://schemas.microsoft.com/office/drawing/2014/main" id="{51A525B9-FFB4-432C-8BBE-90658FCB14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419" y="2525492"/>
                <a:ext cx="435728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en-US" sz="22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en-US" sz="2200" b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  <p:graphicFrame>
            <p:nvGraphicFramePr>
              <p:cNvPr id="47118" name="Object 9">
                <a:extLst>
                  <a:ext uri="{FF2B5EF4-FFF2-40B4-BE49-F238E27FC236}">
                    <a16:creationId xmlns:a16="http://schemas.microsoft.com/office/drawing/2014/main" id="{CBD96D33-35FF-4DD4-A476-C2071B12ED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3464399"/>
                  </p:ext>
                </p:extLst>
              </p:nvPr>
            </p:nvGraphicFramePr>
            <p:xfrm>
              <a:off x="1819112" y="3286305"/>
              <a:ext cx="5709752" cy="745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908800" imgH="901700" progId="Equation.DSMT4">
                      <p:embed/>
                    </p:oleObj>
                  </mc:Choice>
                  <mc:Fallback>
                    <p:oleObj name="Equation" r:id="rId4" imgW="6908800" imgH="901700" progId="Equation.DSMT4">
                      <p:embed/>
                      <p:pic>
                        <p:nvPicPr>
                          <p:cNvPr id="47118" name="Object 9">
                            <a:extLst>
                              <a:ext uri="{FF2B5EF4-FFF2-40B4-BE49-F238E27FC236}">
                                <a16:creationId xmlns:a16="http://schemas.microsoft.com/office/drawing/2014/main" id="{CBD96D33-35FF-4DD4-A476-C2071B12EDB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9112" y="3286305"/>
                            <a:ext cx="5709752" cy="745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B942FDD9-703F-4B5E-9B20-78E64511579D}"/>
              </a:ext>
            </a:extLst>
          </p:cNvPr>
          <p:cNvGrpSpPr>
            <a:grpSpLocks/>
          </p:cNvGrpSpPr>
          <p:nvPr/>
        </p:nvGrpSpPr>
        <p:grpSpPr bwMode="auto">
          <a:xfrm>
            <a:off x="1733572" y="4615456"/>
            <a:ext cx="5365925" cy="728354"/>
            <a:chOff x="777356" y="5715000"/>
            <a:chExt cx="5365925" cy="728354"/>
          </a:xfrm>
        </p:grpSpPr>
        <p:graphicFrame>
          <p:nvGraphicFramePr>
            <p:cNvPr id="47112" name="Object 5">
              <a:extLst>
                <a:ext uri="{FF2B5EF4-FFF2-40B4-BE49-F238E27FC236}">
                  <a16:creationId xmlns:a16="http://schemas.microsoft.com/office/drawing/2014/main" id="{D132E68C-E927-4685-ACB5-9A6B0A519B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5393959"/>
                </p:ext>
              </p:extLst>
            </p:nvPr>
          </p:nvGraphicFramePr>
          <p:xfrm>
            <a:off x="777356" y="5765894"/>
            <a:ext cx="916004" cy="677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18671" imgH="901309" progId="Equation.DSMT4">
                    <p:embed/>
                  </p:oleObj>
                </mc:Choice>
                <mc:Fallback>
                  <p:oleObj name="Equation" r:id="rId6" imgW="1218671" imgH="901309" progId="Equation.DSMT4">
                    <p:embed/>
                    <p:pic>
                      <p:nvPicPr>
                        <p:cNvPr id="47112" name="Object 5">
                          <a:extLst>
                            <a:ext uri="{FF2B5EF4-FFF2-40B4-BE49-F238E27FC236}">
                              <a16:creationId xmlns:a16="http://schemas.microsoft.com/office/drawing/2014/main" id="{D132E68C-E927-4685-ACB5-9A6B0A519B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356" y="5765894"/>
                          <a:ext cx="916004" cy="677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3" name="TextBox 11">
              <a:extLst>
                <a:ext uri="{FF2B5EF4-FFF2-40B4-BE49-F238E27FC236}">
                  <a16:creationId xmlns:a16="http://schemas.microsoft.com/office/drawing/2014/main" id="{10A71C9E-EB0D-47FD-8074-C26AEFF83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715000"/>
              <a:ext cx="4246675" cy="53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 tốc độ thay đổi của 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theo hướng</a:t>
              </a:r>
            </a:p>
          </p:txBody>
        </p:sp>
        <p:graphicFrame>
          <p:nvGraphicFramePr>
            <p:cNvPr id="47114" name="Object 6">
              <a:extLst>
                <a:ext uri="{FF2B5EF4-FFF2-40B4-BE49-F238E27FC236}">
                  <a16:creationId xmlns:a16="http://schemas.microsoft.com/office/drawing/2014/main" id="{DA71E35C-4149-4EC0-8C85-6FB677ECAE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436824"/>
                </p:ext>
              </p:extLst>
            </p:nvPr>
          </p:nvGraphicFramePr>
          <p:xfrm>
            <a:off x="5943859" y="5865454"/>
            <a:ext cx="199422" cy="293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1195" imgH="355446" progId="Equation.DSMT4">
                    <p:embed/>
                  </p:oleObj>
                </mc:Choice>
                <mc:Fallback>
                  <p:oleObj name="Equation" r:id="rId8" imgW="241195" imgH="355446" progId="Equation.DSMT4">
                    <p:embed/>
                    <p:pic>
                      <p:nvPicPr>
                        <p:cNvPr id="47114" name="Object 6">
                          <a:extLst>
                            <a:ext uri="{FF2B5EF4-FFF2-40B4-BE49-F238E27FC236}">
                              <a16:creationId xmlns:a16="http://schemas.microsoft.com/office/drawing/2014/main" id="{DA71E35C-4149-4EC0-8C85-6FB677ECAE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859" y="5865454"/>
                          <a:ext cx="199422" cy="2938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1" name="Object 7">
            <a:extLst>
              <a:ext uri="{FF2B5EF4-FFF2-40B4-BE49-F238E27FC236}">
                <a16:creationId xmlns:a16="http://schemas.microsoft.com/office/drawing/2014/main" id="{AFFC729D-8BAE-42FA-934C-15A638B9B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858069"/>
              </p:ext>
            </p:extLst>
          </p:nvPr>
        </p:nvGraphicFramePr>
        <p:xfrm>
          <a:off x="4832153" y="2444836"/>
          <a:ext cx="188925" cy="259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195" imgH="330057" progId="Equation.DSMT4">
                  <p:embed/>
                </p:oleObj>
              </mc:Choice>
              <mc:Fallback>
                <p:oleObj name="Equation" r:id="rId10" imgW="241195" imgH="330057" progId="Equation.DSMT4">
                  <p:embed/>
                  <p:pic>
                    <p:nvPicPr>
                      <p:cNvPr id="47111" name="Object 7">
                        <a:extLst>
                          <a:ext uri="{FF2B5EF4-FFF2-40B4-BE49-F238E27FC236}">
                            <a16:creationId xmlns:a16="http://schemas.microsoft.com/office/drawing/2014/main" id="{AFFC729D-8BAE-42FA-934C-15A638B9B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153" y="2444836"/>
                        <a:ext cx="188925" cy="259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17D3E7FB-8626-4B7A-96CD-626F797C1E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472064"/>
              </p:ext>
            </p:extLst>
          </p:nvPr>
        </p:nvGraphicFramePr>
        <p:xfrm>
          <a:off x="957263" y="1958975"/>
          <a:ext cx="33797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9240" imgH="558720" progId="Equation.DSMT4">
                  <p:embed/>
                </p:oleObj>
              </mc:Choice>
              <mc:Fallback>
                <p:oleObj name="Equation" r:id="rId2" imgW="4089240" imgH="558720" progId="Equation.DSMT4">
                  <p:embed/>
                  <p:pic>
                    <p:nvPicPr>
                      <p:cNvPr id="6149" name="Object 3">
                        <a:extLst>
                          <a:ext uri="{FF2B5EF4-FFF2-40B4-BE49-F238E27FC236}">
                            <a16:creationId xmlns:a16="http://schemas.microsoft.com/office/drawing/2014/main" id="{07CC107F-7C58-412A-98F7-331DB2E4D0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1958975"/>
                        <a:ext cx="337978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DC8E00E-DC5F-45B2-9F1A-4B259BAD4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25131"/>
              </p:ext>
            </p:extLst>
          </p:nvPr>
        </p:nvGraphicFramePr>
        <p:xfrm>
          <a:off x="953025" y="1078484"/>
          <a:ext cx="35369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79680" imgH="558720" progId="Equation.DSMT4">
                  <p:embed/>
                </p:oleObj>
              </mc:Choice>
              <mc:Fallback>
                <p:oleObj name="Equation" r:id="rId4" imgW="4279680" imgH="558720" progId="Equation.DSMT4">
                  <p:embed/>
                  <p:pic>
                    <p:nvPicPr>
                      <p:cNvPr id="6150" name="Object 4">
                        <a:extLst>
                          <a:ext uri="{FF2B5EF4-FFF2-40B4-BE49-F238E27FC236}">
                            <a16:creationId xmlns:a16="http://schemas.microsoft.com/office/drawing/2014/main" id="{36E8E96F-5DFE-4536-860B-A86DC741A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025" y="1078484"/>
                        <a:ext cx="35369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F776746-82DD-4640-A9E8-6B1BB63D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Ý NGHĨA ĐẠO HÀM THEO HƯỚNG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6EDF244C-0576-46D7-8D41-A25FD5B74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324179"/>
              </p:ext>
            </p:extLst>
          </p:nvPr>
        </p:nvGraphicFramePr>
        <p:xfrm>
          <a:off x="903961" y="2755106"/>
          <a:ext cx="715613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920" imgH="901440" progId="Equation.DSMT4">
                  <p:embed/>
                </p:oleObj>
              </mc:Choice>
              <mc:Fallback>
                <p:oleObj name="Equation" r:id="rId6" imgW="7873920" imgH="901440" progId="Equation.DSMT4">
                  <p:embed/>
                  <p:pic>
                    <p:nvPicPr>
                      <p:cNvPr id="47118" name="Object 9">
                        <a:extLst>
                          <a:ext uri="{FF2B5EF4-FFF2-40B4-BE49-F238E27FC236}">
                            <a16:creationId xmlns:a16="http://schemas.microsoft.com/office/drawing/2014/main" id="{CBD96D33-35FF-4DD4-A476-C2071B12E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961" y="2755106"/>
                        <a:ext cx="715613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1A20E4A8-0479-4AAB-AD2B-639956C4C46A}"/>
              </a:ext>
            </a:extLst>
          </p:cNvPr>
          <p:cNvGrpSpPr/>
          <p:nvPr/>
        </p:nvGrpSpPr>
        <p:grpSpPr>
          <a:xfrm>
            <a:off x="915207" y="4192926"/>
            <a:ext cx="10741084" cy="610131"/>
            <a:chOff x="915207" y="4279223"/>
            <a:chExt cx="10741084" cy="6101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6BE04D-1218-496E-8881-A171CBB768EB}"/>
                </a:ext>
              </a:extLst>
            </p:cNvPr>
            <p:cNvGrpSpPr/>
            <p:nvPr/>
          </p:nvGrpSpPr>
          <p:grpSpPr>
            <a:xfrm>
              <a:off x="915207" y="4279223"/>
              <a:ext cx="10741084" cy="610131"/>
              <a:chOff x="3140364" y="5098473"/>
              <a:chExt cx="10601073" cy="610131"/>
            </a:xfrm>
            <a:solidFill>
              <a:schemeClr val="accent2">
                <a:alpha val="26000"/>
              </a:schemeClr>
            </a:solidFill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094D33-7501-49C1-A585-4374122C503A}"/>
                  </a:ext>
                </a:extLst>
              </p:cNvPr>
              <p:cNvSpPr txBox="1"/>
              <p:nvPr/>
            </p:nvSpPr>
            <p:spPr>
              <a:xfrm>
                <a:off x="3140364" y="5098473"/>
                <a:ext cx="10601073" cy="579967"/>
              </a:xfrm>
              <a:prstGeom prst="rect">
                <a:avLst/>
              </a:prstGeom>
              <a:solidFill>
                <a:srgbClr val="FFCCCC">
                  <a:alpha val="32941"/>
                </a:srgb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băng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M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  <p:graphicFrame>
            <p:nvGraphicFramePr>
              <p:cNvPr id="8" name="Object 7">
                <a:extLst>
                  <a:ext uri="{FF2B5EF4-FFF2-40B4-BE49-F238E27FC236}">
                    <a16:creationId xmlns:a16="http://schemas.microsoft.com/office/drawing/2014/main" id="{0F926727-25E7-4695-B21F-9EFF331CC8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6804306"/>
                  </p:ext>
                </p:extLst>
              </p:nvPr>
            </p:nvGraphicFramePr>
            <p:xfrm>
              <a:off x="3217337" y="5269876"/>
              <a:ext cx="1304724" cy="4387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434960" imgH="482400" progId="Equation.DSMT4">
                      <p:embed/>
                    </p:oleObj>
                  </mc:Choice>
                  <mc:Fallback>
                    <p:oleObj name="Equation" r:id="rId8" imgW="1434960" imgH="482400" progId="Equation.DSMT4">
                      <p:embed/>
                      <p:pic>
                        <p:nvPicPr>
                          <p:cNvPr id="3" name="Object 2">
                            <a:extLst>
                              <a:ext uri="{FF2B5EF4-FFF2-40B4-BE49-F238E27FC236}">
                                <a16:creationId xmlns:a16="http://schemas.microsoft.com/office/drawing/2014/main" id="{09AA636C-AE35-43DD-A8E2-60ED569E3FD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217337" y="5269876"/>
                            <a:ext cx="1304724" cy="43872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BE6E0D45-2821-4E13-9548-ED8A98F7CA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7831601"/>
                </p:ext>
              </p:extLst>
            </p:nvPr>
          </p:nvGraphicFramePr>
          <p:xfrm>
            <a:off x="11208039" y="4482880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40" imgH="279360" progId="Equation.DSMT4">
                    <p:embed/>
                  </p:oleObj>
                </mc:Choice>
                <mc:Fallback>
                  <p:oleObj name="Equation" r:id="rId10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1208039" y="4482880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D3F878A-DCF9-4C3E-AD61-E4993FA5C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486897"/>
              </p:ext>
            </p:extLst>
          </p:nvPr>
        </p:nvGraphicFramePr>
        <p:xfrm>
          <a:off x="8142288" y="2997200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431640" progId="Equation.DSMT4">
                  <p:embed/>
                </p:oleObj>
              </mc:Choice>
              <mc:Fallback>
                <p:oleObj name="Equation" r:id="rId12" imgW="914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42288" y="2997200"/>
                        <a:ext cx="914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C6073999-B581-4BAA-860E-EA65EB94B843}"/>
              </a:ext>
            </a:extLst>
          </p:cNvPr>
          <p:cNvGrpSpPr/>
          <p:nvPr/>
        </p:nvGrpSpPr>
        <p:grpSpPr>
          <a:xfrm>
            <a:off x="903961" y="5474450"/>
            <a:ext cx="7076257" cy="610131"/>
            <a:chOff x="3140364" y="5098473"/>
            <a:chExt cx="6984017" cy="610131"/>
          </a:xfrm>
          <a:solidFill>
            <a:schemeClr val="accent2">
              <a:alpha val="26000"/>
            </a:schemeClr>
          </a:solidFill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B72FF9-1A3B-491F-B57D-FC00D4F35093}"/>
                </a:ext>
              </a:extLst>
            </p:cNvPr>
            <p:cNvSpPr txBox="1"/>
            <p:nvPr/>
          </p:nvSpPr>
          <p:spPr>
            <a:xfrm>
              <a:off x="3140364" y="5098473"/>
              <a:ext cx="6984017" cy="579967"/>
            </a:xfrm>
            <a:prstGeom prst="rect">
              <a:avLst/>
            </a:prstGeom>
            <a:solidFill>
              <a:srgbClr val="FFCCCC">
                <a:alpha val="32941"/>
              </a:srgb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góc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06E35BDB-6FA0-49E3-90C8-421F18732E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1585616"/>
                </p:ext>
              </p:extLst>
            </p:nvPr>
          </p:nvGraphicFramePr>
          <p:xfrm>
            <a:off x="3217337" y="5269876"/>
            <a:ext cx="1304724" cy="438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34960" imgH="482400" progId="Equation.DSMT4">
                    <p:embed/>
                  </p:oleObj>
                </mc:Choice>
                <mc:Fallback>
                  <p:oleObj name="Equation" r:id="rId8" imgW="1434960" imgH="4824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0F926727-25E7-4695-B21F-9EFF331CC8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17337" y="5269876"/>
                          <a:ext cx="1304724" cy="4387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317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AD25EE80-ABA6-4C0F-BB53-0BFF63536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54275" name="TextBox 3">
            <a:extLst>
              <a:ext uri="{FF2B5EF4-FFF2-40B4-BE49-F238E27FC236}">
                <a16:creationId xmlns:a16="http://schemas.microsoft.com/office/drawing/2014/main" id="{9F15A09A-79A5-472E-94CE-27C17F65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09" y="945071"/>
            <a:ext cx="7218218" cy="53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276" name="Object 2">
            <a:extLst>
              <a:ext uri="{FF2B5EF4-FFF2-40B4-BE49-F238E27FC236}">
                <a16:creationId xmlns:a16="http://schemas.microsoft.com/office/drawing/2014/main" id="{005895CE-6DD7-4153-BFBC-F1B1C4921A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791503"/>
              </p:ext>
            </p:extLst>
          </p:nvPr>
        </p:nvGraphicFramePr>
        <p:xfrm>
          <a:off x="8149511" y="1055688"/>
          <a:ext cx="1695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457200" progId="Equation.DSMT4">
                  <p:embed/>
                </p:oleObj>
              </mc:Choice>
              <mc:Fallback>
                <p:oleObj name="Equation" r:id="rId2" imgW="1866600" imgH="457200" progId="Equation.DSMT4">
                  <p:embed/>
                  <p:pic>
                    <p:nvPicPr>
                      <p:cNvPr id="54276" name="Object 2">
                        <a:extLst>
                          <a:ext uri="{FF2B5EF4-FFF2-40B4-BE49-F238E27FC236}">
                            <a16:creationId xmlns:a16="http://schemas.microsoft.com/office/drawing/2014/main" id="{005895CE-6DD7-4153-BFBC-F1B1C4921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511" y="1055688"/>
                        <a:ext cx="16954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C1226D45-48D6-4B44-98AB-E5776F87D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Vector Gradient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50D6D903-9E29-4509-8B73-EA707DADFBBA}"/>
              </a:ext>
            </a:extLst>
          </p:cNvPr>
          <p:cNvGrpSpPr>
            <a:grpSpLocks/>
          </p:cNvGrpSpPr>
          <p:nvPr/>
        </p:nvGrpSpPr>
        <p:grpSpPr bwMode="auto">
          <a:xfrm>
            <a:off x="946728" y="858520"/>
            <a:ext cx="10538040" cy="1249680"/>
            <a:chOff x="762000" y="990600"/>
            <a:chExt cx="10538388" cy="1249537"/>
          </a:xfrm>
        </p:grpSpPr>
        <p:sp>
          <p:nvSpPr>
            <p:cNvPr id="49160" name="TextBox 3">
              <a:extLst>
                <a:ext uri="{FF2B5EF4-FFF2-40B4-BE49-F238E27FC236}">
                  <a16:creationId xmlns:a16="http://schemas.microsoft.com/office/drawing/2014/main" id="{230714C2-3F2B-4711-B2A7-5A3732455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990600"/>
              <a:ext cx="607879" cy="539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</a:p>
          </p:txBody>
        </p:sp>
        <p:graphicFrame>
          <p:nvGraphicFramePr>
            <p:cNvPr id="49161" name="Object 3">
              <a:extLst>
                <a:ext uri="{FF2B5EF4-FFF2-40B4-BE49-F238E27FC236}">
                  <a16:creationId xmlns:a16="http://schemas.microsoft.com/office/drawing/2014/main" id="{B306ECFE-D510-479C-AB99-202733538B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5587101"/>
                </p:ext>
              </p:extLst>
            </p:nvPr>
          </p:nvGraphicFramePr>
          <p:xfrm>
            <a:off x="1387693" y="1089994"/>
            <a:ext cx="955219" cy="524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55199" imgH="634725" progId="Equation.DSMT4">
                    <p:embed/>
                  </p:oleObj>
                </mc:Choice>
                <mc:Fallback>
                  <p:oleObj name="Equation" r:id="rId2" imgW="1155199" imgH="634725" progId="Equation.DSMT4">
                    <p:embed/>
                    <p:pic>
                      <p:nvPicPr>
                        <p:cNvPr id="49161" name="Object 3">
                          <a:extLst>
                            <a:ext uri="{FF2B5EF4-FFF2-40B4-BE49-F238E27FC236}">
                              <a16:creationId xmlns:a16="http://schemas.microsoft.com/office/drawing/2014/main" id="{B306ECFE-D510-479C-AB99-202733538B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693" y="1089994"/>
                          <a:ext cx="955219" cy="5247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2" name="TextBox 5">
              <a:extLst>
                <a:ext uri="{FF2B5EF4-FFF2-40B4-BE49-F238E27FC236}">
                  <a16:creationId xmlns:a16="http://schemas.microsoft.com/office/drawing/2014/main" id="{1ED17BD0-3BE6-466C-9BA1-3C9CB0027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725" y="997970"/>
              <a:ext cx="8824855" cy="104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vector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trục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150000"/>
                </a:lnSpc>
              </a:pP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63" name="TextBox 6">
              <a:extLst>
                <a:ext uri="{FF2B5EF4-FFF2-40B4-BE49-F238E27FC236}">
                  <a16:creationId xmlns:a16="http://schemas.microsoft.com/office/drawing/2014/main" id="{71D4CD90-A20D-4F6A-B641-E8487B0BE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253" y="1700821"/>
              <a:ext cx="184737" cy="539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9164" name="Object 4">
              <a:extLst>
                <a:ext uri="{FF2B5EF4-FFF2-40B4-BE49-F238E27FC236}">
                  <a16:creationId xmlns:a16="http://schemas.microsoft.com/office/drawing/2014/main" id="{92BA811E-8019-4243-9D02-7D4EE2E82A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850636"/>
                </p:ext>
              </p:extLst>
            </p:nvPr>
          </p:nvGraphicFramePr>
          <p:xfrm>
            <a:off x="9998770" y="1152969"/>
            <a:ext cx="1301618" cy="398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74800" imgH="482600" progId="Equation.DSMT4">
                    <p:embed/>
                  </p:oleObj>
                </mc:Choice>
                <mc:Fallback>
                  <p:oleObj name="Equation" r:id="rId4" imgW="1574800" imgH="482600" progId="Equation.DSMT4">
                    <p:embed/>
                    <p:pic>
                      <p:nvPicPr>
                        <p:cNvPr id="49164" name="Object 4">
                          <a:extLst>
                            <a:ext uri="{FF2B5EF4-FFF2-40B4-BE49-F238E27FC236}">
                              <a16:creationId xmlns:a16="http://schemas.microsoft.com/office/drawing/2014/main" id="{92BA811E-8019-4243-9D02-7D4EE2E82A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8770" y="1152969"/>
                          <a:ext cx="1301618" cy="3988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7" name="TextBox 8">
            <a:extLst>
              <a:ext uri="{FF2B5EF4-FFF2-40B4-BE49-F238E27FC236}">
                <a16:creationId xmlns:a16="http://schemas.microsoft.com/office/drawing/2014/main" id="{1EBEE407-9907-4B44-B49A-D9FAE9950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332" y="1831767"/>
            <a:ext cx="3044423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4340" name="Object 5">
            <a:extLst>
              <a:ext uri="{FF2B5EF4-FFF2-40B4-BE49-F238E27FC236}">
                <a16:creationId xmlns:a16="http://schemas.microsoft.com/office/drawing/2014/main" id="{17CCC451-EB97-48B0-87B3-ADC7413C8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254890"/>
              </p:ext>
            </p:extLst>
          </p:nvPr>
        </p:nvGraphicFramePr>
        <p:xfrm>
          <a:off x="3966546" y="1946582"/>
          <a:ext cx="5059008" cy="48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121400" imgH="584200" progId="Equation.DSMT4">
                  <p:embed/>
                </p:oleObj>
              </mc:Choice>
              <mc:Fallback>
                <p:oleObj name="Equation" r:id="rId6" imgW="6121400" imgH="584200" progId="Equation.DSMT4">
                  <p:embed/>
                  <p:pic>
                    <p:nvPicPr>
                      <p:cNvPr id="14340" name="Object 5">
                        <a:extLst>
                          <a:ext uri="{FF2B5EF4-FFF2-40B4-BE49-F238E27FC236}">
                            <a16:creationId xmlns:a16="http://schemas.microsoft.com/office/drawing/2014/main" id="{17CCC451-EB97-48B0-87B3-ADC7413C8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6546" y="1946582"/>
                        <a:ext cx="5059008" cy="482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6">
            <a:extLst>
              <a:ext uri="{FF2B5EF4-FFF2-40B4-BE49-F238E27FC236}">
                <a16:creationId xmlns:a16="http://schemas.microsoft.com/office/drawing/2014/main" id="{8A535D53-ACCF-4602-9397-7DB406FB2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08430"/>
              </p:ext>
            </p:extLst>
          </p:nvPr>
        </p:nvGraphicFramePr>
        <p:xfrm>
          <a:off x="890588" y="3144838"/>
          <a:ext cx="2320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06560" imgH="482400" progId="Equation.DSMT4">
                  <p:embed/>
                </p:oleObj>
              </mc:Choice>
              <mc:Fallback>
                <p:oleObj name="Equation" r:id="rId8" imgW="2806560" imgH="482400" progId="Equation.DSMT4">
                  <p:embed/>
                  <p:pic>
                    <p:nvPicPr>
                      <p:cNvPr id="14341" name="Object 6">
                        <a:extLst>
                          <a:ext uri="{FF2B5EF4-FFF2-40B4-BE49-F238E27FC236}">
                            <a16:creationId xmlns:a16="http://schemas.microsoft.com/office/drawing/2014/main" id="{8A535D53-ACCF-4602-9397-7DB406FB2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3144838"/>
                        <a:ext cx="2320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861FB998-F76B-49E7-A8DF-AF63EA145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065851"/>
              </p:ext>
            </p:extLst>
          </p:nvPr>
        </p:nvGraphicFramePr>
        <p:xfrm>
          <a:off x="3682579" y="3145418"/>
          <a:ext cx="6087604" cy="48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6000" imgH="584200" progId="Equation.DSMT4">
                  <p:embed/>
                </p:oleObj>
              </mc:Choice>
              <mc:Fallback>
                <p:oleObj name="Equation" r:id="rId10" imgW="7366000" imgH="58420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861FB998-F76B-49E7-A8DF-AF63EA145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579" y="3145418"/>
                        <a:ext cx="6087604" cy="482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D71CE7FB-CCCC-4ACF-B530-8A1F23D69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Định lý (cách tính đạo hàm theo hướng)</a:t>
            </a:r>
          </a:p>
        </p:txBody>
      </p:sp>
      <p:grpSp>
        <p:nvGrpSpPr>
          <p:cNvPr id="50179" name="Group 1">
            <a:extLst>
              <a:ext uri="{FF2B5EF4-FFF2-40B4-BE49-F238E27FC236}">
                <a16:creationId xmlns:a16="http://schemas.microsoft.com/office/drawing/2014/main" id="{1A64DBE2-B827-4AC0-8E66-0DAEB4425DC3}"/>
              </a:ext>
            </a:extLst>
          </p:cNvPr>
          <p:cNvGrpSpPr>
            <a:grpSpLocks/>
          </p:cNvGrpSpPr>
          <p:nvPr/>
        </p:nvGrpSpPr>
        <p:grpSpPr bwMode="auto">
          <a:xfrm>
            <a:off x="979055" y="838200"/>
            <a:ext cx="10289309" cy="1047210"/>
            <a:chOff x="-468745" y="1143000"/>
            <a:chExt cx="10289309" cy="1046759"/>
          </a:xfrm>
        </p:grpSpPr>
        <p:sp>
          <p:nvSpPr>
            <p:cNvPr id="50189" name="TextBox 3">
              <a:extLst>
                <a:ext uri="{FF2B5EF4-FFF2-40B4-BE49-F238E27FC236}">
                  <a16:creationId xmlns:a16="http://schemas.microsoft.com/office/drawing/2014/main" id="{D02290DB-49DB-46FA-995B-FE20253D5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8745" y="1143000"/>
              <a:ext cx="10289309" cy="1046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khả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                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 </a:t>
              </a:r>
              <a:r>
                <a:rPr lang="en-US" altLang="en-US" sz="2200" b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2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đó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hướng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tồn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50190" name="Object 2">
              <a:extLst>
                <a:ext uri="{FF2B5EF4-FFF2-40B4-BE49-F238E27FC236}">
                  <a16:creationId xmlns:a16="http://schemas.microsoft.com/office/drawing/2014/main" id="{8BAAE5BC-8CC7-4225-AB6C-E1D14D05E9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7089800"/>
                </p:ext>
              </p:extLst>
            </p:nvPr>
          </p:nvGraphicFramePr>
          <p:xfrm>
            <a:off x="8858956" y="1317019"/>
            <a:ext cx="208305" cy="285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1195" imgH="330057" progId="Equation.DSMT4">
                    <p:embed/>
                  </p:oleObj>
                </mc:Choice>
                <mc:Fallback>
                  <p:oleObj name="Equation" r:id="rId2" imgW="241195" imgH="330057" progId="Equation.DSMT4">
                    <p:embed/>
                    <p:pic>
                      <p:nvPicPr>
                        <p:cNvPr id="50190" name="Object 2">
                          <a:extLst>
                            <a:ext uri="{FF2B5EF4-FFF2-40B4-BE49-F238E27FC236}">
                              <a16:creationId xmlns:a16="http://schemas.microsoft.com/office/drawing/2014/main" id="{8BAAE5BC-8CC7-4225-AB6C-E1D14D05E9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8956" y="1317019"/>
                          <a:ext cx="208305" cy="285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1" name="Object 3">
              <a:extLst>
                <a:ext uri="{FF2B5EF4-FFF2-40B4-BE49-F238E27FC236}">
                  <a16:creationId xmlns:a16="http://schemas.microsoft.com/office/drawing/2014/main" id="{A6A2B008-3163-49E8-A0E7-5C6ADE0B8A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119381"/>
                </p:ext>
              </p:extLst>
            </p:nvPr>
          </p:nvGraphicFramePr>
          <p:xfrm>
            <a:off x="2432756" y="1298555"/>
            <a:ext cx="1362364" cy="415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98600" imgH="457200" progId="Equation.DSMT4">
                    <p:embed/>
                  </p:oleObj>
                </mc:Choice>
                <mc:Fallback>
                  <p:oleObj name="Equation" r:id="rId4" imgW="1498600" imgH="457200" progId="Equation.DSMT4">
                    <p:embed/>
                    <p:pic>
                      <p:nvPicPr>
                        <p:cNvPr id="50191" name="Object 3">
                          <a:extLst>
                            <a:ext uri="{FF2B5EF4-FFF2-40B4-BE49-F238E27FC236}">
                              <a16:creationId xmlns:a16="http://schemas.microsoft.com/office/drawing/2014/main" id="{A6A2B008-3163-49E8-A0E7-5C6ADE0B8A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756" y="1298555"/>
                          <a:ext cx="1362364" cy="415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180" name="Group 2">
            <a:extLst>
              <a:ext uri="{FF2B5EF4-FFF2-40B4-BE49-F238E27FC236}">
                <a16:creationId xmlns:a16="http://schemas.microsoft.com/office/drawing/2014/main" id="{2421BAD7-DE33-417E-846B-BAD63CA35F3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022084"/>
            <a:ext cx="3148760" cy="881653"/>
            <a:chOff x="2494240" y="3140574"/>
            <a:chExt cx="3148760" cy="881653"/>
          </a:xfrm>
        </p:grpSpPr>
        <p:sp>
          <p:nvSpPr>
            <p:cNvPr id="50187" name="Rectangle 8">
              <a:extLst>
                <a:ext uri="{FF2B5EF4-FFF2-40B4-BE49-F238E27FC236}">
                  <a16:creationId xmlns:a16="http://schemas.microsoft.com/office/drawing/2014/main" id="{49491C7C-26A0-4A67-8502-8330C6F70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240" y="3140574"/>
              <a:ext cx="3148760" cy="881653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0188" name="Object 5">
              <a:extLst>
                <a:ext uri="{FF2B5EF4-FFF2-40B4-BE49-F238E27FC236}">
                  <a16:creationId xmlns:a16="http://schemas.microsoft.com/office/drawing/2014/main" id="{35625AF9-7944-48A4-9F40-2A4B282C7E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2742375"/>
                </p:ext>
              </p:extLst>
            </p:nvPr>
          </p:nvGraphicFramePr>
          <p:xfrm>
            <a:off x="2786387" y="3209385"/>
            <a:ext cx="2529505" cy="755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60700" imgH="914400" progId="Equation.DSMT4">
                    <p:embed/>
                  </p:oleObj>
                </mc:Choice>
                <mc:Fallback>
                  <p:oleObj name="Equation" r:id="rId6" imgW="3060700" imgH="914400" progId="Equation.DSMT4">
                    <p:embed/>
                    <p:pic>
                      <p:nvPicPr>
                        <p:cNvPr id="50188" name="Object 5">
                          <a:extLst>
                            <a:ext uri="{FF2B5EF4-FFF2-40B4-BE49-F238E27FC236}">
                              <a16:creationId xmlns:a16="http://schemas.microsoft.com/office/drawing/2014/main" id="{35625AF9-7944-48A4-9F40-2A4B282C7E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6387" y="3209385"/>
                          <a:ext cx="2529505" cy="7557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182" name="Group 16">
            <a:extLst>
              <a:ext uri="{FF2B5EF4-FFF2-40B4-BE49-F238E27FC236}">
                <a16:creationId xmlns:a16="http://schemas.microsoft.com/office/drawing/2014/main" id="{7CF8CB79-8CF6-4B1C-B7E5-C2B74E85135E}"/>
              </a:ext>
            </a:extLst>
          </p:cNvPr>
          <p:cNvGrpSpPr>
            <a:grpSpLocks/>
          </p:cNvGrpSpPr>
          <p:nvPr/>
        </p:nvGrpSpPr>
        <p:grpSpPr bwMode="auto">
          <a:xfrm>
            <a:off x="2072772" y="4081091"/>
            <a:ext cx="3106777" cy="1039812"/>
            <a:chOff x="3101001" y="2109334"/>
            <a:chExt cx="3106777" cy="1039176"/>
          </a:xfrm>
        </p:grpSpPr>
        <p:sp>
          <p:nvSpPr>
            <p:cNvPr id="50185" name="Rectangle 8">
              <a:extLst>
                <a:ext uri="{FF2B5EF4-FFF2-40B4-BE49-F238E27FC236}">
                  <a16:creationId xmlns:a16="http://schemas.microsoft.com/office/drawing/2014/main" id="{C3A3293B-1D28-4CB8-8769-F8C4711BC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001" y="2109334"/>
              <a:ext cx="3106777" cy="10391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0186" name="Object 5">
              <a:extLst>
                <a:ext uri="{FF2B5EF4-FFF2-40B4-BE49-F238E27FC236}">
                  <a16:creationId xmlns:a16="http://schemas.microsoft.com/office/drawing/2014/main" id="{1CC23F18-6777-4020-B708-633131D44F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6245384"/>
                </p:ext>
              </p:extLst>
            </p:nvPr>
          </p:nvGraphicFramePr>
          <p:xfrm>
            <a:off x="3258572" y="2209133"/>
            <a:ext cx="2791636" cy="839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78200" imgH="1016000" progId="Equation.DSMT4">
                    <p:embed/>
                  </p:oleObj>
                </mc:Choice>
                <mc:Fallback>
                  <p:oleObj name="Equation" r:id="rId8" imgW="3378200" imgH="1016000" progId="Equation.DSMT4">
                    <p:embed/>
                    <p:pic>
                      <p:nvPicPr>
                        <p:cNvPr id="50186" name="Object 5">
                          <a:extLst>
                            <a:ext uri="{FF2B5EF4-FFF2-40B4-BE49-F238E27FC236}">
                              <a16:creationId xmlns:a16="http://schemas.microsoft.com/office/drawing/2014/main" id="{1CC23F18-6777-4020-B708-633131D44F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8572" y="2209133"/>
                          <a:ext cx="2791636" cy="839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1D619D8-0844-47C3-8DCE-9242053AAF26}"/>
              </a:ext>
            </a:extLst>
          </p:cNvPr>
          <p:cNvGrpSpPr/>
          <p:nvPr/>
        </p:nvGrpSpPr>
        <p:grpSpPr>
          <a:xfrm>
            <a:off x="1071176" y="3221083"/>
            <a:ext cx="2168211" cy="539378"/>
            <a:chOff x="2079442" y="3744913"/>
            <a:chExt cx="2168211" cy="539378"/>
          </a:xfrm>
        </p:grpSpPr>
        <p:graphicFrame>
          <p:nvGraphicFramePr>
            <p:cNvPr id="50183" name="Object 3">
              <a:extLst>
                <a:ext uri="{FF2B5EF4-FFF2-40B4-BE49-F238E27FC236}">
                  <a16:creationId xmlns:a16="http://schemas.microsoft.com/office/drawing/2014/main" id="{824456AA-1278-403B-A62F-2E893DD48F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1602867"/>
                </p:ext>
              </p:extLst>
            </p:nvPr>
          </p:nvGraphicFramePr>
          <p:xfrm>
            <a:off x="2079442" y="3891658"/>
            <a:ext cx="209917" cy="293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3780" imgH="355292" progId="Equation.DSMT4">
                    <p:embed/>
                  </p:oleObj>
                </mc:Choice>
                <mc:Fallback>
                  <p:oleObj name="Equation" r:id="rId10" imgW="253780" imgH="355292" progId="Equation.DSMT4">
                    <p:embed/>
                    <p:pic>
                      <p:nvPicPr>
                        <p:cNvPr id="50183" name="Object 3">
                          <a:extLst>
                            <a:ext uri="{FF2B5EF4-FFF2-40B4-BE49-F238E27FC236}">
                              <a16:creationId xmlns:a16="http://schemas.microsoft.com/office/drawing/2014/main" id="{824456AA-1278-403B-A62F-2E893DD48F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9442" y="3891658"/>
                          <a:ext cx="209917" cy="2938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4" name="TextBox 8">
              <a:extLst>
                <a:ext uri="{FF2B5EF4-FFF2-40B4-BE49-F238E27FC236}">
                  <a16:creationId xmlns:a16="http://schemas.microsoft.com/office/drawing/2014/main" id="{5112939C-70EE-4877-97D3-F999D94F0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3744913"/>
              <a:ext cx="1885453" cy="53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là vector tùy ý:</a:t>
              </a:r>
            </a:p>
          </p:txBody>
        </p:sp>
      </p:grp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CAF4F821-11B3-45BC-91CE-213D78A8F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266029"/>
              </p:ext>
            </p:extLst>
          </p:nvPr>
        </p:nvGraphicFramePr>
        <p:xfrm>
          <a:off x="6415856" y="2258698"/>
          <a:ext cx="5059008" cy="48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121400" imgH="584200" progId="Equation.DSMT4">
                  <p:embed/>
                </p:oleObj>
              </mc:Choice>
              <mc:Fallback>
                <p:oleObj name="Equation" r:id="rId12" imgW="6121400" imgH="584200" progId="Equation.DSMT4">
                  <p:embed/>
                  <p:pic>
                    <p:nvPicPr>
                      <p:cNvPr id="14340" name="Object 5">
                        <a:extLst>
                          <a:ext uri="{FF2B5EF4-FFF2-40B4-BE49-F238E27FC236}">
                            <a16:creationId xmlns:a16="http://schemas.microsoft.com/office/drawing/2014/main" id="{17CCC451-EB97-48B0-87B3-ADC7413C8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856" y="2258698"/>
                        <a:ext cx="5059008" cy="48281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AD25EE80-ABA6-4C0F-BB53-0BFF63536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54275" name="TextBox 3">
            <a:extLst>
              <a:ext uri="{FF2B5EF4-FFF2-40B4-BE49-F238E27FC236}">
                <a16:creationId xmlns:a16="http://schemas.microsoft.com/office/drawing/2014/main" id="{9F15A09A-79A5-472E-94CE-27C17F65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09" y="945071"/>
            <a:ext cx="7218218" cy="53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276" name="Object 2">
            <a:extLst>
              <a:ext uri="{FF2B5EF4-FFF2-40B4-BE49-F238E27FC236}">
                <a16:creationId xmlns:a16="http://schemas.microsoft.com/office/drawing/2014/main" id="{005895CE-6DD7-4153-BFBC-F1B1C4921A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9511" y="1055688"/>
          <a:ext cx="1695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457200" progId="Equation.DSMT4">
                  <p:embed/>
                </p:oleObj>
              </mc:Choice>
              <mc:Fallback>
                <p:oleObj name="Equation" r:id="rId2" imgW="1866600" imgH="457200" progId="Equation.DSMT4">
                  <p:embed/>
                  <p:pic>
                    <p:nvPicPr>
                      <p:cNvPr id="54276" name="Object 2">
                        <a:extLst>
                          <a:ext uri="{FF2B5EF4-FFF2-40B4-BE49-F238E27FC236}">
                            <a16:creationId xmlns:a16="http://schemas.microsoft.com/office/drawing/2014/main" id="{005895CE-6DD7-4153-BFBC-F1B1C4921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511" y="1055688"/>
                        <a:ext cx="16954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872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AE4222B-1985-4A2B-B2BC-BF33BD181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/>
          <a:lstStyle/>
          <a:p>
            <a:r>
              <a:rPr lang="en-US" altLang="en-US"/>
              <a:t>L</a:t>
            </a:r>
            <a:r>
              <a:rPr lang="vi-VN" altLang="en-US"/>
              <a:t>ư</a:t>
            </a:r>
            <a:r>
              <a:rPr lang="en-US" altLang="en-US"/>
              <a:t>u ý</a:t>
            </a:r>
          </a:p>
        </p:txBody>
      </p:sp>
      <p:graphicFrame>
        <p:nvGraphicFramePr>
          <p:cNvPr id="15363" name="Object 3">
            <a:extLst>
              <a:ext uri="{FF2B5EF4-FFF2-40B4-BE49-F238E27FC236}">
                <a16:creationId xmlns:a16="http://schemas.microsoft.com/office/drawing/2014/main" id="{1A6AF649-4D8D-4E76-B881-E3A63EE592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543168"/>
              </p:ext>
            </p:extLst>
          </p:nvPr>
        </p:nvGraphicFramePr>
        <p:xfrm>
          <a:off x="993487" y="1114699"/>
          <a:ext cx="5772727" cy="745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0" imgH="901700" progId="Equation.DSMT4">
                  <p:embed/>
                </p:oleObj>
              </mc:Choice>
              <mc:Fallback>
                <p:oleObj name="Equation" r:id="rId2" imgW="6985000" imgH="901700" progId="Equation.DSMT4">
                  <p:embed/>
                  <p:pic>
                    <p:nvPicPr>
                      <p:cNvPr id="15363" name="Object 3">
                        <a:extLst>
                          <a:ext uri="{FF2B5EF4-FFF2-40B4-BE49-F238E27FC236}">
                            <a16:creationId xmlns:a16="http://schemas.microsoft.com/office/drawing/2014/main" id="{1A6AF649-4D8D-4E76-B881-E3A63EE592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487" y="1114699"/>
                        <a:ext cx="5772727" cy="745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>
            <a:extLst>
              <a:ext uri="{FF2B5EF4-FFF2-40B4-BE49-F238E27FC236}">
                <a16:creationId xmlns:a16="http://schemas.microsoft.com/office/drawing/2014/main" id="{031E8DC9-2CFE-4A52-A1CD-95402BE00868}"/>
              </a:ext>
            </a:extLst>
          </p:cNvPr>
          <p:cNvGrpSpPr>
            <a:grpSpLocks/>
          </p:cNvGrpSpPr>
          <p:nvPr/>
        </p:nvGrpSpPr>
        <p:grpSpPr bwMode="auto">
          <a:xfrm>
            <a:off x="993487" y="2208404"/>
            <a:ext cx="3455245" cy="595534"/>
            <a:chOff x="838200" y="3962400"/>
            <a:chExt cx="3455245" cy="594487"/>
          </a:xfrm>
        </p:grpSpPr>
        <p:sp>
          <p:nvSpPr>
            <p:cNvPr id="52236" name="TextBox 4">
              <a:extLst>
                <a:ext uri="{FF2B5EF4-FFF2-40B4-BE49-F238E27FC236}">
                  <a16:creationId xmlns:a16="http://schemas.microsoft.com/office/drawing/2014/main" id="{E7045D43-05B3-439C-ADEE-41809FDE8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962400"/>
              <a:ext cx="1885453" cy="577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400" b="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en-US" sz="2400" b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là góc giữa </a:t>
              </a:r>
              <a:endParaRPr lang="en-US" altLang="en-US" sz="240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2237" name="Object 7">
              <a:extLst>
                <a:ext uri="{FF2B5EF4-FFF2-40B4-BE49-F238E27FC236}">
                  <a16:creationId xmlns:a16="http://schemas.microsoft.com/office/drawing/2014/main" id="{6B93E600-5D08-44AB-A24F-8BF6C1518D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843245"/>
                </p:ext>
              </p:extLst>
            </p:nvPr>
          </p:nvGraphicFramePr>
          <p:xfrm>
            <a:off x="2740057" y="4158344"/>
            <a:ext cx="1553388" cy="398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79600" imgH="482600" progId="Equation.DSMT4">
                    <p:embed/>
                  </p:oleObj>
                </mc:Choice>
                <mc:Fallback>
                  <p:oleObj name="Equation" r:id="rId4" imgW="1879600" imgH="482600" progId="Equation.DSMT4">
                    <p:embed/>
                    <p:pic>
                      <p:nvPicPr>
                        <p:cNvPr id="52237" name="Object 7">
                          <a:extLst>
                            <a:ext uri="{FF2B5EF4-FFF2-40B4-BE49-F238E27FC236}">
                              <a16:creationId xmlns:a16="http://schemas.microsoft.com/office/drawing/2014/main" id="{6B93E600-5D08-44AB-A24F-8BF6C1518D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057" y="4158344"/>
                          <a:ext cx="1553388" cy="398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A3EEBA8-32DE-42FA-A50D-A5CDC7F224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212588"/>
              </p:ext>
            </p:extLst>
          </p:nvPr>
        </p:nvGraphicFramePr>
        <p:xfrm>
          <a:off x="1167403" y="3434560"/>
          <a:ext cx="1007604" cy="745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671" imgH="901309" progId="Equation.DSMT4">
                  <p:embed/>
                </p:oleObj>
              </mc:Choice>
              <mc:Fallback>
                <p:oleObj name="Equation" r:id="rId6" imgW="1218671" imgH="901309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5A3EEBA8-32DE-42FA-A50D-A5CDC7F22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403" y="3434560"/>
                        <a:ext cx="1007604" cy="745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8BF3F6-D12F-4C59-AE79-5BD01F34B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393" y="3429000"/>
            <a:ext cx="4289957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đạt giá trị lớn nhất khi và chỉ khi: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7E28F3AE-2C82-4727-AA95-3DADFE019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664384"/>
              </p:ext>
            </p:extLst>
          </p:nvPr>
        </p:nvGraphicFramePr>
        <p:xfrm>
          <a:off x="6755736" y="3634895"/>
          <a:ext cx="1144050" cy="346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300" imgH="419100" progId="Equation.DSMT4">
                  <p:embed/>
                </p:oleObj>
              </mc:Choice>
              <mc:Fallback>
                <p:oleObj name="Equation" r:id="rId8" imgW="1384300" imgH="4191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7E28F3AE-2C82-4727-AA95-3DADFE0192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5736" y="3634895"/>
                        <a:ext cx="1144050" cy="346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>
            <a:extLst>
              <a:ext uri="{FF2B5EF4-FFF2-40B4-BE49-F238E27FC236}">
                <a16:creationId xmlns:a16="http://schemas.microsoft.com/office/drawing/2014/main" id="{BCD70939-83DE-48B2-8E96-41F34C1B8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160793"/>
              </p:ext>
            </p:extLst>
          </p:nvPr>
        </p:nvGraphicFramePr>
        <p:xfrm>
          <a:off x="8045172" y="3634895"/>
          <a:ext cx="1154545" cy="346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7000" imgH="419100" progId="Equation.DSMT4">
                  <p:embed/>
                </p:oleObj>
              </mc:Choice>
              <mc:Fallback>
                <p:oleObj name="Equation" r:id="rId10" imgW="1397000" imgH="419100" progId="Equation.DSMT4">
                  <p:embed/>
                  <p:pic>
                    <p:nvPicPr>
                      <p:cNvPr id="18439" name="Object 7">
                        <a:extLst>
                          <a:ext uri="{FF2B5EF4-FFF2-40B4-BE49-F238E27FC236}">
                            <a16:creationId xmlns:a16="http://schemas.microsoft.com/office/drawing/2014/main" id="{BCD70939-83DE-48B2-8E96-41F34C1B87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5172" y="3634895"/>
                        <a:ext cx="1154545" cy="346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09B87C9-FE35-4575-AD53-BE8257BB8D81}"/>
              </a:ext>
            </a:extLst>
          </p:cNvPr>
          <p:cNvGrpSpPr>
            <a:grpSpLocks/>
          </p:cNvGrpSpPr>
          <p:nvPr/>
        </p:nvGrpSpPr>
        <p:grpSpPr bwMode="auto">
          <a:xfrm>
            <a:off x="1167403" y="4677700"/>
            <a:ext cx="8769350" cy="1133965"/>
            <a:chOff x="304800" y="5334000"/>
            <a:chExt cx="8769350" cy="1133687"/>
          </a:xfrm>
        </p:grpSpPr>
        <p:sp>
          <p:nvSpPr>
            <p:cNvPr id="52234" name="TextBox 3">
              <a:extLst>
                <a:ext uri="{FF2B5EF4-FFF2-40B4-BE49-F238E27FC236}">
                  <a16:creationId xmlns:a16="http://schemas.microsoft.com/office/drawing/2014/main" id="{12F102A7-D375-479C-9D99-DD5B3638D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334000"/>
              <a:ext cx="8769350" cy="113368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4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Hướng của vector gradient là hướng mà hàm f tăng nhanh nhất, gtln của đh theo h</a:t>
              </a:r>
              <a:r>
                <a:rPr lang="vi-VN" altLang="en-US" sz="24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ư</a:t>
              </a:r>
              <a:r>
                <a:rPr lang="en-US" altLang="en-US" sz="24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ớng là </a:t>
              </a:r>
            </a:p>
          </p:txBody>
        </p:sp>
        <p:graphicFrame>
          <p:nvGraphicFramePr>
            <p:cNvPr id="52235" name="Object 2">
              <a:extLst>
                <a:ext uri="{FF2B5EF4-FFF2-40B4-BE49-F238E27FC236}">
                  <a16:creationId xmlns:a16="http://schemas.microsoft.com/office/drawing/2014/main" id="{ED218EAF-38C2-4048-9EA1-31B9FB215A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8017666"/>
                </p:ext>
              </p:extLst>
            </p:nvPr>
          </p:nvGraphicFramePr>
          <p:xfrm>
            <a:off x="3244260" y="6006010"/>
            <a:ext cx="1087437" cy="418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447560" imgH="558720" progId="Equation.DSMT4">
                    <p:embed/>
                  </p:oleObj>
                </mc:Choice>
                <mc:Fallback>
                  <p:oleObj name="Equation" r:id="rId12" imgW="1447560" imgH="558720" progId="Equation.DSMT4">
                    <p:embed/>
                    <p:pic>
                      <p:nvPicPr>
                        <p:cNvPr id="52235" name="Object 2">
                          <a:extLst>
                            <a:ext uri="{FF2B5EF4-FFF2-40B4-BE49-F238E27FC236}">
                              <a16:creationId xmlns:a16="http://schemas.microsoft.com/office/drawing/2014/main" id="{ED218EAF-38C2-4048-9EA1-31B9FB215A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260" y="6006010"/>
                          <a:ext cx="1087437" cy="4189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03E7-FF12-410F-80FD-623D98F3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5BCBD-4005-4D8A-98B5-93E88F915D00}"/>
              </a:ext>
            </a:extLst>
          </p:cNvPr>
          <p:cNvSpPr txBox="1"/>
          <p:nvPr/>
        </p:nvSpPr>
        <p:spPr>
          <a:xfrm>
            <a:off x="915207" y="979055"/>
            <a:ext cx="109832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DECA91-3CD6-42F6-A06C-C3AB3DABC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832306"/>
              </p:ext>
            </p:extLst>
          </p:nvPr>
        </p:nvGraphicFramePr>
        <p:xfrm>
          <a:off x="1638878" y="1114522"/>
          <a:ext cx="318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7440" imgH="444240" progId="Equation.DSMT4">
                  <p:embed/>
                </p:oleObj>
              </mc:Choice>
              <mc:Fallback>
                <p:oleObj name="Equation" r:id="rId2" imgW="3187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8878" y="1114522"/>
                        <a:ext cx="31877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7">
            <a:extLst>
              <a:ext uri="{FF2B5EF4-FFF2-40B4-BE49-F238E27FC236}">
                <a16:creationId xmlns:a16="http://schemas.microsoft.com/office/drawing/2014/main" id="{A108D49F-4E26-4FE4-B3A4-B17AFFF03884}"/>
              </a:ext>
            </a:extLst>
          </p:cNvPr>
          <p:cNvGrpSpPr>
            <a:grpSpLocks/>
          </p:cNvGrpSpPr>
          <p:nvPr/>
        </p:nvGrpSpPr>
        <p:grpSpPr bwMode="auto">
          <a:xfrm>
            <a:off x="1003156" y="954223"/>
            <a:ext cx="10616664" cy="571675"/>
            <a:chOff x="159694" y="22246"/>
            <a:chExt cx="10617445" cy="571451"/>
          </a:xfrm>
        </p:grpSpPr>
        <p:sp>
          <p:nvSpPr>
            <p:cNvPr id="55303" name="TextBox 2">
              <a:extLst>
                <a:ext uri="{FF2B5EF4-FFF2-40B4-BE49-F238E27FC236}">
                  <a16:creationId xmlns:a16="http://schemas.microsoft.com/office/drawing/2014/main" id="{EC10150E-AA7F-480C-9139-9004646BC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94" y="22246"/>
              <a:ext cx="8755706" cy="539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Tìm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hướng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5304" name="Object 3">
              <a:extLst>
                <a:ext uri="{FF2B5EF4-FFF2-40B4-BE49-F238E27FC236}">
                  <a16:creationId xmlns:a16="http://schemas.microsoft.com/office/drawing/2014/main" id="{4D0AD208-ACAF-43CF-AE2E-7FD08074AC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4021742"/>
                </p:ext>
              </p:extLst>
            </p:nvPr>
          </p:nvGraphicFramePr>
          <p:xfrm>
            <a:off x="3421673" y="195010"/>
            <a:ext cx="1385557" cy="398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76400" imgH="482600" progId="Equation.DSMT4">
                    <p:embed/>
                  </p:oleObj>
                </mc:Choice>
                <mc:Fallback>
                  <p:oleObj name="Equation" r:id="rId2" imgW="1676400" imgH="482600" progId="Equation.DSMT4">
                    <p:embed/>
                    <p:pic>
                      <p:nvPicPr>
                        <p:cNvPr id="55304" name="Object 3">
                          <a:extLst>
                            <a:ext uri="{FF2B5EF4-FFF2-40B4-BE49-F238E27FC236}">
                              <a16:creationId xmlns:a16="http://schemas.microsoft.com/office/drawing/2014/main" id="{4D0AD208-ACAF-43CF-AE2E-7FD08074AC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1673" y="195010"/>
                          <a:ext cx="1385557" cy="398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5" name="Object 6">
              <a:extLst>
                <a:ext uri="{FF2B5EF4-FFF2-40B4-BE49-F238E27FC236}">
                  <a16:creationId xmlns:a16="http://schemas.microsoft.com/office/drawing/2014/main" id="{540AB25C-7A08-45CE-ACE8-96195BF3E1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896836"/>
                </p:ext>
              </p:extLst>
            </p:nvPr>
          </p:nvGraphicFramePr>
          <p:xfrm>
            <a:off x="5189408" y="188319"/>
            <a:ext cx="1438040" cy="398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39900" imgH="482600" progId="Equation.DSMT4">
                    <p:embed/>
                  </p:oleObj>
                </mc:Choice>
                <mc:Fallback>
                  <p:oleObj name="Equation" r:id="rId4" imgW="1739900" imgH="482600" progId="Equation.DSMT4">
                    <p:embed/>
                    <p:pic>
                      <p:nvPicPr>
                        <p:cNvPr id="55305" name="Object 6">
                          <a:extLst>
                            <a:ext uri="{FF2B5EF4-FFF2-40B4-BE49-F238E27FC236}">
                              <a16:creationId xmlns:a16="http://schemas.microsoft.com/office/drawing/2014/main" id="{540AB25C-7A08-45CE-ACE8-96195BF3E1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9408" y="188319"/>
                          <a:ext cx="1438040" cy="3988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6" name="Object 5">
              <a:extLst>
                <a:ext uri="{FF2B5EF4-FFF2-40B4-BE49-F238E27FC236}">
                  <a16:creationId xmlns:a16="http://schemas.microsoft.com/office/drawing/2014/main" id="{DFACDBB5-2718-4360-93E6-77745146F4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0175165"/>
                </p:ext>
              </p:extLst>
            </p:nvPr>
          </p:nvGraphicFramePr>
          <p:xfrm>
            <a:off x="7449704" y="156667"/>
            <a:ext cx="3327435" cy="409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25900" imgH="495300" progId="Equation.DSMT4">
                    <p:embed/>
                  </p:oleObj>
                </mc:Choice>
                <mc:Fallback>
                  <p:oleObj name="Equation" r:id="rId6" imgW="4025900" imgH="495300" progId="Equation.DSMT4">
                    <p:embed/>
                    <p:pic>
                      <p:nvPicPr>
                        <p:cNvPr id="55306" name="Object 5">
                          <a:extLst>
                            <a:ext uri="{FF2B5EF4-FFF2-40B4-BE49-F238E27FC236}">
                              <a16:creationId xmlns:a16="http://schemas.microsoft.com/office/drawing/2014/main" id="{DFACDBB5-2718-4360-93E6-77745146F4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9704" y="156667"/>
                          <a:ext cx="3327435" cy="409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7" name="TextBox 6">
              <a:extLst>
                <a:ext uri="{FF2B5EF4-FFF2-40B4-BE49-F238E27FC236}">
                  <a16:creationId xmlns:a16="http://schemas.microsoft.com/office/drawing/2014/main" id="{BA455496-1FA5-46A3-83EA-4D3DC4A03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1705" y="35119"/>
              <a:ext cx="575841" cy="539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302" name="Title 3">
            <a:extLst>
              <a:ext uri="{FF2B5EF4-FFF2-40B4-BE49-F238E27FC236}">
                <a16:creationId xmlns:a16="http://schemas.microsoft.com/office/drawing/2014/main" id="{6F539D67-1E24-4550-AF2E-AB296337E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6E15544-D31B-4D52-A267-5FB40B34C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7626"/>
            <a:ext cx="109728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53A0B2-8ECA-47F0-B9D0-C061CC53DB92}"/>
              </a:ext>
            </a:extLst>
          </p:cNvPr>
          <p:cNvGrpSpPr/>
          <p:nvPr/>
        </p:nvGrpSpPr>
        <p:grpSpPr>
          <a:xfrm>
            <a:off x="793317" y="1037184"/>
            <a:ext cx="10299556" cy="1047210"/>
            <a:chOff x="950335" y="1406638"/>
            <a:chExt cx="10299556" cy="1047210"/>
          </a:xfrm>
        </p:grpSpPr>
        <p:graphicFrame>
          <p:nvGraphicFramePr>
            <p:cNvPr id="56323" name="Object 5">
              <a:extLst>
                <a:ext uri="{FF2B5EF4-FFF2-40B4-BE49-F238E27FC236}">
                  <a16:creationId xmlns:a16="http://schemas.microsoft.com/office/drawing/2014/main" id="{B7727012-D89E-432A-9442-8FDB96301C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2351205"/>
                </p:ext>
              </p:extLst>
            </p:nvPr>
          </p:nvGraphicFramePr>
          <p:xfrm>
            <a:off x="1861797" y="1537906"/>
            <a:ext cx="2896859" cy="410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05200" imgH="495300" progId="Equation.DSMT4">
                    <p:embed/>
                  </p:oleObj>
                </mc:Choice>
                <mc:Fallback>
                  <p:oleObj name="Equation" r:id="rId2" imgW="3505200" imgH="495300" progId="Equation.DSMT4">
                    <p:embed/>
                    <p:pic>
                      <p:nvPicPr>
                        <p:cNvPr id="56323" name="Object 5">
                          <a:extLst>
                            <a:ext uri="{FF2B5EF4-FFF2-40B4-BE49-F238E27FC236}">
                              <a16:creationId xmlns:a16="http://schemas.microsoft.com/office/drawing/2014/main" id="{B7727012-D89E-432A-9442-8FDB96301C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1797" y="1537906"/>
                          <a:ext cx="2896859" cy="410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4" name="TextBox 3">
              <a:extLst>
                <a:ext uri="{FF2B5EF4-FFF2-40B4-BE49-F238E27FC236}">
                  <a16:creationId xmlns:a16="http://schemas.microsoft.com/office/drawing/2014/main" id="{37632D9E-13C9-4A94-AD5E-588D0E0D2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335" y="1406638"/>
              <a:ext cx="10299556" cy="104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 Cho 				, 	      . Khi 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</a:t>
              </a:r>
              <a:r>
                <a:rPr lang="vi-VN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ư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ớng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nào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r>
                <a:rPr lang="vi-VN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ư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ới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đây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qua </a:t>
              </a:r>
              <a:r>
                <a:rPr lang="en-US" altLang="en-US" sz="2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en-US" sz="2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thì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nhanh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nhất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56325" name="Object 5">
              <a:extLst>
                <a:ext uri="{FF2B5EF4-FFF2-40B4-BE49-F238E27FC236}">
                  <a16:creationId xmlns:a16="http://schemas.microsoft.com/office/drawing/2014/main" id="{9E457479-F93E-4341-BDA4-6E405E4CFE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606168"/>
                </p:ext>
              </p:extLst>
            </p:nvPr>
          </p:nvGraphicFramePr>
          <p:xfrm>
            <a:off x="4889710" y="1562281"/>
            <a:ext cx="1112562" cy="398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46200" imgH="482600" progId="Equation.DSMT4">
                    <p:embed/>
                  </p:oleObj>
                </mc:Choice>
                <mc:Fallback>
                  <p:oleObj name="Equation" r:id="rId4" imgW="1346200" imgH="482600" progId="Equation.DSMT4">
                    <p:embed/>
                    <p:pic>
                      <p:nvPicPr>
                        <p:cNvPr id="56325" name="Object 5">
                          <a:extLst>
                            <a:ext uri="{FF2B5EF4-FFF2-40B4-BE49-F238E27FC236}">
                              <a16:creationId xmlns:a16="http://schemas.microsoft.com/office/drawing/2014/main" id="{9E457479-F93E-4341-BDA4-6E405E4CFE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9710" y="1562281"/>
                          <a:ext cx="1112562" cy="3988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26" name="Object 5">
            <a:extLst>
              <a:ext uri="{FF2B5EF4-FFF2-40B4-BE49-F238E27FC236}">
                <a16:creationId xmlns:a16="http://schemas.microsoft.com/office/drawing/2014/main" id="{19B6201A-CC00-4AD4-8C9E-D9D7171B63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371725"/>
              </p:ext>
            </p:extLst>
          </p:nvPr>
        </p:nvGraphicFramePr>
        <p:xfrm>
          <a:off x="1306073" y="2463223"/>
          <a:ext cx="6853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92960" imgH="520560" progId="Equation.DSMT4">
                  <p:embed/>
                </p:oleObj>
              </mc:Choice>
              <mc:Fallback>
                <p:oleObj name="Equation" r:id="rId6" imgW="8292960" imgH="520560" progId="Equation.DSMT4">
                  <p:embed/>
                  <p:pic>
                    <p:nvPicPr>
                      <p:cNvPr id="56326" name="Object 5">
                        <a:extLst>
                          <a:ext uri="{FF2B5EF4-FFF2-40B4-BE49-F238E27FC236}">
                            <a16:creationId xmlns:a16="http://schemas.microsoft.com/office/drawing/2014/main" id="{19B6201A-CC00-4AD4-8C9E-D9D7171B6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073" y="2463223"/>
                        <a:ext cx="68532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BCBB-733D-48CA-8396-A537E30D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00DBFC85-CCBB-4344-B9E2-5DFC606A2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067" y="1705053"/>
            <a:ext cx="4080268" cy="3447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6238E2-0170-4A45-ADDE-A9E4C0E611CA}"/>
              </a:ext>
            </a:extLst>
          </p:cNvPr>
          <p:cNvCxnSpPr>
            <a:cxnSpLocks/>
          </p:cNvCxnSpPr>
          <p:nvPr/>
        </p:nvCxnSpPr>
        <p:spPr>
          <a:xfrm>
            <a:off x="3916218" y="3657601"/>
            <a:ext cx="397164" cy="341744"/>
          </a:xfrm>
          <a:prstGeom prst="straightConnector1">
            <a:avLst/>
          </a:prstGeom>
          <a:ln w="127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4F89FE-256E-4502-B66C-7F7874E223AB}"/>
              </a:ext>
            </a:extLst>
          </p:cNvPr>
          <p:cNvSpPr txBox="1"/>
          <p:nvPr/>
        </p:nvSpPr>
        <p:spPr>
          <a:xfrm>
            <a:off x="3567055" y="3236243"/>
            <a:ext cx="412292" cy="498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D3A8964-2585-43E0-AB9F-E1E04B00AA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866093"/>
              </p:ext>
            </p:extLst>
          </p:nvPr>
        </p:nvGraphicFramePr>
        <p:xfrm>
          <a:off x="4147126" y="3595206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279360" progId="Equation.DSMT4">
                  <p:embed/>
                </p:oleObj>
              </mc:Choice>
              <mc:Fallback>
                <p:oleObj name="Equation" r:id="rId3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7126" y="3595206"/>
                        <a:ext cx="20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2">
            <a:extLst>
              <a:ext uri="{FF2B5EF4-FFF2-40B4-BE49-F238E27FC236}">
                <a16:creationId xmlns:a16="http://schemas.microsoft.com/office/drawing/2014/main" id="{C7F9E72C-32DA-412F-94E1-1DE3951B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35878"/>
            <a:ext cx="10464800" cy="104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Trong phòng có đặt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ởi, nhiệt độ T (</a:t>
            </a:r>
            <a:r>
              <a:rPr lang="en-US" altLang="en-US" sz="2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F) tại một vị trí trong phòng là hàm số phụ thuộc vào thời gian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(phút) và khoảng cách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(feet) từ vị trí đó đến lò s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ởi.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9407EE-3670-4471-936C-66C63F76DD82}"/>
              </a:ext>
            </a:extLst>
          </p:cNvPr>
          <p:cNvGrpSpPr/>
          <p:nvPr/>
        </p:nvGrpSpPr>
        <p:grpSpPr>
          <a:xfrm>
            <a:off x="5896067" y="2396866"/>
            <a:ext cx="2954847" cy="539378"/>
            <a:chOff x="5896067" y="2396866"/>
            <a:chExt cx="2954847" cy="539378"/>
          </a:xfrm>
        </p:grpSpPr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A658B9B9-9E0D-4B99-8A2C-78561275F4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1691023"/>
                </p:ext>
              </p:extLst>
            </p:nvPr>
          </p:nvGraphicFramePr>
          <p:xfrm>
            <a:off x="5896067" y="2504444"/>
            <a:ext cx="9652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65160" imgH="431640" progId="Equation.DSMT4">
                    <p:embed/>
                  </p:oleObj>
                </mc:Choice>
                <mc:Fallback>
                  <p:oleObj name="Equation" r:id="rId5" imgW="96516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96067" y="2504444"/>
                          <a:ext cx="9652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27DC6E-7F4C-44AE-A656-860030546565}"/>
                </a:ext>
              </a:extLst>
            </p:cNvPr>
            <p:cNvSpPr txBox="1"/>
            <p:nvPr/>
          </p:nvSpPr>
          <p:spPr>
            <a:xfrm>
              <a:off x="6861267" y="2396866"/>
              <a:ext cx="1989647" cy="539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dương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âm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740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C42A-A1EB-4FB9-8DFA-F956515D1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9E25D-8364-4FE1-90D0-1E8C34AF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01" y="2694085"/>
            <a:ext cx="6604525" cy="29283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771323-69D9-47B5-A414-08626F80C380}"/>
              </a:ext>
            </a:extLst>
          </p:cNvPr>
          <p:cNvSpPr txBox="1"/>
          <p:nvPr/>
        </p:nvSpPr>
        <p:spPr>
          <a:xfrm>
            <a:off x="997527" y="858982"/>
            <a:ext cx="1036158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P, Q, 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gradient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vector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579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7CCD-322E-4F71-9815-FAEBE78D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827A63-46A9-4FED-8C15-F3749279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63" y="2242140"/>
            <a:ext cx="3008091" cy="2650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213BBA-A7D1-4F7A-A6DB-27520AF38F34}"/>
              </a:ext>
            </a:extLst>
          </p:cNvPr>
          <p:cNvSpPr txBox="1"/>
          <p:nvPr/>
        </p:nvSpPr>
        <p:spPr>
          <a:xfrm>
            <a:off x="997527" y="858982"/>
            <a:ext cx="1036158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vector gradient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5735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4DFE1B31-9F98-4A26-8A59-56B6DB70A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en-US" sz="2200"/>
              <a:t>BÀI TOÁN ÁP DỤNG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3038A-43EF-405F-9B99-402E54A40F27}"/>
              </a:ext>
            </a:extLst>
          </p:cNvPr>
          <p:cNvSpPr txBox="1"/>
          <p:nvPr/>
        </p:nvSpPr>
        <p:spPr>
          <a:xfrm>
            <a:off x="979055" y="914400"/>
            <a:ext cx="10427854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ngọn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bề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bởi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chiều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mét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phía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vi-V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ơng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đông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phía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vi-V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ơng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bắc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tọa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(60,40,966),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nam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tây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bắc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chiều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bề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ngọn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nhanh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dốc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bao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? </a:t>
            </a:r>
          </a:p>
        </p:txBody>
      </p:sp>
      <p:graphicFrame>
        <p:nvGraphicFramePr>
          <p:cNvPr id="57348" name="Object 3">
            <a:extLst>
              <a:ext uri="{FF2B5EF4-FFF2-40B4-BE49-F238E27FC236}">
                <a16:creationId xmlns:a16="http://schemas.microsoft.com/office/drawing/2014/main" id="{998B4AF8-5D9E-41FB-B389-1EAF285A8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881353"/>
              </p:ext>
            </p:extLst>
          </p:nvPr>
        </p:nvGraphicFramePr>
        <p:xfrm>
          <a:off x="6535672" y="1071964"/>
          <a:ext cx="3232727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11600" imgH="457200" progId="Equation.DSMT4">
                  <p:embed/>
                </p:oleObj>
              </mc:Choice>
              <mc:Fallback>
                <p:oleObj name="Equation" r:id="rId2" imgW="3911600" imgH="457200" progId="Equation.DSMT4">
                  <p:embed/>
                  <p:pic>
                    <p:nvPicPr>
                      <p:cNvPr id="57348" name="Object 3">
                        <a:extLst>
                          <a:ext uri="{FF2B5EF4-FFF2-40B4-BE49-F238E27FC236}">
                            <a16:creationId xmlns:a16="http://schemas.microsoft.com/office/drawing/2014/main" id="{998B4AF8-5D9E-41FB-B389-1EAF285A8F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672" y="1071964"/>
                        <a:ext cx="3232727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>
            <a:extLst>
              <a:ext uri="{FF2B5EF4-FFF2-40B4-BE49-F238E27FC236}">
                <a16:creationId xmlns:a16="http://schemas.microsoft.com/office/drawing/2014/main" id="{32E1951B-5924-4244-9179-10B33C07D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840" y="1229445"/>
            <a:ext cx="4923516" cy="4122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395" name="Straight Connector 2">
            <a:extLst>
              <a:ext uri="{FF2B5EF4-FFF2-40B4-BE49-F238E27FC236}">
                <a16:creationId xmlns:a16="http://schemas.microsoft.com/office/drawing/2014/main" id="{CD07FCA4-17B4-4167-A3B7-EBA8B5E5F4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0343" y="3482385"/>
            <a:ext cx="0" cy="632137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9396" name="Object 3">
            <a:extLst>
              <a:ext uri="{FF2B5EF4-FFF2-40B4-BE49-F238E27FC236}">
                <a16:creationId xmlns:a16="http://schemas.microsoft.com/office/drawing/2014/main" id="{9E13DE32-A23E-493D-BE68-D14E2ED7A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797976"/>
              </p:ext>
            </p:extLst>
          </p:nvPr>
        </p:nvGraphicFramePr>
        <p:xfrm>
          <a:off x="4741344" y="4273272"/>
          <a:ext cx="1202254" cy="375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0700" imgH="558800" progId="Equation.DSMT4">
                  <p:embed/>
                </p:oleObj>
              </mc:Choice>
              <mc:Fallback>
                <p:oleObj name="Equation" r:id="rId3" imgW="1790700" imgH="558800" progId="Equation.DSMT4">
                  <p:embed/>
                  <p:pic>
                    <p:nvPicPr>
                      <p:cNvPr id="59396" name="Object 3">
                        <a:extLst>
                          <a:ext uri="{FF2B5EF4-FFF2-40B4-BE49-F238E27FC236}">
                            <a16:creationId xmlns:a16="http://schemas.microsoft.com/office/drawing/2014/main" id="{9E13DE32-A23E-493D-BE68-D14E2ED7A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344" y="4273272"/>
                        <a:ext cx="1202254" cy="375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1">
            <a:extLst>
              <a:ext uri="{FF2B5EF4-FFF2-40B4-BE49-F238E27FC236}">
                <a16:creationId xmlns:a16="http://schemas.microsoft.com/office/drawing/2014/main" id="{1B41C3BD-752B-4F98-AD13-69D449CBD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734209"/>
              </p:ext>
            </p:extLst>
          </p:nvPr>
        </p:nvGraphicFramePr>
        <p:xfrm>
          <a:off x="4376880" y="3955772"/>
          <a:ext cx="228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501" imgH="317362" progId="Equation.DSMT4">
                  <p:embed/>
                </p:oleObj>
              </mc:Choice>
              <mc:Fallback>
                <p:oleObj name="Equation" r:id="rId5" imgW="228501" imgH="317362" progId="Equation.DSMT4">
                  <p:embed/>
                  <p:pic>
                    <p:nvPicPr>
                      <p:cNvPr id="59397" name="Object 1">
                        <a:extLst>
                          <a:ext uri="{FF2B5EF4-FFF2-40B4-BE49-F238E27FC236}">
                            <a16:creationId xmlns:a16="http://schemas.microsoft.com/office/drawing/2014/main" id="{1B41C3BD-752B-4F98-AD13-69D449CBD2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880" y="3955772"/>
                        <a:ext cx="228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5E12C340-551F-4CC4-BDC8-FAC8B5BFDF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5"/>
            <a:ext cx="7772400" cy="1485900"/>
          </a:xfrm>
        </p:spPr>
        <p:txBody>
          <a:bodyPr/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PHÂN HÀM NHIỀU BIẾN</a:t>
            </a:r>
          </a:p>
        </p:txBody>
      </p:sp>
    </p:spTree>
  </p:cSld>
  <p:clrMapOvr>
    <a:masterClrMapping/>
  </p:clrMapOvr>
  <p:transition spd="slow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4">
            <a:extLst>
              <a:ext uri="{FF2B5EF4-FFF2-40B4-BE49-F238E27FC236}">
                <a16:creationId xmlns:a16="http://schemas.microsoft.com/office/drawing/2014/main" id="{6C061A8A-ABD4-4C0B-B406-60FC545F8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715000"/>
            <a:ext cx="579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3" name="Line 5">
            <a:extLst>
              <a:ext uri="{FF2B5EF4-FFF2-40B4-BE49-F238E27FC236}">
                <a16:creationId xmlns:a16="http://schemas.microsoft.com/office/drawing/2014/main" id="{2F7F19C2-E49A-4007-B9C8-D31B0F098F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1143000"/>
            <a:ext cx="0" cy="548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4" name="Line 6">
            <a:extLst>
              <a:ext uri="{FF2B5EF4-FFF2-40B4-BE49-F238E27FC236}">
                <a16:creationId xmlns:a16="http://schemas.microsoft.com/office/drawing/2014/main" id="{B57E3C23-4595-4B1D-9C0C-BC7680702F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9250" y="38100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5" name="Line 9">
            <a:extLst>
              <a:ext uri="{FF2B5EF4-FFF2-40B4-BE49-F238E27FC236}">
                <a16:creationId xmlns:a16="http://schemas.microsoft.com/office/drawing/2014/main" id="{03249545-1591-47AB-877A-14E4B6819A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7750" y="2495550"/>
            <a:ext cx="3200400" cy="1600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6" name="Line 11">
            <a:extLst>
              <a:ext uri="{FF2B5EF4-FFF2-40B4-BE49-F238E27FC236}">
                <a16:creationId xmlns:a16="http://schemas.microsoft.com/office/drawing/2014/main" id="{9B98969B-3CF7-49A9-80A5-87286C0F5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7" name="Arc 12">
            <a:extLst>
              <a:ext uri="{FF2B5EF4-FFF2-40B4-BE49-F238E27FC236}">
                <a16:creationId xmlns:a16="http://schemas.microsoft.com/office/drawing/2014/main" id="{8529C7AC-0252-4B53-97CC-CD0E57D6B19E}"/>
              </a:ext>
            </a:extLst>
          </p:cNvPr>
          <p:cNvSpPr>
            <a:spLocks/>
          </p:cNvSpPr>
          <p:nvPr/>
        </p:nvSpPr>
        <p:spPr bwMode="auto">
          <a:xfrm rot="21033543" flipV="1">
            <a:off x="4324351" y="1431925"/>
            <a:ext cx="2759075" cy="2438400"/>
          </a:xfrm>
          <a:custGeom>
            <a:avLst/>
            <a:gdLst>
              <a:gd name="T0" fmla="*/ 0 w 21139"/>
              <a:gd name="T1" fmla="*/ 0 h 21600"/>
              <a:gd name="T2" fmla="*/ 2147483646 w 21139"/>
              <a:gd name="T3" fmla="*/ 2147483646 h 21600"/>
              <a:gd name="T4" fmla="*/ 0 w 21139"/>
              <a:gd name="T5" fmla="*/ 2147483646 h 21600"/>
              <a:gd name="T6" fmla="*/ 0 60000 65536"/>
              <a:gd name="T7" fmla="*/ 0 60000 65536"/>
              <a:gd name="T8" fmla="*/ 0 60000 65536"/>
              <a:gd name="T9" fmla="*/ 0 w 21139"/>
              <a:gd name="T10" fmla="*/ 0 h 21600"/>
              <a:gd name="T11" fmla="*/ 21139 w 2113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39" h="21600" fill="none" extrusionOk="0">
                <a:moveTo>
                  <a:pt x="-1" y="0"/>
                </a:moveTo>
                <a:cubicBezTo>
                  <a:pt x="10218" y="0"/>
                  <a:pt x="19038" y="7160"/>
                  <a:pt x="21138" y="17161"/>
                </a:cubicBezTo>
              </a:path>
              <a:path w="21139" h="21600" stroke="0" extrusionOk="0">
                <a:moveTo>
                  <a:pt x="-1" y="0"/>
                </a:moveTo>
                <a:cubicBezTo>
                  <a:pt x="10218" y="0"/>
                  <a:pt x="19038" y="7160"/>
                  <a:pt x="21138" y="1716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8" name="Line 13">
            <a:extLst>
              <a:ext uri="{FF2B5EF4-FFF2-40B4-BE49-F238E27FC236}">
                <a16:creationId xmlns:a16="http://schemas.microsoft.com/office/drawing/2014/main" id="{557DDA54-3B29-4D28-97B2-70DB697BB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981200"/>
            <a:ext cx="0" cy="1828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9" name="Line 17">
            <a:extLst>
              <a:ext uri="{FF2B5EF4-FFF2-40B4-BE49-F238E27FC236}">
                <a16:creationId xmlns:a16="http://schemas.microsoft.com/office/drawing/2014/main" id="{0A0872F2-4C60-41F3-8967-5CCD1DDAB7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19812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0" name="Line 18">
            <a:extLst>
              <a:ext uri="{FF2B5EF4-FFF2-40B4-BE49-F238E27FC236}">
                <a16:creationId xmlns:a16="http://schemas.microsoft.com/office/drawing/2014/main" id="{1337A06D-2BB1-4ED3-A4F2-CE292C8E30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30480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1" name="Line 19">
            <a:extLst>
              <a:ext uri="{FF2B5EF4-FFF2-40B4-BE49-F238E27FC236}">
                <a16:creationId xmlns:a16="http://schemas.microsoft.com/office/drawing/2014/main" id="{BCAE6C2E-FDAF-4860-8FFF-9C43169B3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981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2" name="Line 20">
            <a:extLst>
              <a:ext uri="{FF2B5EF4-FFF2-40B4-BE49-F238E27FC236}">
                <a16:creationId xmlns:a16="http://schemas.microsoft.com/office/drawing/2014/main" id="{D35C2AB6-DAAF-4032-9F7D-8A2B114B1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810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3" name="Rectangle 32">
            <a:extLst>
              <a:ext uri="{FF2B5EF4-FFF2-40B4-BE49-F238E27FC236}">
                <a16:creationId xmlns:a16="http://schemas.microsoft.com/office/drawing/2014/main" id="{AD9408E6-AAB7-42DA-A1B1-AC083AADF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pPr eaLnBrk="1" hangingPunct="1"/>
            <a:r>
              <a:rPr lang="en-US" altLang="en-US"/>
              <a:t>Nhắc lại</a:t>
            </a:r>
          </a:p>
        </p:txBody>
      </p:sp>
      <p:graphicFrame>
        <p:nvGraphicFramePr>
          <p:cNvPr id="66574" name="Object 21">
            <a:extLst>
              <a:ext uri="{FF2B5EF4-FFF2-40B4-BE49-F238E27FC236}">
                <a16:creationId xmlns:a16="http://schemas.microsoft.com/office/drawing/2014/main" id="{07D3DAB1-64BD-4CE7-A7BC-200211B7A949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772401" y="2819400"/>
          <a:ext cx="4048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8918" imgH="380835" progId="Equation.DSMT4">
                  <p:embed/>
                </p:oleObj>
              </mc:Choice>
              <mc:Fallback>
                <p:oleObj name="Equation" r:id="rId2" imgW="418918" imgH="380835" progId="Equation.DSMT4">
                  <p:embed/>
                  <p:pic>
                    <p:nvPicPr>
                      <p:cNvPr id="66574" name="Object 21">
                        <a:extLst>
                          <a:ext uri="{FF2B5EF4-FFF2-40B4-BE49-F238E27FC236}">
                            <a16:creationId xmlns:a16="http://schemas.microsoft.com/office/drawing/2014/main" id="{07D3DAB1-64BD-4CE7-A7BC-200211B7A94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2819400"/>
                        <a:ext cx="4048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5" name="Object 23">
            <a:extLst>
              <a:ext uri="{FF2B5EF4-FFF2-40B4-BE49-F238E27FC236}">
                <a16:creationId xmlns:a16="http://schemas.microsoft.com/office/drawing/2014/main" id="{7E39AFA4-BA00-4D57-9A59-54C3588E6BD8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382001" y="3276600"/>
          <a:ext cx="6762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393529" progId="Equation.DSMT4">
                  <p:embed/>
                </p:oleObj>
              </mc:Choice>
              <mc:Fallback>
                <p:oleObj name="Equation" r:id="rId4" imgW="672808" imgH="393529" progId="Equation.DSMT4">
                  <p:embed/>
                  <p:pic>
                    <p:nvPicPr>
                      <p:cNvPr id="66575" name="Object 23">
                        <a:extLst>
                          <a:ext uri="{FF2B5EF4-FFF2-40B4-BE49-F238E27FC236}">
                            <a16:creationId xmlns:a16="http://schemas.microsoft.com/office/drawing/2014/main" id="{7E39AFA4-BA00-4D57-9A59-54C3588E6BD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1" y="3276600"/>
                        <a:ext cx="6762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6" name="Object 27">
            <a:extLst>
              <a:ext uri="{FF2B5EF4-FFF2-40B4-BE49-F238E27FC236}">
                <a16:creationId xmlns:a16="http://schemas.microsoft.com/office/drawing/2014/main" id="{073F5A7A-8890-46FF-9E90-6C554D14735D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037264" y="5865814"/>
          <a:ext cx="4206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304668" progId="Equation.DSMT4">
                  <p:embed/>
                </p:oleObj>
              </mc:Choice>
              <mc:Fallback>
                <p:oleObj name="Equation" r:id="rId6" imgW="418918" imgH="304668" progId="Equation.DSMT4">
                  <p:embed/>
                  <p:pic>
                    <p:nvPicPr>
                      <p:cNvPr id="66576" name="Object 27">
                        <a:extLst>
                          <a:ext uri="{FF2B5EF4-FFF2-40B4-BE49-F238E27FC236}">
                            <a16:creationId xmlns:a16="http://schemas.microsoft.com/office/drawing/2014/main" id="{073F5A7A-8890-46FF-9E90-6C554D14735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4" y="5865814"/>
                        <a:ext cx="4206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7" name="Object 31">
            <a:extLst>
              <a:ext uri="{FF2B5EF4-FFF2-40B4-BE49-F238E27FC236}">
                <a16:creationId xmlns:a16="http://schemas.microsoft.com/office/drawing/2014/main" id="{7B35B0A8-4EE2-45F7-B3E6-212E531A792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48200" y="3175001"/>
          <a:ext cx="1143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431800" progId="Equation.DSMT4">
                  <p:embed/>
                </p:oleObj>
              </mc:Choice>
              <mc:Fallback>
                <p:oleObj name="Equation" r:id="rId8" imgW="1511300" imgH="431800" progId="Equation.DSMT4">
                  <p:embed/>
                  <p:pic>
                    <p:nvPicPr>
                      <p:cNvPr id="66577" name="Object 31">
                        <a:extLst>
                          <a:ext uri="{FF2B5EF4-FFF2-40B4-BE49-F238E27FC236}">
                            <a16:creationId xmlns:a16="http://schemas.microsoft.com/office/drawing/2014/main" id="{7B35B0A8-4EE2-45F7-B3E6-212E531A792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175001"/>
                        <a:ext cx="1143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8" name="Line 26">
            <a:extLst>
              <a:ext uri="{FF2B5EF4-FFF2-40B4-BE49-F238E27FC236}">
                <a16:creationId xmlns:a16="http://schemas.microsoft.com/office/drawing/2014/main" id="{8B419DF4-14F6-42C2-A8DB-BE15BA565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71500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9" name="Line 35">
            <a:extLst>
              <a:ext uri="{FF2B5EF4-FFF2-40B4-BE49-F238E27FC236}">
                <a16:creationId xmlns:a16="http://schemas.microsoft.com/office/drawing/2014/main" id="{050F4004-FBD2-46B6-81AD-5F197B97C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80" name="Oval 36">
            <a:extLst>
              <a:ext uri="{FF2B5EF4-FFF2-40B4-BE49-F238E27FC236}">
                <a16:creationId xmlns:a16="http://schemas.microsoft.com/office/drawing/2014/main" id="{B149670A-5697-4870-9113-FDDE717BA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3733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6581" name="Line 37">
            <a:extLst>
              <a:ext uri="{FF2B5EF4-FFF2-40B4-BE49-F238E27FC236}">
                <a16:creationId xmlns:a16="http://schemas.microsoft.com/office/drawing/2014/main" id="{249F5C1E-B2D0-493D-BDC6-973A2A76A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19812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6582" name="Object 39">
            <a:extLst>
              <a:ext uri="{FF2B5EF4-FFF2-40B4-BE49-F238E27FC236}">
                <a16:creationId xmlns:a16="http://schemas.microsoft.com/office/drawing/2014/main" id="{BD086C2D-AD7C-4C21-83A1-AF800D157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276600"/>
          <a:ext cx="1206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5977" imgH="304668" progId="Equation.DSMT4">
                  <p:embed/>
                </p:oleObj>
              </mc:Choice>
              <mc:Fallback>
                <p:oleObj name="Equation" r:id="rId10" imgW="1205977" imgH="304668" progId="Equation.DSMT4">
                  <p:embed/>
                  <p:pic>
                    <p:nvPicPr>
                      <p:cNvPr id="66582" name="Object 39">
                        <a:extLst>
                          <a:ext uri="{FF2B5EF4-FFF2-40B4-BE49-F238E27FC236}">
                            <a16:creationId xmlns:a16="http://schemas.microsoft.com/office/drawing/2014/main" id="{BD086C2D-AD7C-4C21-83A1-AF800D157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276600"/>
                        <a:ext cx="1206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3" name="Object 7">
            <a:extLst>
              <a:ext uri="{FF2B5EF4-FFF2-40B4-BE49-F238E27FC236}">
                <a16:creationId xmlns:a16="http://schemas.microsoft.com/office/drawing/2014/main" id="{33495B91-A30F-48ED-973C-9978A8B55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606800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057" imgH="431613" progId="Equation.DSMT4">
                  <p:embed/>
                </p:oleObj>
              </mc:Choice>
              <mc:Fallback>
                <p:oleObj name="Equation" r:id="rId12" imgW="330057" imgH="431613" progId="Equation.DSMT4">
                  <p:embed/>
                  <p:pic>
                    <p:nvPicPr>
                      <p:cNvPr id="66583" name="Object 7">
                        <a:extLst>
                          <a:ext uri="{FF2B5EF4-FFF2-40B4-BE49-F238E27FC236}">
                            <a16:creationId xmlns:a16="http://schemas.microsoft.com/office/drawing/2014/main" id="{33495B91-A30F-48ED-973C-9978A8B55D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06800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8">
            <a:extLst>
              <a:ext uri="{FF2B5EF4-FFF2-40B4-BE49-F238E27FC236}">
                <a16:creationId xmlns:a16="http://schemas.microsoft.com/office/drawing/2014/main" id="{01F35810-81B1-44E2-81BF-98E0F5E955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828800"/>
          <a:ext cx="241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195" imgH="304668" progId="Equation.DSMT4">
                  <p:embed/>
                </p:oleObj>
              </mc:Choice>
              <mc:Fallback>
                <p:oleObj name="Equation" r:id="rId14" imgW="241195" imgH="304668" progId="Equation.DSMT4">
                  <p:embed/>
                  <p:pic>
                    <p:nvPicPr>
                      <p:cNvPr id="66584" name="Object 8">
                        <a:extLst>
                          <a:ext uri="{FF2B5EF4-FFF2-40B4-BE49-F238E27FC236}">
                            <a16:creationId xmlns:a16="http://schemas.microsoft.com/office/drawing/2014/main" id="{01F35810-81B1-44E2-81BF-98E0F5E955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241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5" name="Line 26">
            <a:extLst>
              <a:ext uri="{FF2B5EF4-FFF2-40B4-BE49-F238E27FC236}">
                <a16:creationId xmlns:a16="http://schemas.microsoft.com/office/drawing/2014/main" id="{66BB3A92-49CE-4270-BDB5-9BF4C31A4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3375" y="5715000"/>
            <a:ext cx="1066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6586" name="Straight Connector 28">
            <a:extLst>
              <a:ext uri="{FF2B5EF4-FFF2-40B4-BE49-F238E27FC236}">
                <a16:creationId xmlns:a16="http://schemas.microsoft.com/office/drawing/2014/main" id="{AB89D9E2-507B-4E54-BBF3-679E33FFD6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91288" y="2895600"/>
            <a:ext cx="0" cy="2819400"/>
          </a:xfrm>
          <a:prstGeom prst="line">
            <a:avLst/>
          </a:prstGeom>
          <a:noFill/>
          <a:ln w="19050" algn="ctr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87" name="Straight Arrow Connector 30">
            <a:extLst>
              <a:ext uri="{FF2B5EF4-FFF2-40B4-BE49-F238E27FC236}">
                <a16:creationId xmlns:a16="http://schemas.microsoft.com/office/drawing/2014/main" id="{74B0A72E-6C16-4908-8D87-6132FB4B0A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94463" y="3276600"/>
            <a:ext cx="0" cy="533400"/>
          </a:xfrm>
          <a:prstGeom prst="straightConnector1">
            <a:avLst/>
          </a:prstGeom>
          <a:noFill/>
          <a:ln w="28575" algn="ctr">
            <a:solidFill>
              <a:srgbClr val="008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88" name="Straight Connector 32">
            <a:extLst>
              <a:ext uri="{FF2B5EF4-FFF2-40B4-BE49-F238E27FC236}">
                <a16:creationId xmlns:a16="http://schemas.microsoft.com/office/drawing/2014/main" id="{84F866E7-0B6E-434C-82BE-FADB54A2756E}"/>
              </a:ext>
            </a:extLst>
          </p:cNvPr>
          <p:cNvCxnSpPr>
            <a:cxnSpLocks noChangeShapeType="1"/>
            <a:endCxn id="66570" idx="1"/>
          </p:cNvCxnSpPr>
          <p:nvPr/>
        </p:nvCxnSpPr>
        <p:spPr bwMode="auto">
          <a:xfrm>
            <a:off x="6934200" y="1981200"/>
            <a:ext cx="0" cy="106680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66589" name="Object 9">
            <a:extLst>
              <a:ext uri="{FF2B5EF4-FFF2-40B4-BE49-F238E27FC236}">
                <a16:creationId xmlns:a16="http://schemas.microsoft.com/office/drawing/2014/main" id="{4893E139-FA48-4B26-8E15-701756EA8E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2212975"/>
          <a:ext cx="901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309" imgH="482391" progId="Equation.DSMT4">
                  <p:embed/>
                </p:oleObj>
              </mc:Choice>
              <mc:Fallback>
                <p:oleObj name="Equation" r:id="rId16" imgW="901309" imgH="482391" progId="Equation.DSMT4">
                  <p:embed/>
                  <p:pic>
                    <p:nvPicPr>
                      <p:cNvPr id="66589" name="Object 9">
                        <a:extLst>
                          <a:ext uri="{FF2B5EF4-FFF2-40B4-BE49-F238E27FC236}">
                            <a16:creationId xmlns:a16="http://schemas.microsoft.com/office/drawing/2014/main" id="{4893E139-FA48-4B26-8E15-701756EA8E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212975"/>
                        <a:ext cx="901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0" name="Object 10">
            <a:extLst>
              <a:ext uri="{FF2B5EF4-FFF2-40B4-BE49-F238E27FC236}">
                <a16:creationId xmlns:a16="http://schemas.microsoft.com/office/drawing/2014/main" id="{64524467-6EF5-4581-80B8-C54C0194C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8750" y="5740400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7225" imgH="431425" progId="Equation.DSMT4">
                  <p:embed/>
                </p:oleObj>
              </mc:Choice>
              <mc:Fallback>
                <p:oleObj name="Equation" r:id="rId18" imgW="317225" imgH="431425" progId="Equation.DSMT4">
                  <p:embed/>
                  <p:pic>
                    <p:nvPicPr>
                      <p:cNvPr id="66590" name="Object 10">
                        <a:extLst>
                          <a:ext uri="{FF2B5EF4-FFF2-40B4-BE49-F238E27FC236}">
                            <a16:creationId xmlns:a16="http://schemas.microsoft.com/office/drawing/2014/main" id="{64524467-6EF5-4581-80B8-C54C0194C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5740400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1" name="Object 11">
            <a:extLst>
              <a:ext uri="{FF2B5EF4-FFF2-40B4-BE49-F238E27FC236}">
                <a16:creationId xmlns:a16="http://schemas.microsoft.com/office/drawing/2014/main" id="{FEC3C388-EA5F-4D22-A904-369E2BBB7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86740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5806" imgH="228501" progId="Equation.DSMT4">
                  <p:embed/>
                </p:oleObj>
              </mc:Choice>
              <mc:Fallback>
                <p:oleObj name="Equation" r:id="rId20" imgW="215806" imgH="228501" progId="Equation.DSMT4">
                  <p:embed/>
                  <p:pic>
                    <p:nvPicPr>
                      <p:cNvPr id="66591" name="Object 11">
                        <a:extLst>
                          <a:ext uri="{FF2B5EF4-FFF2-40B4-BE49-F238E27FC236}">
                            <a16:creationId xmlns:a16="http://schemas.microsoft.com/office/drawing/2014/main" id="{FEC3C388-EA5F-4D22-A904-369E2BBB7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867400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Arc 37">
            <a:extLst>
              <a:ext uri="{FF2B5EF4-FFF2-40B4-BE49-F238E27FC236}">
                <a16:creationId xmlns:a16="http://schemas.microsoft.com/office/drawing/2014/main" id="{184025E2-8644-4826-B0B4-1BE6126F68FE}"/>
              </a:ext>
            </a:extLst>
          </p:cNvPr>
          <p:cNvSpPr/>
          <p:nvPr/>
        </p:nvSpPr>
        <p:spPr bwMode="auto">
          <a:xfrm rot="2192140">
            <a:off x="5642338" y="3520976"/>
            <a:ext cx="457200" cy="609600"/>
          </a:xfrm>
          <a:prstGeom prst="arc">
            <a:avLst>
              <a:gd name="adj1" fmla="val 15396455"/>
              <a:gd name="adj2" fmla="val 19094896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graphicFrame>
        <p:nvGraphicFramePr>
          <p:cNvPr id="66593" name="Object 12">
            <a:extLst>
              <a:ext uri="{FF2B5EF4-FFF2-40B4-BE49-F238E27FC236}">
                <a16:creationId xmlns:a16="http://schemas.microsoft.com/office/drawing/2014/main" id="{3681DC98-A89F-4513-A86D-D1D47F1AA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3492500"/>
          <a:ext cx="279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241195" progId="Equation.DSMT4">
                  <p:embed/>
                </p:oleObj>
              </mc:Choice>
              <mc:Fallback>
                <p:oleObj name="Equation" r:id="rId22" imgW="279279" imgH="241195" progId="Equation.DSMT4">
                  <p:embed/>
                  <p:pic>
                    <p:nvPicPr>
                      <p:cNvPr id="66593" name="Object 12">
                        <a:extLst>
                          <a:ext uri="{FF2B5EF4-FFF2-40B4-BE49-F238E27FC236}">
                            <a16:creationId xmlns:a16="http://schemas.microsoft.com/office/drawing/2014/main" id="{3681DC98-A89F-4513-A86D-D1D47F1AA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492500"/>
                        <a:ext cx="2794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94" name="Oval 36">
            <a:extLst>
              <a:ext uri="{FF2B5EF4-FFF2-40B4-BE49-F238E27FC236}">
                <a16:creationId xmlns:a16="http://schemas.microsoft.com/office/drawing/2014/main" id="{5ED4BD77-BEB4-4A62-97FD-3E16CEA86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1905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6595" name="Object 31">
            <a:extLst>
              <a:ext uri="{FF2B5EF4-FFF2-40B4-BE49-F238E27FC236}">
                <a16:creationId xmlns:a16="http://schemas.microsoft.com/office/drawing/2014/main" id="{C71C61EB-3250-4CD6-B24F-2176CCC1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8650" y="1430338"/>
          <a:ext cx="9461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55700" imgH="393700" progId="Equation.DSMT4">
                  <p:embed/>
                </p:oleObj>
              </mc:Choice>
              <mc:Fallback>
                <p:oleObj name="Equation" r:id="rId24" imgW="1155700" imgH="393700" progId="Equation.DSMT4">
                  <p:embed/>
                  <p:pic>
                    <p:nvPicPr>
                      <p:cNvPr id="66595" name="Object 31">
                        <a:extLst>
                          <a:ext uri="{FF2B5EF4-FFF2-40B4-BE49-F238E27FC236}">
                            <a16:creationId xmlns:a16="http://schemas.microsoft.com/office/drawing/2014/main" id="{C71C61EB-3250-4CD6-B24F-2176CCC14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650" y="1430338"/>
                        <a:ext cx="946150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>
            <a:extLst>
              <a:ext uri="{FF2B5EF4-FFF2-40B4-BE49-F238E27FC236}">
                <a16:creationId xmlns:a16="http://schemas.microsoft.com/office/drawing/2014/main" id="{F7950B76-E127-49DC-9EB1-4ADE500D7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SỰ KHẢ VI VÀ VI PHÂN (CẤP 1)</a:t>
            </a:r>
          </a:p>
        </p:txBody>
      </p:sp>
      <p:graphicFrame>
        <p:nvGraphicFramePr>
          <p:cNvPr id="41993" name="Object 9">
            <a:extLst>
              <a:ext uri="{FF2B5EF4-FFF2-40B4-BE49-F238E27FC236}">
                <a16:creationId xmlns:a16="http://schemas.microsoft.com/office/drawing/2014/main" id="{7FC0705E-7579-42FB-8236-EB4C8C01613B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11616382"/>
              </p:ext>
            </p:extLst>
          </p:nvPr>
        </p:nvGraphicFramePr>
        <p:xfrm>
          <a:off x="1905000" y="3820845"/>
          <a:ext cx="2676446" cy="629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500" imgH="762000" progId="Equation.DSMT4">
                  <p:embed/>
                </p:oleObj>
              </mc:Choice>
              <mc:Fallback>
                <p:oleObj name="Equation" r:id="rId2" imgW="3238500" imgH="762000" progId="Equation.DSMT4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7FC0705E-7579-42FB-8236-EB4C8C01613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20845"/>
                        <a:ext cx="2676446" cy="629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1" name="Object 17">
            <a:extLst>
              <a:ext uri="{FF2B5EF4-FFF2-40B4-BE49-F238E27FC236}">
                <a16:creationId xmlns:a16="http://schemas.microsoft.com/office/drawing/2014/main" id="{4B2D37B6-6545-401C-B7CE-D300217DB68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64020961"/>
              </p:ext>
            </p:extLst>
          </p:nvPr>
        </p:nvGraphicFramePr>
        <p:xfrm>
          <a:off x="2288242" y="5147948"/>
          <a:ext cx="2781405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500" imgH="431800" progId="Equation.DSMT4">
                  <p:embed/>
                </p:oleObj>
              </mc:Choice>
              <mc:Fallback>
                <p:oleObj name="Equation" r:id="rId4" imgW="3365500" imgH="431800" progId="Equation.DSMT4">
                  <p:embed/>
                  <p:pic>
                    <p:nvPicPr>
                      <p:cNvPr id="42001" name="Object 17">
                        <a:extLst>
                          <a:ext uri="{FF2B5EF4-FFF2-40B4-BE49-F238E27FC236}">
                            <a16:creationId xmlns:a16="http://schemas.microsoft.com/office/drawing/2014/main" id="{4B2D37B6-6545-401C-B7CE-D300217DB68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242" y="5147948"/>
                        <a:ext cx="2781405" cy="356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Text Box 11">
            <a:extLst>
              <a:ext uri="{FF2B5EF4-FFF2-40B4-BE49-F238E27FC236}">
                <a16:creationId xmlns:a16="http://schemas.microsoft.com/office/drawing/2014/main" id="{7C8A8120-6626-4148-BC1C-CAA97CCC9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1805" y="3853663"/>
            <a:ext cx="46255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VCB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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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x,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</a:t>
            </a:r>
            <a:r>
              <a:rPr lang="en-US" altLang="en-US" sz="22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0</a:t>
            </a:r>
          </a:p>
        </p:txBody>
      </p:sp>
      <p:sp>
        <p:nvSpPr>
          <p:cNvPr id="42000" name="Rectangle 16">
            <a:extLst>
              <a:ext uri="{FF2B5EF4-FFF2-40B4-BE49-F238E27FC236}">
                <a16:creationId xmlns:a16="http://schemas.microsoft.com/office/drawing/2014/main" id="{F8ABC183-05D4-45C5-8949-7C97E340B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981226"/>
            <a:ext cx="3671888" cy="623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2" name="Text Box 18">
            <a:extLst>
              <a:ext uri="{FF2B5EF4-FFF2-40B4-BE49-F238E27FC236}">
                <a16:creationId xmlns:a16="http://schemas.microsoft.com/office/drawing/2014/main" id="{A608C1A8-EE6B-41A3-A42F-402E13FC6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346" y="5147948"/>
            <a:ext cx="3810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vi  phân của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tại 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id="{7BBBB9F8-A774-4CC2-862F-65F5A5D1F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562686"/>
              </p:ext>
            </p:extLst>
          </p:nvPr>
        </p:nvGraphicFramePr>
        <p:xfrm>
          <a:off x="2874758" y="2711790"/>
          <a:ext cx="3914959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37100" imgH="482600" progId="Equation.DSMT4">
                  <p:embed/>
                </p:oleObj>
              </mc:Choice>
              <mc:Fallback>
                <p:oleObj name="Equation" r:id="rId6" imgW="4737100" imgH="482600" progId="Equation.DSMT4">
                  <p:embed/>
                  <p:pic>
                    <p:nvPicPr>
                      <p:cNvPr id="14" name="Object 17">
                        <a:extLst>
                          <a:ext uri="{FF2B5EF4-FFF2-40B4-BE49-F238E27FC236}">
                            <a16:creationId xmlns:a16="http://schemas.microsoft.com/office/drawing/2014/main" id="{7BBBB9F8-A774-4CC2-862F-65F5A5D1F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758" y="2711790"/>
                        <a:ext cx="3914959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1D3E8DA-D92D-494C-B39D-F091B5B6F412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990601"/>
            <a:ext cx="6610927" cy="1300017"/>
            <a:chOff x="228600" y="990600"/>
            <a:chExt cx="6610927" cy="1300012"/>
          </a:xfrm>
        </p:grpSpPr>
        <p:sp>
          <p:nvSpPr>
            <p:cNvPr id="67595" name="Rectangle 5">
              <a:extLst>
                <a:ext uri="{FF2B5EF4-FFF2-40B4-BE49-F238E27FC236}">
                  <a16:creationId xmlns:a16="http://schemas.microsoft.com/office/drawing/2014/main" id="{E5150D6A-1739-4878-A42E-2CDE892D3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990600"/>
              <a:ext cx="6610927" cy="1300012"/>
            </a:xfrm>
            <a:prstGeom prst="rect">
              <a:avLst/>
            </a:prstGeom>
            <a:solidFill>
              <a:srgbClr val="FFFFCC">
                <a:alpha val="5411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7596" name="Object 7">
              <a:extLst>
                <a:ext uri="{FF2B5EF4-FFF2-40B4-BE49-F238E27FC236}">
                  <a16:creationId xmlns:a16="http://schemas.microsoft.com/office/drawing/2014/main" id="{3E013FB3-26F3-4970-A5A6-DD5A635D84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8149140"/>
                </p:ext>
              </p:extLst>
            </p:nvPr>
          </p:nvGraphicFramePr>
          <p:xfrm>
            <a:off x="381000" y="1757669"/>
            <a:ext cx="6024495" cy="377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289800" imgH="457200" progId="Equation.DSMT4">
                    <p:embed/>
                  </p:oleObj>
                </mc:Choice>
                <mc:Fallback>
                  <p:oleObj name="Equation" r:id="rId8" imgW="7289800" imgH="457200" progId="Equation.DSMT4">
                    <p:embed/>
                    <p:pic>
                      <p:nvPicPr>
                        <p:cNvPr id="67596" name="Object 7">
                          <a:extLst>
                            <a:ext uri="{FF2B5EF4-FFF2-40B4-BE49-F238E27FC236}">
                              <a16:creationId xmlns:a16="http://schemas.microsoft.com/office/drawing/2014/main" id="{3E013FB3-26F3-4970-A5A6-DD5A635D84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1757669"/>
                          <a:ext cx="6024495" cy="3778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7" name="Text Box 6">
              <a:extLst>
                <a:ext uri="{FF2B5EF4-FFF2-40B4-BE49-F238E27FC236}">
                  <a16:creationId xmlns:a16="http://schemas.microsoft.com/office/drawing/2014/main" id="{0E83AF35-31F2-444B-B6D9-09AA3B098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33" y="1063717"/>
              <a:ext cx="6319260" cy="430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khả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tồn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hằng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A, B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/>
      <p:bldP spid="42000" grpId="0" animBg="1"/>
      <p:bldP spid="4200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6">
            <a:extLst>
              <a:ext uri="{FF2B5EF4-FFF2-40B4-BE49-F238E27FC236}">
                <a16:creationId xmlns:a16="http://schemas.microsoft.com/office/drawing/2014/main" id="{E0BD90BC-73AC-4A42-84F4-196B3F584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Lưu ý</a:t>
            </a:r>
          </a:p>
        </p:txBody>
      </p:sp>
      <p:cxnSp>
        <p:nvCxnSpPr>
          <p:cNvPr id="68611" name="Straight Arrow Connector 8">
            <a:extLst>
              <a:ext uri="{FF2B5EF4-FFF2-40B4-BE49-F238E27FC236}">
                <a16:creationId xmlns:a16="http://schemas.microsoft.com/office/drawing/2014/main" id="{AF598CEB-3420-4F34-8B3E-313E3577BC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4038600"/>
            <a:ext cx="3810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12" name="Straight Arrow Connector 10">
            <a:extLst>
              <a:ext uri="{FF2B5EF4-FFF2-40B4-BE49-F238E27FC236}">
                <a16:creationId xmlns:a16="http://schemas.microsoft.com/office/drawing/2014/main" id="{D66865C9-2890-41AC-B0EC-BEBBF9D0714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95800" y="1447800"/>
            <a:ext cx="0" cy="3733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613" name="Oval 13">
            <a:extLst>
              <a:ext uri="{FF2B5EF4-FFF2-40B4-BE49-F238E27FC236}">
                <a16:creationId xmlns:a16="http://schemas.microsoft.com/office/drawing/2014/main" id="{C0B244D7-B209-4A11-BFBE-C4688BE68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438400"/>
            <a:ext cx="1676400" cy="1143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14" name="Oval 36">
            <a:extLst>
              <a:ext uri="{FF2B5EF4-FFF2-40B4-BE49-F238E27FC236}">
                <a16:creationId xmlns:a16="http://schemas.microsoft.com/office/drawing/2014/main" id="{08EAE2F9-2D94-488D-AE20-079FCB9C3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895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68615" name="Straight Connector 16">
            <a:extLst>
              <a:ext uri="{FF2B5EF4-FFF2-40B4-BE49-F238E27FC236}">
                <a16:creationId xmlns:a16="http://schemas.microsoft.com/office/drawing/2014/main" id="{14D1DA0D-8B86-432E-97AF-290B4A8A901A}"/>
              </a:ext>
            </a:extLst>
          </p:cNvPr>
          <p:cNvCxnSpPr>
            <a:cxnSpLocks/>
          </p:cNvCxnSpPr>
          <p:nvPr/>
        </p:nvCxnSpPr>
        <p:spPr bwMode="auto">
          <a:xfrm>
            <a:off x="5715000" y="1905000"/>
            <a:ext cx="0" cy="21336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16" name="Straight Connector 19">
            <a:extLst>
              <a:ext uri="{FF2B5EF4-FFF2-40B4-BE49-F238E27FC236}">
                <a16:creationId xmlns:a16="http://schemas.microsoft.com/office/drawing/2014/main" id="{45C05C60-5B43-4C94-81E6-A4933D7A7207}"/>
              </a:ext>
            </a:extLst>
          </p:cNvPr>
          <p:cNvCxnSpPr>
            <a:cxnSpLocks/>
          </p:cNvCxnSpPr>
          <p:nvPr/>
        </p:nvCxnSpPr>
        <p:spPr bwMode="auto">
          <a:xfrm flipH="1">
            <a:off x="4495800" y="2971800"/>
            <a:ext cx="25908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68617" name="Object 7">
            <a:extLst>
              <a:ext uri="{FF2B5EF4-FFF2-40B4-BE49-F238E27FC236}">
                <a16:creationId xmlns:a16="http://schemas.microsoft.com/office/drawing/2014/main" id="{7421A829-FDC0-43E6-A596-121946252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2692400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057" imgH="431613" progId="Equation.DSMT4">
                  <p:embed/>
                </p:oleObj>
              </mc:Choice>
              <mc:Fallback>
                <p:oleObj name="Equation" r:id="rId2" imgW="330057" imgH="431613" progId="Equation.DSMT4">
                  <p:embed/>
                  <p:pic>
                    <p:nvPicPr>
                      <p:cNvPr id="68617" name="Object 7">
                        <a:extLst>
                          <a:ext uri="{FF2B5EF4-FFF2-40B4-BE49-F238E27FC236}">
                            <a16:creationId xmlns:a16="http://schemas.microsoft.com/office/drawing/2014/main" id="{7421A829-FDC0-43E6-A596-121946252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692400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>
            <a:extLst>
              <a:ext uri="{FF2B5EF4-FFF2-40B4-BE49-F238E27FC236}">
                <a16:creationId xmlns:a16="http://schemas.microsoft.com/office/drawing/2014/main" id="{B3E72650-B3F3-4CB1-BE3F-513745001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1650" y="4037013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225" imgH="431425" progId="Equation.DSMT4">
                  <p:embed/>
                </p:oleObj>
              </mc:Choice>
              <mc:Fallback>
                <p:oleObj name="Equation" r:id="rId4" imgW="317225" imgH="431425" progId="Equation.DSMT4">
                  <p:embed/>
                  <p:pic>
                    <p:nvPicPr>
                      <p:cNvPr id="68618" name="Object 10">
                        <a:extLst>
                          <a:ext uri="{FF2B5EF4-FFF2-40B4-BE49-F238E27FC236}">
                            <a16:creationId xmlns:a16="http://schemas.microsoft.com/office/drawing/2014/main" id="{B3E72650-B3F3-4CB1-BE3F-513745001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4037013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9" name="Oval 24">
            <a:extLst>
              <a:ext uri="{FF2B5EF4-FFF2-40B4-BE49-F238E27FC236}">
                <a16:creationId xmlns:a16="http://schemas.microsoft.com/office/drawing/2014/main" id="{81922B4E-EC97-47D9-BC57-3009723C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590800"/>
            <a:ext cx="76200" cy="101600"/>
          </a:xfrm>
          <a:prstGeom prst="ellipse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8620" name="Object 31">
            <a:extLst>
              <a:ext uri="{FF2B5EF4-FFF2-40B4-BE49-F238E27FC236}">
                <a16:creationId xmlns:a16="http://schemas.microsoft.com/office/drawing/2014/main" id="{61E6F566-45D2-47D7-BE0B-EDB1513CD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268538"/>
          <a:ext cx="9461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393700" progId="Equation.DSMT4">
                  <p:embed/>
                </p:oleObj>
              </mc:Choice>
              <mc:Fallback>
                <p:oleObj name="Equation" r:id="rId6" imgW="1155700" imgH="393700" progId="Equation.DSMT4">
                  <p:embed/>
                  <p:pic>
                    <p:nvPicPr>
                      <p:cNvPr id="68620" name="Object 31">
                        <a:extLst>
                          <a:ext uri="{FF2B5EF4-FFF2-40B4-BE49-F238E27FC236}">
                            <a16:creationId xmlns:a16="http://schemas.microsoft.com/office/drawing/2014/main" id="{61E6F566-45D2-47D7-BE0B-EDB1513CD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68538"/>
                        <a:ext cx="946150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621" name="Straight Arrow Connector 29">
            <a:extLst>
              <a:ext uri="{FF2B5EF4-FFF2-40B4-BE49-F238E27FC236}">
                <a16:creationId xmlns:a16="http://schemas.microsoft.com/office/drawing/2014/main" id="{D64A6787-6B26-43FA-9229-EC26FA21A2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4600" y="2819400"/>
            <a:ext cx="990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68622" name="Object 31">
            <a:extLst>
              <a:ext uri="{FF2B5EF4-FFF2-40B4-BE49-F238E27FC236}">
                <a16:creationId xmlns:a16="http://schemas.microsoft.com/office/drawing/2014/main" id="{C3CE4208-BD86-4F8F-8614-462D26F5A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5689" y="2424114"/>
          <a:ext cx="9366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965200" progId="Equation.DSMT4">
                  <p:embed/>
                </p:oleObj>
              </mc:Choice>
              <mc:Fallback>
                <p:oleObj name="Equation" r:id="rId8" imgW="1143000" imgH="965200" progId="Equation.DSMT4">
                  <p:embed/>
                  <p:pic>
                    <p:nvPicPr>
                      <p:cNvPr id="68622" name="Object 31">
                        <a:extLst>
                          <a:ext uri="{FF2B5EF4-FFF2-40B4-BE49-F238E27FC236}">
                            <a16:creationId xmlns:a16="http://schemas.microsoft.com/office/drawing/2014/main" id="{C3CE4208-BD86-4F8F-8614-462D26F5A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9" y="2424114"/>
                        <a:ext cx="9366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3" name="Object 31">
            <a:extLst>
              <a:ext uri="{FF2B5EF4-FFF2-40B4-BE49-F238E27FC236}">
                <a16:creationId xmlns:a16="http://schemas.microsoft.com/office/drawing/2014/main" id="{18E711D7-6345-47CB-9D50-7DCEF5195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3289" y="4314826"/>
          <a:ext cx="9366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965200" progId="Equation.DSMT4">
                  <p:embed/>
                </p:oleObj>
              </mc:Choice>
              <mc:Fallback>
                <p:oleObj name="Equation" r:id="rId10" imgW="1143000" imgH="965200" progId="Equation.DSMT4">
                  <p:embed/>
                  <p:pic>
                    <p:nvPicPr>
                      <p:cNvPr id="68623" name="Object 31">
                        <a:extLst>
                          <a:ext uri="{FF2B5EF4-FFF2-40B4-BE49-F238E27FC236}">
                            <a16:creationId xmlns:a16="http://schemas.microsoft.com/office/drawing/2014/main" id="{18E711D7-6345-47CB-9D50-7DCEF5195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9" y="4314826"/>
                        <a:ext cx="9366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624" name="Straight Arrow Connector 33">
            <a:extLst>
              <a:ext uri="{FF2B5EF4-FFF2-40B4-BE49-F238E27FC236}">
                <a16:creationId xmlns:a16="http://schemas.microsoft.com/office/drawing/2014/main" id="{417C7CE7-AD57-4BD2-8C1B-EB371B7A1B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81600" y="3214689"/>
            <a:ext cx="0" cy="10747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68625" name="Object 31">
            <a:extLst>
              <a:ext uri="{FF2B5EF4-FFF2-40B4-BE49-F238E27FC236}">
                <a16:creationId xmlns:a16="http://schemas.microsoft.com/office/drawing/2014/main" id="{13E1B13A-AC26-49C5-AF35-292202E1B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1357313"/>
          <a:ext cx="2373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95600" imgH="457200" progId="Equation.DSMT4">
                  <p:embed/>
                </p:oleObj>
              </mc:Choice>
              <mc:Fallback>
                <p:oleObj name="Equation" r:id="rId12" imgW="2895600" imgH="457200" progId="Equation.DSMT4">
                  <p:embed/>
                  <p:pic>
                    <p:nvPicPr>
                      <p:cNvPr id="68625" name="Object 31">
                        <a:extLst>
                          <a:ext uri="{FF2B5EF4-FFF2-40B4-BE49-F238E27FC236}">
                            <a16:creationId xmlns:a16="http://schemas.microsoft.com/office/drawing/2014/main" id="{13E1B13A-AC26-49C5-AF35-292202E1B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1357313"/>
                        <a:ext cx="2373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626" name="Straight Arrow Connector 36">
            <a:extLst>
              <a:ext uri="{FF2B5EF4-FFF2-40B4-BE49-F238E27FC236}">
                <a16:creationId xmlns:a16="http://schemas.microsoft.com/office/drawing/2014/main" id="{E5DEEA1E-0346-449B-B6AA-E9A566186C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92875" y="1731964"/>
            <a:ext cx="0" cy="536575"/>
          </a:xfrm>
          <a:prstGeom prst="straightConnector1">
            <a:avLst/>
          </a:prstGeom>
          <a:noFill/>
          <a:ln w="9525" algn="ctr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4">
            <a:extLst>
              <a:ext uri="{FF2B5EF4-FFF2-40B4-BE49-F238E27FC236}">
                <a16:creationId xmlns:a16="http://schemas.microsoft.com/office/drawing/2014/main" id="{D4BBA146-9863-4DCB-A409-36552E850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63" y="835172"/>
            <a:ext cx="449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vi: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85741214-C4C3-4F69-8323-E1489905418A}"/>
              </a:ext>
            </a:extLst>
          </p:cNvPr>
          <p:cNvGrpSpPr>
            <a:grpSpLocks/>
          </p:cNvGrpSpPr>
          <p:nvPr/>
        </p:nvGrpSpPr>
        <p:grpSpPr bwMode="auto">
          <a:xfrm>
            <a:off x="1309255" y="1552191"/>
            <a:ext cx="8605838" cy="2103438"/>
            <a:chOff x="144" y="913"/>
            <a:chExt cx="5421" cy="1325"/>
          </a:xfrm>
        </p:grpSpPr>
        <p:grpSp>
          <p:nvGrpSpPr>
            <p:cNvPr id="69641" name="Group 5">
              <a:extLst>
                <a:ext uri="{FF2B5EF4-FFF2-40B4-BE49-F238E27FC236}">
                  <a16:creationId xmlns:a16="http://schemas.microsoft.com/office/drawing/2014/main" id="{81472FF1-00C4-4F7B-9F3D-02C88ED6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913"/>
              <a:ext cx="5421" cy="1325"/>
              <a:chOff x="336" y="3120"/>
              <a:chExt cx="5136" cy="869"/>
            </a:xfrm>
          </p:grpSpPr>
          <p:sp>
            <p:nvSpPr>
              <p:cNvPr id="69643" name="Rectangle 6">
                <a:extLst>
                  <a:ext uri="{FF2B5EF4-FFF2-40B4-BE49-F238E27FC236}">
                    <a16:creationId xmlns:a16="http://schemas.microsoft.com/office/drawing/2014/main" id="{7543A8B9-852D-4EEB-B8C9-E7D619F8C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3120"/>
                <a:ext cx="4631" cy="869"/>
              </a:xfrm>
              <a:prstGeom prst="rect">
                <a:avLst/>
              </a:prstGeom>
              <a:solidFill>
                <a:srgbClr val="FFFFCC">
                  <a:alpha val="6196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200">
                  <a:latin typeface="VNI-Times" pitchFamily="2" charset="0"/>
                </a:endParaRPr>
              </a:p>
            </p:txBody>
          </p:sp>
          <p:sp>
            <p:nvSpPr>
              <p:cNvPr id="69644" name="Text Box 7">
                <a:extLst>
                  <a:ext uri="{FF2B5EF4-FFF2-40B4-BE49-F238E27FC236}">
                    <a16:creationId xmlns:a16="http://schemas.microsoft.com/office/drawing/2014/main" id="{269B546B-39BC-4453-9CFA-5C547D2B8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3168"/>
                <a:ext cx="504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00FF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600"/>
                  </a:spcBef>
                  <a:buFontTx/>
                  <a:buAutoNum type="arabicPeriod"/>
                </a:pP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khả vi tại 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f liên tục tại 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FontTx/>
                  <a:buAutoNum type="arabicPeriod"/>
                </a:pP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khả vi tại 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f có các đạo hàm riêng tại 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US" altLang="en-US" sz="2200" b="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en-US" sz="22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200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và </a:t>
                </a:r>
              </a:p>
            </p:txBody>
          </p:sp>
        </p:grpSp>
        <p:graphicFrame>
          <p:nvGraphicFramePr>
            <p:cNvPr id="69642" name="Object 8">
              <a:extLst>
                <a:ext uri="{FF2B5EF4-FFF2-40B4-BE49-F238E27FC236}">
                  <a16:creationId xmlns:a16="http://schemas.microsoft.com/office/drawing/2014/main" id="{84C2FD27-4ACD-4A66-A277-C9BA04EF53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2351822"/>
                </p:ext>
              </p:extLst>
            </p:nvPr>
          </p:nvGraphicFramePr>
          <p:xfrm>
            <a:off x="1273" y="1804"/>
            <a:ext cx="2228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79900" imgH="482600" progId="Equation.DSMT4">
                    <p:embed/>
                  </p:oleObj>
                </mc:Choice>
                <mc:Fallback>
                  <p:oleObj name="Equation" r:id="rId2" imgW="4279900" imgH="482600" progId="Equation.DSMT4">
                    <p:embed/>
                    <p:pic>
                      <p:nvPicPr>
                        <p:cNvPr id="69642" name="Object 8">
                          <a:extLst>
                            <a:ext uri="{FF2B5EF4-FFF2-40B4-BE49-F238E27FC236}">
                              <a16:creationId xmlns:a16="http://schemas.microsoft.com/office/drawing/2014/main" id="{84C2FD27-4ACD-4A66-A277-C9BA04EF53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1804"/>
                          <a:ext cx="2228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389E221C-C864-49E3-8356-503057500E26}"/>
              </a:ext>
            </a:extLst>
          </p:cNvPr>
          <p:cNvGrpSpPr>
            <a:grpSpLocks/>
          </p:cNvGrpSpPr>
          <p:nvPr/>
        </p:nvGrpSpPr>
        <p:grpSpPr bwMode="auto">
          <a:xfrm>
            <a:off x="5948219" y="3924685"/>
            <a:ext cx="5208588" cy="762000"/>
            <a:chOff x="1016" y="3216"/>
            <a:chExt cx="3281" cy="480"/>
          </a:xfrm>
        </p:grpSpPr>
        <p:sp>
          <p:nvSpPr>
            <p:cNvPr id="69639" name="Rectangle 11">
              <a:extLst>
                <a:ext uri="{FF2B5EF4-FFF2-40B4-BE49-F238E27FC236}">
                  <a16:creationId xmlns:a16="http://schemas.microsoft.com/office/drawing/2014/main" id="{4270BAA9-A85F-4EE0-8968-C502758A1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3216"/>
              <a:ext cx="3281" cy="480"/>
            </a:xfrm>
            <a:prstGeom prst="rect">
              <a:avLst/>
            </a:prstGeom>
            <a:solidFill>
              <a:srgbClr val="FFFFCC">
                <a:alpha val="6392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/>
            </a:p>
          </p:txBody>
        </p:sp>
        <p:graphicFrame>
          <p:nvGraphicFramePr>
            <p:cNvPr id="69640" name="Object 12">
              <a:extLst>
                <a:ext uri="{FF2B5EF4-FFF2-40B4-BE49-F238E27FC236}">
                  <a16:creationId xmlns:a16="http://schemas.microsoft.com/office/drawing/2014/main" id="{771C5C22-FB75-41D6-A4D9-540714571A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6632267"/>
                </p:ext>
              </p:extLst>
            </p:nvPr>
          </p:nvGraphicFramePr>
          <p:xfrm>
            <a:off x="1048" y="3358"/>
            <a:ext cx="324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664200" imgH="482600" progId="Equation.DSMT4">
                    <p:embed/>
                  </p:oleObj>
                </mc:Choice>
                <mc:Fallback>
                  <p:oleObj name="Equation" r:id="rId4" imgW="5664200" imgH="482600" progId="Equation.DSMT4">
                    <p:embed/>
                    <p:pic>
                      <p:nvPicPr>
                        <p:cNvPr id="69640" name="Object 12">
                          <a:extLst>
                            <a:ext uri="{FF2B5EF4-FFF2-40B4-BE49-F238E27FC236}">
                              <a16:creationId xmlns:a16="http://schemas.microsoft.com/office/drawing/2014/main" id="{771C5C22-FB75-41D6-A4D9-540714571A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8" y="3358"/>
                          <a:ext cx="324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8014" name="Text Box 14">
            <a:extLst>
              <a:ext uri="{FF2B5EF4-FFF2-40B4-BE49-F238E27FC236}">
                <a16:creationId xmlns:a16="http://schemas.microsoft.com/office/drawing/2014/main" id="{09E9F756-110C-4611-B1FF-238B78047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619" y="4090242"/>
            <a:ext cx="505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Vi phân của hàm 2 biến thường viết dạng:</a:t>
            </a:r>
          </a:p>
        </p:txBody>
      </p:sp>
      <p:sp>
        <p:nvSpPr>
          <p:cNvPr id="69638" name="Title 2">
            <a:extLst>
              <a:ext uri="{FF2B5EF4-FFF2-40B4-BE49-F238E27FC236}">
                <a16:creationId xmlns:a16="http://schemas.microsoft.com/office/drawing/2014/main" id="{64896EC7-F058-411A-AD30-744B7C0DD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Sự khả vi và vi phân cấp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7708B-43D7-41A3-8447-8649F0BA9C7A}"/>
              </a:ext>
            </a:extLst>
          </p:cNvPr>
          <p:cNvSpPr txBox="1"/>
          <p:nvPr/>
        </p:nvSpPr>
        <p:spPr>
          <a:xfrm>
            <a:off x="893619" y="5328120"/>
            <a:ext cx="3641436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xấp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xỉ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139D26-EA11-4EEB-9052-C20D9063C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308490"/>
              </p:ext>
            </p:extLst>
          </p:nvPr>
        </p:nvGraphicFramePr>
        <p:xfrm>
          <a:off x="4371543" y="5412607"/>
          <a:ext cx="4533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33900" imgH="457495" progId="Equation.DSMT4">
                  <p:embed/>
                </p:oleObj>
              </mc:Choice>
              <mc:Fallback>
                <p:oleObj name="Equation" r:id="rId6" imgW="4533900" imgH="4574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71543" y="5412607"/>
                        <a:ext cx="4533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4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0776BA6C-3086-48ED-A98D-82CA16163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Ý nghĩa của vi phân cấp 1</a:t>
            </a:r>
          </a:p>
        </p:txBody>
      </p:sp>
      <p:graphicFrame>
        <p:nvGraphicFramePr>
          <p:cNvPr id="68611" name="Object 12">
            <a:extLst>
              <a:ext uri="{FF2B5EF4-FFF2-40B4-BE49-F238E27FC236}">
                <a16:creationId xmlns:a16="http://schemas.microsoft.com/office/drawing/2014/main" id="{88205EA3-FAB9-4B4E-9478-8103A5767E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642633"/>
              </p:ext>
            </p:extLst>
          </p:nvPr>
        </p:nvGraphicFramePr>
        <p:xfrm>
          <a:off x="2429426" y="1311774"/>
          <a:ext cx="5720248" cy="881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21500" imgH="1066800" progId="Equation.DSMT4">
                  <p:embed/>
                </p:oleObj>
              </mc:Choice>
              <mc:Fallback>
                <p:oleObj name="Equation" r:id="rId2" imgW="6921500" imgH="1066800" progId="Equation.DSMT4">
                  <p:embed/>
                  <p:pic>
                    <p:nvPicPr>
                      <p:cNvPr id="68611" name="Object 12">
                        <a:extLst>
                          <a:ext uri="{FF2B5EF4-FFF2-40B4-BE49-F238E27FC236}">
                            <a16:creationId xmlns:a16="http://schemas.microsoft.com/office/drawing/2014/main" id="{88205EA3-FAB9-4B4E-9478-8103A5767E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426" y="1311774"/>
                        <a:ext cx="5720248" cy="881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12">
            <a:extLst>
              <a:ext uri="{FF2B5EF4-FFF2-40B4-BE49-F238E27FC236}">
                <a16:creationId xmlns:a16="http://schemas.microsoft.com/office/drawing/2014/main" id="{ECEFF353-2B3F-43F5-BF8A-C187F0FC7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553312"/>
              </p:ext>
            </p:extLst>
          </p:nvPr>
        </p:nvGraphicFramePr>
        <p:xfrm>
          <a:off x="2532968" y="2848579"/>
          <a:ext cx="6948265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407400" imgH="482600" progId="Equation.DSMT4">
                  <p:embed/>
                </p:oleObj>
              </mc:Choice>
              <mc:Fallback>
                <p:oleObj name="Equation" r:id="rId4" imgW="8407400" imgH="482600" progId="Equation.DSMT4">
                  <p:embed/>
                  <p:pic>
                    <p:nvPicPr>
                      <p:cNvPr id="68612" name="Object 12">
                        <a:extLst>
                          <a:ext uri="{FF2B5EF4-FFF2-40B4-BE49-F238E27FC236}">
                            <a16:creationId xmlns:a16="http://schemas.microsoft.com/office/drawing/2014/main" id="{ECEFF353-2B3F-43F5-BF8A-C187F0FC7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968" y="2848579"/>
                        <a:ext cx="6948265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Left Brace 4">
            <a:extLst>
              <a:ext uri="{FF2B5EF4-FFF2-40B4-BE49-F238E27FC236}">
                <a16:creationId xmlns:a16="http://schemas.microsoft.com/office/drawing/2014/main" id="{2AB7EE68-5004-4335-8577-454743B0D24F}"/>
              </a:ext>
            </a:extLst>
          </p:cNvPr>
          <p:cNvSpPr>
            <a:spLocks/>
          </p:cNvSpPr>
          <p:nvPr/>
        </p:nvSpPr>
        <p:spPr bwMode="auto">
          <a:xfrm rot="16200000">
            <a:off x="6470125" y="646492"/>
            <a:ext cx="346364" cy="5675851"/>
          </a:xfrm>
          <a:prstGeom prst="leftBrace">
            <a:avLst>
              <a:gd name="adj1" fmla="val 84917"/>
              <a:gd name="adj2" fmla="val 48486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14" name="TextBox 5">
            <a:extLst>
              <a:ext uri="{FF2B5EF4-FFF2-40B4-BE49-F238E27FC236}">
                <a16:creationId xmlns:a16="http://schemas.microsoft.com/office/drawing/2014/main" id="{1CF7D3BC-AEAE-4E10-AD05-A6A8213B5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657600"/>
            <a:ext cx="4200236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Chiều cao của tiếp diện tại (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  <p:bldP spid="686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CFF8176F-D539-4D66-A68A-4C8A25FB5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Ý nghĩa của vi phân cấp 1</a:t>
            </a:r>
          </a:p>
        </p:txBody>
      </p:sp>
      <p:pic>
        <p:nvPicPr>
          <p:cNvPr id="71683" name="Picture 2">
            <a:extLst>
              <a:ext uri="{FF2B5EF4-FFF2-40B4-BE49-F238E27FC236}">
                <a16:creationId xmlns:a16="http://schemas.microsoft.com/office/drawing/2014/main" id="{212F13DF-1E26-44DC-8832-DEECAA0B0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942975"/>
            <a:ext cx="7445375" cy="4733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684" name="Object 17">
            <a:extLst>
              <a:ext uri="{FF2B5EF4-FFF2-40B4-BE49-F238E27FC236}">
                <a16:creationId xmlns:a16="http://schemas.microsoft.com/office/drawing/2014/main" id="{F627EA7D-0F92-43D6-90B3-F4844B9E9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886656"/>
              </p:ext>
            </p:extLst>
          </p:nvPr>
        </p:nvGraphicFramePr>
        <p:xfrm>
          <a:off x="2633201" y="2811450"/>
          <a:ext cx="1217521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200" imgH="457200" progId="Equation.DSMT4">
                  <p:embed/>
                </p:oleObj>
              </mc:Choice>
              <mc:Fallback>
                <p:oleObj name="Equation" r:id="rId3" imgW="1473200" imgH="457200" progId="Equation.DSMT4">
                  <p:embed/>
                  <p:pic>
                    <p:nvPicPr>
                      <p:cNvPr id="71684" name="Object 17">
                        <a:extLst>
                          <a:ext uri="{FF2B5EF4-FFF2-40B4-BE49-F238E27FC236}">
                            <a16:creationId xmlns:a16="http://schemas.microsoft.com/office/drawing/2014/main" id="{F627EA7D-0F92-43D6-90B3-F4844B9E98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201" y="2811450"/>
                        <a:ext cx="1217521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17">
            <a:extLst>
              <a:ext uri="{FF2B5EF4-FFF2-40B4-BE49-F238E27FC236}">
                <a16:creationId xmlns:a16="http://schemas.microsoft.com/office/drawing/2014/main" id="{49020FBE-2B74-4A9F-8808-BE0BD44D5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361576"/>
              </p:ext>
            </p:extLst>
          </p:nvPr>
        </p:nvGraphicFramePr>
        <p:xfrm>
          <a:off x="7823830" y="1130431"/>
          <a:ext cx="913141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900" imgH="457200" progId="Equation.DSMT4">
                  <p:embed/>
                </p:oleObj>
              </mc:Choice>
              <mc:Fallback>
                <p:oleObj name="Equation" r:id="rId5" imgW="1104900" imgH="457200" progId="Equation.DSMT4">
                  <p:embed/>
                  <p:pic>
                    <p:nvPicPr>
                      <p:cNvPr id="71685" name="Object 17">
                        <a:extLst>
                          <a:ext uri="{FF2B5EF4-FFF2-40B4-BE49-F238E27FC236}">
                            <a16:creationId xmlns:a16="http://schemas.microsoft.com/office/drawing/2014/main" id="{49020FBE-2B74-4A9F-8808-BE0BD44D59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830" y="1130431"/>
                        <a:ext cx="913141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17">
            <a:extLst>
              <a:ext uri="{FF2B5EF4-FFF2-40B4-BE49-F238E27FC236}">
                <a16:creationId xmlns:a16="http://schemas.microsoft.com/office/drawing/2014/main" id="{19D88BB4-34B7-4AC1-B4ED-5DFA41B75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567786"/>
              </p:ext>
            </p:extLst>
          </p:nvPr>
        </p:nvGraphicFramePr>
        <p:xfrm>
          <a:off x="3926502" y="4070011"/>
          <a:ext cx="251901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668" imgH="431613" progId="Equation.DSMT4">
                  <p:embed/>
                </p:oleObj>
              </mc:Choice>
              <mc:Fallback>
                <p:oleObj name="Equation" r:id="rId7" imgW="304668" imgH="431613" progId="Equation.DSMT4">
                  <p:embed/>
                  <p:pic>
                    <p:nvPicPr>
                      <p:cNvPr id="71686" name="Object 17">
                        <a:extLst>
                          <a:ext uri="{FF2B5EF4-FFF2-40B4-BE49-F238E27FC236}">
                            <a16:creationId xmlns:a16="http://schemas.microsoft.com/office/drawing/2014/main" id="{19D88BB4-34B7-4AC1-B4ED-5DFA41B75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6502" y="4070011"/>
                        <a:ext cx="251901" cy="356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12">
            <a:extLst>
              <a:ext uri="{FF2B5EF4-FFF2-40B4-BE49-F238E27FC236}">
                <a16:creationId xmlns:a16="http://schemas.microsoft.com/office/drawing/2014/main" id="{191740D5-8375-4CD7-B015-15EB42271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825464"/>
              </p:ext>
            </p:extLst>
          </p:nvPr>
        </p:nvGraphicFramePr>
        <p:xfrm>
          <a:off x="3827056" y="5912454"/>
          <a:ext cx="5363388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89700" imgH="482600" progId="Equation.DSMT4">
                  <p:embed/>
                </p:oleObj>
              </mc:Choice>
              <mc:Fallback>
                <p:oleObj name="Equation" r:id="rId9" imgW="6489700" imgH="482600" progId="Equation.DSMT4">
                  <p:embed/>
                  <p:pic>
                    <p:nvPicPr>
                      <p:cNvPr id="71687" name="Object 12">
                        <a:extLst>
                          <a:ext uri="{FF2B5EF4-FFF2-40B4-BE49-F238E27FC236}">
                            <a16:creationId xmlns:a16="http://schemas.microsoft.com/office/drawing/2014/main" id="{191740D5-8375-4CD7-B015-15EB42271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056" y="5912454"/>
                        <a:ext cx="5363388" cy="3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TextBox 7">
            <a:extLst>
              <a:ext uri="{FF2B5EF4-FFF2-40B4-BE49-F238E27FC236}">
                <a16:creationId xmlns:a16="http://schemas.microsoft.com/office/drawing/2014/main" id="{23662E5F-4A66-4969-A9E2-55519E077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057775"/>
            <a:ext cx="1828800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Tiếp diện</a:t>
            </a:r>
          </a:p>
        </p:txBody>
      </p:sp>
      <p:graphicFrame>
        <p:nvGraphicFramePr>
          <p:cNvPr id="71689" name="Object 17">
            <a:extLst>
              <a:ext uri="{FF2B5EF4-FFF2-40B4-BE49-F238E27FC236}">
                <a16:creationId xmlns:a16="http://schemas.microsoft.com/office/drawing/2014/main" id="{3D0D1FF6-D1EF-4B2B-B623-9451C2C4E9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3457575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668" imgH="431613" progId="Equation.DSMT4">
                  <p:embed/>
                </p:oleObj>
              </mc:Choice>
              <mc:Fallback>
                <p:oleObj name="Equation" r:id="rId11" imgW="304668" imgH="431613" progId="Equation.DSMT4">
                  <p:embed/>
                  <p:pic>
                    <p:nvPicPr>
                      <p:cNvPr id="71689" name="Object 17">
                        <a:extLst>
                          <a:ext uri="{FF2B5EF4-FFF2-40B4-BE49-F238E27FC236}">
                            <a16:creationId xmlns:a16="http://schemas.microsoft.com/office/drawing/2014/main" id="{3D0D1FF6-D1EF-4B2B-B623-9451C2C4E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457575"/>
                        <a:ext cx="30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17">
            <a:extLst>
              <a:ext uri="{FF2B5EF4-FFF2-40B4-BE49-F238E27FC236}">
                <a16:creationId xmlns:a16="http://schemas.microsoft.com/office/drawing/2014/main" id="{F4E854A0-A1AA-4516-B5F4-D8AA8A6F7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3031"/>
              </p:ext>
            </p:extLst>
          </p:nvPr>
        </p:nvGraphicFramePr>
        <p:xfrm>
          <a:off x="3761772" y="4940434"/>
          <a:ext cx="871157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100" imgH="457200" progId="Equation.DSMT4">
                  <p:embed/>
                </p:oleObj>
              </mc:Choice>
              <mc:Fallback>
                <p:oleObj name="Equation" r:id="rId12" imgW="1054100" imgH="457200" progId="Equation.DSMT4">
                  <p:embed/>
                  <p:pic>
                    <p:nvPicPr>
                      <p:cNvPr id="71690" name="Object 17">
                        <a:extLst>
                          <a:ext uri="{FF2B5EF4-FFF2-40B4-BE49-F238E27FC236}">
                            <a16:creationId xmlns:a16="http://schemas.microsoft.com/office/drawing/2014/main" id="{F4E854A0-A1AA-4516-B5F4-D8AA8A6F7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772" y="4940434"/>
                        <a:ext cx="871157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17">
            <a:extLst>
              <a:ext uri="{FF2B5EF4-FFF2-40B4-BE49-F238E27FC236}">
                <a16:creationId xmlns:a16="http://schemas.microsoft.com/office/drawing/2014/main" id="{B209B1EF-2956-4694-8738-EDBB3DA10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278958"/>
              </p:ext>
            </p:extLst>
          </p:nvPr>
        </p:nvGraphicFramePr>
        <p:xfrm>
          <a:off x="7711317" y="4487850"/>
          <a:ext cx="671735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447" imgH="457002" progId="Equation.DSMT4">
                  <p:embed/>
                </p:oleObj>
              </mc:Choice>
              <mc:Fallback>
                <p:oleObj name="Equation" r:id="rId14" imgW="812447" imgH="457002" progId="Equation.DSMT4">
                  <p:embed/>
                  <p:pic>
                    <p:nvPicPr>
                      <p:cNvPr id="71691" name="Object 17">
                        <a:extLst>
                          <a:ext uri="{FF2B5EF4-FFF2-40B4-BE49-F238E27FC236}">
                            <a16:creationId xmlns:a16="http://schemas.microsoft.com/office/drawing/2014/main" id="{B209B1EF-2956-4694-8738-EDBB3DA10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1317" y="4487850"/>
                        <a:ext cx="671735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>
            <a:extLst>
              <a:ext uri="{FF2B5EF4-FFF2-40B4-BE49-F238E27FC236}">
                <a16:creationId xmlns:a16="http://schemas.microsoft.com/office/drawing/2014/main" id="{1078521D-852C-4188-B14E-4B8C10B1813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371600"/>
            <a:ext cx="8153400" cy="1447800"/>
            <a:chOff x="384" y="672"/>
            <a:chExt cx="5136" cy="912"/>
          </a:xfrm>
        </p:grpSpPr>
        <p:sp>
          <p:nvSpPr>
            <p:cNvPr id="72710" name="Rectangle 4">
              <a:extLst>
                <a:ext uri="{FF2B5EF4-FFF2-40B4-BE49-F238E27FC236}">
                  <a16:creationId xmlns:a16="http://schemas.microsoft.com/office/drawing/2014/main" id="{A0266623-F82A-4459-ACD6-0E72DBC6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672"/>
              <a:ext cx="5136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200" b="0"/>
            </a:p>
          </p:txBody>
        </p:sp>
        <p:sp>
          <p:nvSpPr>
            <p:cNvPr id="72711" name="Text Box 5">
              <a:extLst>
                <a:ext uri="{FF2B5EF4-FFF2-40B4-BE49-F238E27FC236}">
                  <a16:creationId xmlns:a16="http://schemas.microsoft.com/office/drawing/2014/main" id="{3FBEE20F-9BA5-4530-AE5E-640C19F1B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720"/>
              <a:ext cx="4992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f xác định trong miền mở chứa 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y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nếu các đhr f’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f’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liên tục tại 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y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thì f khả vi tại  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y</a:t>
              </a:r>
              <a:r>
                <a:rPr lang="en-US" altLang="en-US" sz="22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2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48138" name="Text Box 10">
            <a:extLst>
              <a:ext uri="{FF2B5EF4-FFF2-40B4-BE49-F238E27FC236}">
                <a16:creationId xmlns:a16="http://schemas.microsoft.com/office/drawing/2014/main" id="{2F0814EE-010A-4B96-A8F1-DB19E2AC3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838201"/>
            <a:ext cx="487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 đủ của khả vi:</a:t>
            </a:r>
          </a:p>
        </p:txBody>
      </p:sp>
      <p:sp>
        <p:nvSpPr>
          <p:cNvPr id="48139" name="Text Box 11">
            <a:extLst>
              <a:ext uri="{FF2B5EF4-FFF2-40B4-BE49-F238E27FC236}">
                <a16:creationId xmlns:a16="http://schemas.microsoft.com/office/drawing/2014/main" id="{8BFE7B74-DFA6-40C8-929D-ECF725285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200401"/>
            <a:ext cx="838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hàm sơ cấp thường gặp đều thỏa mãn điều kiện này.</a:t>
            </a:r>
          </a:p>
        </p:txBody>
      </p:sp>
      <p:sp>
        <p:nvSpPr>
          <p:cNvPr id="72709" name="Title 5">
            <a:extLst>
              <a:ext uri="{FF2B5EF4-FFF2-40B4-BE49-F238E27FC236}">
                <a16:creationId xmlns:a16="http://schemas.microsoft.com/office/drawing/2014/main" id="{D7AC2150-9009-4B0A-8467-1841A8685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Sự khả vi và vi phân cấp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8" grpId="0"/>
      <p:bldP spid="481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DAF7C7DE-817E-44E3-AD7E-EA000E0A7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grpSp>
        <p:nvGrpSpPr>
          <p:cNvPr id="73733" name="Group 23">
            <a:extLst>
              <a:ext uri="{FF2B5EF4-FFF2-40B4-BE49-F238E27FC236}">
                <a16:creationId xmlns:a16="http://schemas.microsoft.com/office/drawing/2014/main" id="{8A521D08-3174-4A82-B4A4-8EB710780B25}"/>
              </a:ext>
            </a:extLst>
          </p:cNvPr>
          <p:cNvGrpSpPr>
            <a:grpSpLocks/>
          </p:cNvGrpSpPr>
          <p:nvPr/>
        </p:nvGrpSpPr>
        <p:grpSpPr bwMode="auto">
          <a:xfrm>
            <a:off x="789709" y="998539"/>
            <a:ext cx="4695825" cy="441325"/>
            <a:chOff x="401" y="2384"/>
            <a:chExt cx="2958" cy="278"/>
          </a:xfrm>
        </p:grpSpPr>
        <p:sp>
          <p:nvSpPr>
            <p:cNvPr id="73734" name="Text Box 12">
              <a:extLst>
                <a:ext uri="{FF2B5EF4-FFF2-40B4-BE49-F238E27FC236}">
                  <a16:creationId xmlns:a16="http://schemas.microsoft.com/office/drawing/2014/main" id="{B16BE76D-0F81-4A57-A4CF-09D91C6FB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" y="2391"/>
              <a:ext cx="5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1/ </a:t>
              </a: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endPara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3735" name="Object 13">
              <a:extLst>
                <a:ext uri="{FF2B5EF4-FFF2-40B4-BE49-F238E27FC236}">
                  <a16:creationId xmlns:a16="http://schemas.microsoft.com/office/drawing/2014/main" id="{356B7037-7F50-4051-9F7E-E0AA484E43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1408996"/>
                </p:ext>
              </p:extLst>
            </p:nvPr>
          </p:nvGraphicFramePr>
          <p:xfrm>
            <a:off x="1074" y="2384"/>
            <a:ext cx="107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57400" imgH="495300" progId="Equation.DSMT4">
                    <p:embed/>
                  </p:oleObj>
                </mc:Choice>
                <mc:Fallback>
                  <p:oleObj name="Equation" r:id="rId2" imgW="2057400" imgH="495300" progId="Equation.DSMT4">
                    <p:embed/>
                    <p:pic>
                      <p:nvPicPr>
                        <p:cNvPr id="73735" name="Object 13">
                          <a:extLst>
                            <a:ext uri="{FF2B5EF4-FFF2-40B4-BE49-F238E27FC236}">
                              <a16:creationId xmlns:a16="http://schemas.microsoft.com/office/drawing/2014/main" id="{356B7037-7F50-4051-9F7E-E0AA484E43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4" y="2384"/>
                          <a:ext cx="1071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36" name="Text Box 14">
              <a:extLst>
                <a:ext uri="{FF2B5EF4-FFF2-40B4-BE49-F238E27FC236}">
                  <a16:creationId xmlns:a16="http://schemas.microsoft.com/office/drawing/2014/main" id="{F3FE6DA7-8AED-4ACD-ABF5-66C6F078C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" y="2390"/>
              <a:ext cx="46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73737" name="Object 15">
              <a:extLst>
                <a:ext uri="{FF2B5EF4-FFF2-40B4-BE49-F238E27FC236}">
                  <a16:creationId xmlns:a16="http://schemas.microsoft.com/office/drawing/2014/main" id="{E073327D-9492-4414-8D95-6E146A7740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780476"/>
                </p:ext>
              </p:extLst>
            </p:nvPr>
          </p:nvGraphicFramePr>
          <p:xfrm>
            <a:off x="2757" y="2453"/>
            <a:ext cx="60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55700" imgH="393700" progId="Equation.DSMT4">
                    <p:embed/>
                  </p:oleObj>
                </mc:Choice>
                <mc:Fallback>
                  <p:oleObj name="Equation" r:id="rId4" imgW="1155700" imgH="393700" progId="Equation.DSMT4">
                    <p:embed/>
                    <p:pic>
                      <p:nvPicPr>
                        <p:cNvPr id="73737" name="Object 15">
                          <a:extLst>
                            <a:ext uri="{FF2B5EF4-FFF2-40B4-BE49-F238E27FC236}">
                              <a16:creationId xmlns:a16="http://schemas.microsoft.com/office/drawing/2014/main" id="{E073327D-9492-4414-8D95-6E146A7740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7" y="2453"/>
                          <a:ext cx="60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39F40509-07FC-4BEF-88C1-3BB782483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sp>
        <p:nvSpPr>
          <p:cNvPr id="74755" name="TextBox 2">
            <a:extLst>
              <a:ext uri="{FF2B5EF4-FFF2-40B4-BE49-F238E27FC236}">
                <a16:creationId xmlns:a16="http://schemas.microsoft.com/office/drawing/2014/main" id="{52B94B54-81D0-4B7A-9A9B-3227E70CA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57" y="914400"/>
            <a:ext cx="1143000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 Cho </a:t>
            </a:r>
          </a:p>
        </p:txBody>
      </p:sp>
      <p:graphicFrame>
        <p:nvGraphicFramePr>
          <p:cNvPr id="74756" name="Object 17">
            <a:extLst>
              <a:ext uri="{FF2B5EF4-FFF2-40B4-BE49-F238E27FC236}">
                <a16:creationId xmlns:a16="http://schemas.microsoft.com/office/drawing/2014/main" id="{B8D3E31E-D91C-40DF-B3F9-43E8073239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327060"/>
              </p:ext>
            </p:extLst>
          </p:nvPr>
        </p:nvGraphicFramePr>
        <p:xfrm>
          <a:off x="2028758" y="1006347"/>
          <a:ext cx="2498016" cy="430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600" imgH="520700" progId="Equation.DSMT4">
                  <p:embed/>
                </p:oleObj>
              </mc:Choice>
              <mc:Fallback>
                <p:oleObj name="Equation" r:id="rId2" imgW="3022600" imgH="520700" progId="Equation.DSMT4">
                  <p:embed/>
                  <p:pic>
                    <p:nvPicPr>
                      <p:cNvPr id="74756" name="Object 17">
                        <a:extLst>
                          <a:ext uri="{FF2B5EF4-FFF2-40B4-BE49-F238E27FC236}">
                            <a16:creationId xmlns:a16="http://schemas.microsoft.com/office/drawing/2014/main" id="{B8D3E31E-D91C-40DF-B3F9-43E8073239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758" y="1006347"/>
                        <a:ext cx="2498016" cy="430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066486-FC44-4997-A260-C3FDCBCED8C0}"/>
              </a:ext>
            </a:extLst>
          </p:cNvPr>
          <p:cNvSpPr txBox="1"/>
          <p:nvPr/>
        </p:nvSpPr>
        <p:spPr>
          <a:xfrm>
            <a:off x="1246235" y="1715503"/>
            <a:ext cx="10501746" cy="2062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1.03,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0.11.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xấp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1,0).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4C948CC-8760-4E9D-B665-D5330A869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40305"/>
              </p:ext>
            </p:extLst>
          </p:nvPr>
        </p:nvGraphicFramePr>
        <p:xfrm>
          <a:off x="2922587" y="3419764"/>
          <a:ext cx="14684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9200" imgH="378181" progId="Equation.DSMT4">
                  <p:embed/>
                </p:oleObj>
              </mc:Choice>
              <mc:Fallback>
                <p:oleObj name="Equation" r:id="rId4" imgW="1469200" imgH="37818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2587" y="3419764"/>
                        <a:ext cx="1468437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F70E067F-06D7-4E00-BEDF-127A65825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sp>
        <p:nvSpPr>
          <p:cNvPr id="75779" name="TextBox 2">
            <a:extLst>
              <a:ext uri="{FF2B5EF4-FFF2-40B4-BE49-F238E27FC236}">
                <a16:creationId xmlns:a16="http://schemas.microsoft.com/office/drawing/2014/main" id="{9975FD9D-19AB-4791-B358-99142870E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19886"/>
            <a:ext cx="8229600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đ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780" name="Object 17">
            <a:extLst>
              <a:ext uri="{FF2B5EF4-FFF2-40B4-BE49-F238E27FC236}">
                <a16:creationId xmlns:a16="http://schemas.microsoft.com/office/drawing/2014/main" id="{7C8E18EE-3CE6-4E6D-A46A-D497FC324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857154"/>
              </p:ext>
            </p:extLst>
          </p:nvPr>
        </p:nvGraphicFramePr>
        <p:xfrm>
          <a:off x="3505203" y="1797785"/>
          <a:ext cx="4156364" cy="430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29200" imgH="520700" progId="Equation.DSMT4">
                  <p:embed/>
                </p:oleObj>
              </mc:Choice>
              <mc:Fallback>
                <p:oleObj name="Equation" r:id="rId2" imgW="5029200" imgH="520700" progId="Equation.DSMT4">
                  <p:embed/>
                  <p:pic>
                    <p:nvPicPr>
                      <p:cNvPr id="75780" name="Object 17">
                        <a:extLst>
                          <a:ext uri="{FF2B5EF4-FFF2-40B4-BE49-F238E27FC236}">
                            <a16:creationId xmlns:a16="http://schemas.microsoft.com/office/drawing/2014/main" id="{7C8E18EE-3CE6-4E6D-A46A-D497FC3243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3" y="1797785"/>
                        <a:ext cx="4156364" cy="430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Box 4">
            <a:extLst>
              <a:ext uri="{FF2B5EF4-FFF2-40B4-BE49-F238E27FC236}">
                <a16:creationId xmlns:a16="http://schemas.microsoft.com/office/drawing/2014/main" id="{5BA65DE8-D734-49B9-92B0-D0B4E4F76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63" y="2507671"/>
            <a:ext cx="10437091" cy="206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1/2h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5782" name="TextBox 5">
            <a:extLst>
              <a:ext uri="{FF2B5EF4-FFF2-40B4-BE49-F238E27FC236}">
                <a16:creationId xmlns:a16="http://schemas.microsoft.com/office/drawing/2014/main" id="{A19A0BBC-4F64-476F-B096-6594B729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657" y="1688738"/>
            <a:ext cx="2359887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(đ</a:t>
            </a:r>
            <a:r>
              <a:rPr lang="vi-VN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1AB00599-16BB-4C7F-B8EA-D90E1F1F1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6"/>
            <a:ext cx="8229600" cy="714375"/>
          </a:xfrm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ACBB9544-60FC-446F-9002-87A85EFD5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1149350"/>
          <a:ext cx="1816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457200" progId="Equation.DSMT4">
                  <p:embed/>
                </p:oleObj>
              </mc:Choice>
              <mc:Fallback>
                <p:oleObj name="Equation" r:id="rId2" imgW="1816100" imgH="457200" progId="Equation.DSMT4">
                  <p:embed/>
                  <p:pic>
                    <p:nvPicPr>
                      <p:cNvPr id="4" name="Object 17">
                        <a:extLst>
                          <a:ext uri="{FF2B5EF4-FFF2-40B4-BE49-F238E27FC236}">
                            <a16:creationId xmlns:a16="http://schemas.microsoft.com/office/drawing/2014/main" id="{ACBB9544-60FC-446F-9002-87A85EFD57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149350"/>
                        <a:ext cx="1816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CA18620C-C8AF-469C-B3D0-09FD4D195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0" y="1143000"/>
          <a:ext cx="205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457200" progId="Equation.DSMT4">
                  <p:embed/>
                </p:oleObj>
              </mc:Choice>
              <mc:Fallback>
                <p:oleObj name="Equation" r:id="rId4" imgW="2057400" imgH="457200" progId="Equation.DSMT4">
                  <p:embed/>
                  <p:pic>
                    <p:nvPicPr>
                      <p:cNvPr id="5" name="Object 17">
                        <a:extLst>
                          <a:ext uri="{FF2B5EF4-FFF2-40B4-BE49-F238E27FC236}">
                            <a16:creationId xmlns:a16="http://schemas.microsoft.com/office/drawing/2014/main" id="{CA18620C-C8AF-469C-B3D0-09FD4D1950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143000"/>
                        <a:ext cx="2057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4611AD86-25BA-4225-876C-F5E7E92E2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181100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300" imgH="393700" progId="Equation.DSMT4">
                  <p:embed/>
                </p:oleObj>
              </mc:Choice>
              <mc:Fallback>
                <p:oleObj name="Equation" r:id="rId6" imgW="2273300" imgH="393700" progId="Equation.DSMT4">
                  <p:embed/>
                  <p:pic>
                    <p:nvPicPr>
                      <p:cNvPr id="6" name="Object 17">
                        <a:extLst>
                          <a:ext uri="{FF2B5EF4-FFF2-40B4-BE49-F238E27FC236}">
                            <a16:creationId xmlns:a16="http://schemas.microsoft.com/office/drawing/2014/main" id="{4611AD86-25BA-4225-876C-F5E7E92E2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181100"/>
                        <a:ext cx="227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D5F0B5DB-E72D-4FE0-BDA1-955292552B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5350" y="2209800"/>
          <a:ext cx="502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29200" imgH="520700" progId="Equation.DSMT4">
                  <p:embed/>
                </p:oleObj>
              </mc:Choice>
              <mc:Fallback>
                <p:oleObj name="Equation" r:id="rId8" imgW="5029200" imgH="520700" progId="Equation.DSMT4">
                  <p:embed/>
                  <p:pic>
                    <p:nvPicPr>
                      <p:cNvPr id="7" name="Object 17">
                        <a:extLst>
                          <a:ext uri="{FF2B5EF4-FFF2-40B4-BE49-F238E27FC236}">
                            <a16:creationId xmlns:a16="http://schemas.microsoft.com/office/drawing/2014/main" id="{D5F0B5DB-E72D-4FE0-BDA1-955292552B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2209800"/>
                        <a:ext cx="5029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69BEE423-5F73-41EA-8C28-F83484C8D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700" y="3352800"/>
          <a:ext cx="5880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80100" imgH="457200" progId="Equation.DSMT4">
                  <p:embed/>
                </p:oleObj>
              </mc:Choice>
              <mc:Fallback>
                <p:oleObj name="Equation" r:id="rId10" imgW="5880100" imgH="45720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69BEE423-5F73-41EA-8C28-F83484C8D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352800"/>
                        <a:ext cx="5880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4">
            <a:extLst>
              <a:ext uri="{FF2B5EF4-FFF2-40B4-BE49-F238E27FC236}">
                <a16:creationId xmlns:a16="http://schemas.microsoft.com/office/drawing/2014/main" id="{23C0F891-2F67-4938-94A0-53EC7A7F1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18" y="2097951"/>
            <a:ext cx="332278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77827" name="Group 18">
            <a:extLst>
              <a:ext uri="{FF2B5EF4-FFF2-40B4-BE49-F238E27FC236}">
                <a16:creationId xmlns:a16="http://schemas.microsoft.com/office/drawing/2014/main" id="{0157ECF9-7E8C-4282-A195-5A05DD733312}"/>
              </a:ext>
            </a:extLst>
          </p:cNvPr>
          <p:cNvGrpSpPr>
            <a:grpSpLocks/>
          </p:cNvGrpSpPr>
          <p:nvPr/>
        </p:nvGrpSpPr>
        <p:grpSpPr bwMode="auto">
          <a:xfrm>
            <a:off x="4853206" y="1313606"/>
            <a:ext cx="2914650" cy="2430463"/>
            <a:chOff x="762" y="755"/>
            <a:chExt cx="1836" cy="1531"/>
          </a:xfrm>
        </p:grpSpPr>
        <p:sp>
          <p:nvSpPr>
            <p:cNvPr id="77833" name="Rectangle 6">
              <a:extLst>
                <a:ext uri="{FF2B5EF4-FFF2-40B4-BE49-F238E27FC236}">
                  <a16:creationId xmlns:a16="http://schemas.microsoft.com/office/drawing/2014/main" id="{6695CE08-A490-4D21-87FB-2F1660FB0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755"/>
              <a:ext cx="1836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7834" name="Object 8">
              <a:extLst>
                <a:ext uri="{FF2B5EF4-FFF2-40B4-BE49-F238E27FC236}">
                  <a16:creationId xmlns:a16="http://schemas.microsoft.com/office/drawing/2014/main" id="{C2A30AE7-720A-4D14-81A5-943A36CB4B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7804302"/>
                </p:ext>
              </p:extLst>
            </p:nvPr>
          </p:nvGraphicFramePr>
          <p:xfrm>
            <a:off x="976" y="941"/>
            <a:ext cx="1503" cy="1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75000" imgH="2565400" progId="Equation.DSMT4">
                    <p:embed/>
                  </p:oleObj>
                </mc:Choice>
                <mc:Fallback>
                  <p:oleObj name="Equation" r:id="rId2" imgW="3175000" imgH="2565400" progId="Equation.DSMT4">
                    <p:embed/>
                    <p:pic>
                      <p:nvPicPr>
                        <p:cNvPr id="77834" name="Object 8">
                          <a:extLst>
                            <a:ext uri="{FF2B5EF4-FFF2-40B4-BE49-F238E27FC236}">
                              <a16:creationId xmlns:a16="http://schemas.microsoft.com/office/drawing/2014/main" id="{C2A30AE7-720A-4D14-81A5-943A36CB4B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941"/>
                          <a:ext cx="1503" cy="1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91" name="Text Box 11">
            <a:extLst>
              <a:ext uri="{FF2B5EF4-FFF2-40B4-BE49-F238E27FC236}">
                <a16:creationId xmlns:a16="http://schemas.microsoft.com/office/drawing/2014/main" id="{9A4ED2A2-2C54-4A24-9D9E-A6D2DF6B4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891" y="4433453"/>
            <a:ext cx="24961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Vi phân hàm n biến:</a:t>
            </a:r>
          </a:p>
        </p:txBody>
      </p:sp>
      <p:graphicFrame>
        <p:nvGraphicFramePr>
          <p:cNvPr id="71692" name="Object 12">
            <a:extLst>
              <a:ext uri="{FF2B5EF4-FFF2-40B4-BE49-F238E27FC236}">
                <a16:creationId xmlns:a16="http://schemas.microsoft.com/office/drawing/2014/main" id="{E8804FA4-224C-4B2E-B097-2D1B926F53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523205"/>
              </p:ext>
            </p:extLst>
          </p:nvPr>
        </p:nvGraphicFramePr>
        <p:xfrm>
          <a:off x="1487894" y="5359515"/>
          <a:ext cx="2225124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400" imgH="457200" progId="Equation.DSMT4">
                  <p:embed/>
                </p:oleObj>
              </mc:Choice>
              <mc:Fallback>
                <p:oleObj name="Equation" r:id="rId4" imgW="2692400" imgH="457200" progId="Equation.DSMT4">
                  <p:embed/>
                  <p:pic>
                    <p:nvPicPr>
                      <p:cNvPr id="71692" name="Object 12">
                        <a:extLst>
                          <a:ext uri="{FF2B5EF4-FFF2-40B4-BE49-F238E27FC236}">
                            <a16:creationId xmlns:a16="http://schemas.microsoft.com/office/drawing/2014/main" id="{E8804FA4-224C-4B2E-B097-2D1B926F5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894" y="5359515"/>
                        <a:ext cx="2225124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>
            <a:extLst>
              <a:ext uri="{FF2B5EF4-FFF2-40B4-BE49-F238E27FC236}">
                <a16:creationId xmlns:a16="http://schemas.microsoft.com/office/drawing/2014/main" id="{9C1840DB-99D9-4F38-A216-C644EDC056E4}"/>
              </a:ext>
            </a:extLst>
          </p:cNvPr>
          <p:cNvGrpSpPr>
            <a:grpSpLocks/>
          </p:cNvGrpSpPr>
          <p:nvPr/>
        </p:nvGrpSpPr>
        <p:grpSpPr bwMode="auto">
          <a:xfrm>
            <a:off x="4169787" y="5176965"/>
            <a:ext cx="4281488" cy="742950"/>
            <a:chOff x="1099" y="3533"/>
            <a:chExt cx="2697" cy="468"/>
          </a:xfrm>
        </p:grpSpPr>
        <p:sp>
          <p:nvSpPr>
            <p:cNvPr id="77831" name="Rectangle 13">
              <a:extLst>
                <a:ext uri="{FF2B5EF4-FFF2-40B4-BE49-F238E27FC236}">
                  <a16:creationId xmlns:a16="http://schemas.microsoft.com/office/drawing/2014/main" id="{8E97DCD9-8704-4FE2-BE9D-1A5CFF641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" y="3533"/>
              <a:ext cx="2697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7832" name="Object 14">
              <a:extLst>
                <a:ext uri="{FF2B5EF4-FFF2-40B4-BE49-F238E27FC236}">
                  <a16:creationId xmlns:a16="http://schemas.microsoft.com/office/drawing/2014/main" id="{9B2CB800-D410-46A9-90F2-3BC4B556FE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2116484"/>
                </p:ext>
              </p:extLst>
            </p:nvPr>
          </p:nvGraphicFramePr>
          <p:xfrm>
            <a:off x="1214" y="3639"/>
            <a:ext cx="242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648200" imgH="495300" progId="Equation.DSMT4">
                    <p:embed/>
                  </p:oleObj>
                </mc:Choice>
                <mc:Fallback>
                  <p:oleObj name="Equation" r:id="rId6" imgW="4648200" imgH="495300" progId="Equation.DSMT4">
                    <p:embed/>
                    <p:pic>
                      <p:nvPicPr>
                        <p:cNvPr id="77832" name="Object 14">
                          <a:extLst>
                            <a:ext uri="{FF2B5EF4-FFF2-40B4-BE49-F238E27FC236}">
                              <a16:creationId xmlns:a16="http://schemas.microsoft.com/office/drawing/2014/main" id="{9B2CB800-D410-46A9-90F2-3BC4B556FE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3639"/>
                          <a:ext cx="242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8835C1-3C5B-47D3-8EF3-65A77637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vi </a:t>
            </a:r>
            <a:r>
              <a:rPr lang="en-US" dirty="0" err="1"/>
              <a:t>và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1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4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1039</TotalTime>
  <Words>2091</Words>
  <Application>Microsoft Office PowerPoint</Application>
  <PresentationFormat>Widescreen</PresentationFormat>
  <Paragraphs>171</Paragraphs>
  <Slides>61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Calibri Light</vt:lpstr>
      <vt:lpstr>Times New Roman</vt:lpstr>
      <vt:lpstr>VNI-Times</vt:lpstr>
      <vt:lpstr>1_Office Theme</vt:lpstr>
      <vt:lpstr>Equation</vt:lpstr>
      <vt:lpstr>ĐẠO HÀM VÀ VI PHÂN HÀM NHIỀU BIẾN</vt:lpstr>
      <vt:lpstr>ĐẠO HÀM RIÊNG CẤP 1 </vt:lpstr>
      <vt:lpstr>ĐẠO HÀM RIÊNG CẤP 1 </vt:lpstr>
      <vt:lpstr>Ví dụ về cách tính.</vt:lpstr>
      <vt:lpstr>Ví dụ về cách tính.</vt:lpstr>
      <vt:lpstr>Ví dụ về cách tính.</vt:lpstr>
      <vt:lpstr>Ví dụ về cách tính</vt:lpstr>
      <vt:lpstr>Ý nghĩa đạo hàm riêng cấp 1</vt:lpstr>
      <vt:lpstr>Ý nghĩa của hình học của đạo hàm riêng</vt:lpstr>
      <vt:lpstr>Ý nghĩa hình học của đạo hàm riêng</vt:lpstr>
      <vt:lpstr>Ví dụ về ý nghĩa hình học</vt:lpstr>
      <vt:lpstr>BÀI TOÁN ÁP DỤNG</vt:lpstr>
      <vt:lpstr>BÀI TOÁN ÁP DỤNG</vt:lpstr>
      <vt:lpstr>Ý nghĩa đạo hàm</vt:lpstr>
      <vt:lpstr>Ví dụ</vt:lpstr>
      <vt:lpstr>Tóm tắt nội dung tuần 1</vt:lpstr>
      <vt:lpstr>Tóm tắt nội dung tuần 1</vt:lpstr>
      <vt:lpstr>Tóm tắt nội dung tuần 1</vt:lpstr>
      <vt:lpstr>Tiếp diện – pháp tuyến của mặt cong</vt:lpstr>
      <vt:lpstr>Nhắc lại</vt:lpstr>
      <vt:lpstr>Tiếp diện – Pháp tuyến của mặt cong</vt:lpstr>
      <vt:lpstr>Tiếp diện – Pháp tuyến của mặt cong</vt:lpstr>
      <vt:lpstr>Ví dụ</vt:lpstr>
      <vt:lpstr>Ví dụ</vt:lpstr>
      <vt:lpstr>ĐẠO HÀM CẤP CAO</vt:lpstr>
      <vt:lpstr>ĐẠO HÀM RIÊNG CẤP HAI</vt:lpstr>
      <vt:lpstr>VÍ DỤ</vt:lpstr>
      <vt:lpstr>ĐẠO HÀM CẤP HAI</vt:lpstr>
      <vt:lpstr>ĐẠO HÀM RIÊNG CẤP CAO</vt:lpstr>
      <vt:lpstr>Ví dụ</vt:lpstr>
      <vt:lpstr>Ví dụ</vt:lpstr>
      <vt:lpstr>Ví dụ</vt:lpstr>
      <vt:lpstr>ĐẠO HÀM THEO HƯỚNG VECTOR GRADIENT</vt:lpstr>
      <vt:lpstr>Đạo hàm theo hướng</vt:lpstr>
      <vt:lpstr>Ý NGHĨA ĐẠO HÀM THEO HƯỚNG</vt:lpstr>
      <vt:lpstr>Ví dụ</vt:lpstr>
      <vt:lpstr>Vector Gradient</vt:lpstr>
      <vt:lpstr>Định lý (cách tính đạo hàm theo hướng)</vt:lpstr>
      <vt:lpstr>Ví dụ</vt:lpstr>
      <vt:lpstr>Lưu ý</vt:lpstr>
      <vt:lpstr>Ví dụ</vt:lpstr>
      <vt:lpstr>Ví dụ</vt:lpstr>
      <vt:lpstr>Ví dụ</vt:lpstr>
      <vt:lpstr>Ví dụ</vt:lpstr>
      <vt:lpstr>Ví dụ</vt:lpstr>
      <vt:lpstr>Ví dụ</vt:lpstr>
      <vt:lpstr>BÀI TOÁN ÁP DỤNG</vt:lpstr>
      <vt:lpstr>PowerPoint Presentation</vt:lpstr>
      <vt:lpstr>VI PHÂN HÀM NHIỀU BIẾN</vt:lpstr>
      <vt:lpstr>Nhắc lại</vt:lpstr>
      <vt:lpstr>SỰ KHẢ VI VÀ VI PHÂN (CẤP 1)</vt:lpstr>
      <vt:lpstr>Lưu ý</vt:lpstr>
      <vt:lpstr>Sự khả vi và vi phân cấp 1</vt:lpstr>
      <vt:lpstr>Ý nghĩa của vi phân cấp 1</vt:lpstr>
      <vt:lpstr>Ý nghĩa của vi phân cấp 1</vt:lpstr>
      <vt:lpstr>Sự khả vi và vi phân cấp 1</vt:lpstr>
      <vt:lpstr>Ví dụ</vt:lpstr>
      <vt:lpstr>Ví dụ</vt:lpstr>
      <vt:lpstr>Ví dụ</vt:lpstr>
      <vt:lpstr>Ví dụ</vt:lpstr>
      <vt:lpstr>Sự khả vi và vi phân cấp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ĐẠO HÀM VÀ VI PHÂN HÀM NHIỀU BIẾN</dc:title>
  <dc:creator>Trần Ngọc Diễm</dc:creator>
  <cp:lastModifiedBy>Trần Ngọc Diễm</cp:lastModifiedBy>
  <cp:revision>20</cp:revision>
  <dcterms:created xsi:type="dcterms:W3CDTF">2022-01-03T14:28:44Z</dcterms:created>
  <dcterms:modified xsi:type="dcterms:W3CDTF">2023-10-06T15:23:42Z</dcterms:modified>
</cp:coreProperties>
</file>