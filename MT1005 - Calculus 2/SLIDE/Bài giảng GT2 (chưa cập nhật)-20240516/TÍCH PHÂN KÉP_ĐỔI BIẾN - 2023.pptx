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34"/>
  </p:notesMasterIdLst>
  <p:sldIdLst>
    <p:sldId id="340" r:id="rId2"/>
    <p:sldId id="256" r:id="rId3"/>
    <p:sldId id="322" r:id="rId4"/>
    <p:sldId id="323" r:id="rId5"/>
    <p:sldId id="257" r:id="rId6"/>
    <p:sldId id="359" r:id="rId7"/>
    <p:sldId id="361" r:id="rId8"/>
    <p:sldId id="260" r:id="rId9"/>
    <p:sldId id="261" r:id="rId10"/>
    <p:sldId id="262" r:id="rId11"/>
    <p:sldId id="324" r:id="rId12"/>
    <p:sldId id="325" r:id="rId13"/>
    <p:sldId id="263" r:id="rId14"/>
    <p:sldId id="343" r:id="rId15"/>
    <p:sldId id="316" r:id="rId16"/>
    <p:sldId id="360" r:id="rId17"/>
    <p:sldId id="326" r:id="rId18"/>
    <p:sldId id="327" r:id="rId19"/>
    <p:sldId id="363" r:id="rId20"/>
    <p:sldId id="315" r:id="rId21"/>
    <p:sldId id="362" r:id="rId22"/>
    <p:sldId id="341" r:id="rId23"/>
    <p:sldId id="342" r:id="rId24"/>
    <p:sldId id="358" r:id="rId25"/>
    <p:sldId id="270" r:id="rId26"/>
    <p:sldId id="271" r:id="rId27"/>
    <p:sldId id="272" r:id="rId28"/>
    <p:sldId id="274" r:id="rId29"/>
    <p:sldId id="279" r:id="rId30"/>
    <p:sldId id="275" r:id="rId31"/>
    <p:sldId id="277" r:id="rId32"/>
    <p:sldId id="281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99"/>
    <a:srgbClr val="00FF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13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ADFE7-5909-4E30-8A7E-1EC6E29E0469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8E3CB-9432-471D-85EE-4F4F98DF7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05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C8D92AF8-28CA-4189-9E8B-B93956E21E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156F5803-12E9-43E8-BEED-1C7C68CF4E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48418-FD87-49FA-9949-23FFDEE1E5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DDC4AF3-B3C8-45AF-8128-B8A2F49A392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63DA990C-4CAA-4B74-A732-332BB26CA9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C5AEDF46-CD19-46ED-8E61-55CD298830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DEF0C-E94C-4102-B784-282610D43D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1E933C2-E09A-4DA3-BA95-D198F163F3B0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63DA990C-4CAA-4B74-A732-332BB26CA9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C5AEDF46-CD19-46ED-8E61-55CD298830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DEF0C-E94C-4102-B784-282610D43D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1E933C2-E09A-4DA3-BA95-D198F163F3B0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15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B9DCD978-2FA2-4ED4-89B6-9A93AE5962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DB938E33-CC7E-4B52-9639-9A38692DC1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6A990-335C-4EC6-8BC7-F17E42455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2375B2-E4BD-426A-85DC-765DA98FCEB1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B9DCD978-2FA2-4ED4-89B6-9A93AE5962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DB938E33-CC7E-4B52-9639-9A38692DC1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6A990-335C-4EC6-8BC7-F17E42455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2375B2-E4BD-426A-85DC-765DA98FCEB1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852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B9DCD978-2FA2-4ED4-89B6-9A93AE5962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DB938E33-CC7E-4B52-9639-9A38692DC1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6A990-335C-4EC6-8BC7-F17E42455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2375B2-E4BD-426A-85DC-765DA98FCEB1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93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B9DCD978-2FA2-4ED4-89B6-9A93AE5962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DB938E33-CC7E-4B52-9639-9A38692DC1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6A990-335C-4EC6-8BC7-F17E42455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2375B2-E4BD-426A-85DC-765DA98FCEB1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89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7E9E7A01-5B62-4AD5-B53F-F2FBEFB4D4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7EB35375-53B3-401F-ABF1-B188CA415E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B1F7F031-7A50-4199-932D-EB828F1D9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fld id="{0CE12E50-CFAA-4C07-BF82-06D8A49BDC8B}" type="slidenum">
              <a:rPr lang="en-US" altLang="en-US" sz="1200" smtClean="0"/>
              <a:pPr/>
              <a:t>32</a:t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202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9687"/>
            <a:ext cx="7886700" cy="650873"/>
          </a:xfrm>
        </p:spPr>
        <p:txBody>
          <a:bodyPr>
            <a:normAutofit/>
          </a:bodyPr>
          <a:lstStyle>
            <a:lvl1pPr algn="ctr">
              <a:defRPr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9AC8DA-7ADE-08CE-BE3F-226B32DBA1A2}"/>
              </a:ext>
            </a:extLst>
          </p:cNvPr>
          <p:cNvCxnSpPr/>
          <p:nvPr userDrawn="1"/>
        </p:nvCxnSpPr>
        <p:spPr>
          <a:xfrm>
            <a:off x="609600" y="690880"/>
            <a:ext cx="7914640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818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796B-FB72-42F4-8D5C-0D1306B6DC1B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6BEF-9231-47F1-BD10-2902F291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723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796B-FB72-42F4-8D5C-0D1306B6DC1B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6BEF-9231-47F1-BD10-2902F291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65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796B-FB72-42F4-8D5C-0D1306B6DC1B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6BEF-9231-47F1-BD10-2902F291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688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796B-FB72-42F4-8D5C-0D1306B6DC1B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6BEF-9231-47F1-BD10-2902F291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56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796B-FB72-42F4-8D5C-0D1306B6DC1B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6BEF-9231-47F1-BD10-2902F291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82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796B-FB72-42F4-8D5C-0D1306B6DC1B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6BEF-9231-47F1-BD10-2902F291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872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796B-FB72-42F4-8D5C-0D1306B6DC1B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6BEF-9231-47F1-BD10-2902F291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302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796B-FB72-42F4-8D5C-0D1306B6DC1B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6BEF-9231-47F1-BD10-2902F291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550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4796B-FB72-42F4-8D5C-0D1306B6DC1B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6BEF-9231-47F1-BD10-2902F291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69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4796B-FB72-42F4-8D5C-0D1306B6DC1B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66BEF-9231-47F1-BD10-2902F291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15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image" Target="../media/image9.png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8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4.png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4.png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9.wmf"/><Relationship Id="rId5" Type="http://schemas.openxmlformats.org/officeDocument/2006/relationships/image" Target="../media/image16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image" Target="../media/image24.wmf"/><Relationship Id="rId7" Type="http://schemas.openxmlformats.org/officeDocument/2006/relationships/image" Target="../media/image26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7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27.wmf"/><Relationship Id="rId3" Type="http://schemas.openxmlformats.org/officeDocument/2006/relationships/image" Target="../media/image17.wmf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21.bin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26.wmf"/><Relationship Id="rId5" Type="http://schemas.openxmlformats.org/officeDocument/2006/relationships/image" Target="../media/image28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35.wmf"/><Relationship Id="rId18" Type="http://schemas.openxmlformats.org/officeDocument/2006/relationships/oleObject" Target="../embeddings/oleObject31.bin"/><Relationship Id="rId3" Type="http://schemas.openxmlformats.org/officeDocument/2006/relationships/image" Target="../media/image30.png"/><Relationship Id="rId21" Type="http://schemas.openxmlformats.org/officeDocument/2006/relationships/image" Target="../media/image39.wmf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28.bin"/><Relationship Id="rId17" Type="http://schemas.openxmlformats.org/officeDocument/2006/relationships/image" Target="../media/image37.wmf"/><Relationship Id="rId2" Type="http://schemas.openxmlformats.org/officeDocument/2006/relationships/image" Target="../media/image29.png"/><Relationship Id="rId16" Type="http://schemas.openxmlformats.org/officeDocument/2006/relationships/oleObject" Target="../embeddings/oleObject30.bin"/><Relationship Id="rId20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34.wmf"/><Relationship Id="rId5" Type="http://schemas.openxmlformats.org/officeDocument/2006/relationships/image" Target="../media/image31.wmf"/><Relationship Id="rId15" Type="http://schemas.openxmlformats.org/officeDocument/2006/relationships/image" Target="../media/image36.wmf"/><Relationship Id="rId10" Type="http://schemas.openxmlformats.org/officeDocument/2006/relationships/oleObject" Target="../embeddings/oleObject27.bin"/><Relationship Id="rId19" Type="http://schemas.openxmlformats.org/officeDocument/2006/relationships/image" Target="../media/image38.w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3.wmf"/><Relationship Id="rId14" Type="http://schemas.openxmlformats.org/officeDocument/2006/relationships/oleObject" Target="../embeddings/oleObject29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38.bin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5.w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44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4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image" Target="../media/image47.wmf"/><Relationship Id="rId7" Type="http://schemas.openxmlformats.org/officeDocument/2006/relationships/image" Target="../media/image49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50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oleObject" Target="../embeddings/oleObject48.bin"/><Relationship Id="rId18" Type="http://schemas.openxmlformats.org/officeDocument/2006/relationships/image" Target="../media/image58.wmf"/><Relationship Id="rId26" Type="http://schemas.openxmlformats.org/officeDocument/2006/relationships/image" Target="../media/image62.wmf"/><Relationship Id="rId3" Type="http://schemas.openxmlformats.org/officeDocument/2006/relationships/oleObject" Target="../embeddings/oleObject43.bin"/><Relationship Id="rId21" Type="http://schemas.openxmlformats.org/officeDocument/2006/relationships/oleObject" Target="../embeddings/oleObject52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55.wmf"/><Relationship Id="rId17" Type="http://schemas.openxmlformats.org/officeDocument/2006/relationships/oleObject" Target="../embeddings/oleObject50.bin"/><Relationship Id="rId25" Type="http://schemas.openxmlformats.org/officeDocument/2006/relationships/oleObject" Target="../embeddings/oleObject54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57.wmf"/><Relationship Id="rId20" Type="http://schemas.openxmlformats.org/officeDocument/2006/relationships/image" Target="../media/image5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47.bin"/><Relationship Id="rId24" Type="http://schemas.openxmlformats.org/officeDocument/2006/relationships/image" Target="../media/image61.emf"/><Relationship Id="rId5" Type="http://schemas.openxmlformats.org/officeDocument/2006/relationships/oleObject" Target="../embeddings/oleObject44.bin"/><Relationship Id="rId15" Type="http://schemas.openxmlformats.org/officeDocument/2006/relationships/oleObject" Target="../embeddings/oleObject49.bin"/><Relationship Id="rId23" Type="http://schemas.openxmlformats.org/officeDocument/2006/relationships/oleObject" Target="../embeddings/oleObject53.bin"/><Relationship Id="rId28" Type="http://schemas.openxmlformats.org/officeDocument/2006/relationships/image" Target="../media/image63.wmf"/><Relationship Id="rId10" Type="http://schemas.openxmlformats.org/officeDocument/2006/relationships/image" Target="../media/image54.wmf"/><Relationship Id="rId19" Type="http://schemas.openxmlformats.org/officeDocument/2006/relationships/oleObject" Target="../embeddings/oleObject51.bin"/><Relationship Id="rId4" Type="http://schemas.openxmlformats.org/officeDocument/2006/relationships/image" Target="../media/image51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56.wmf"/><Relationship Id="rId22" Type="http://schemas.openxmlformats.org/officeDocument/2006/relationships/image" Target="../media/image60.wmf"/><Relationship Id="rId27" Type="http://schemas.openxmlformats.org/officeDocument/2006/relationships/oleObject" Target="../embeddings/oleObject55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oleObject" Target="../embeddings/oleObject51.bin"/><Relationship Id="rId18" Type="http://schemas.openxmlformats.org/officeDocument/2006/relationships/image" Target="../media/image61.emf"/><Relationship Id="rId3" Type="http://schemas.openxmlformats.org/officeDocument/2006/relationships/oleObject" Target="../embeddings/oleObject46.bin"/><Relationship Id="rId21" Type="http://schemas.openxmlformats.org/officeDocument/2006/relationships/oleObject" Target="../embeddings/oleObject55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58.wmf"/><Relationship Id="rId17" Type="http://schemas.openxmlformats.org/officeDocument/2006/relationships/oleObject" Target="../embeddings/oleObject53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0.wmf"/><Relationship Id="rId20" Type="http://schemas.openxmlformats.org/officeDocument/2006/relationships/image" Target="../media/image6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7.bin"/><Relationship Id="rId15" Type="http://schemas.openxmlformats.org/officeDocument/2006/relationships/oleObject" Target="../embeddings/oleObject52.bin"/><Relationship Id="rId10" Type="http://schemas.openxmlformats.org/officeDocument/2006/relationships/image" Target="../media/image57.wmf"/><Relationship Id="rId19" Type="http://schemas.openxmlformats.org/officeDocument/2006/relationships/oleObject" Target="../embeddings/oleObject54.bin"/><Relationship Id="rId4" Type="http://schemas.openxmlformats.org/officeDocument/2006/relationships/image" Target="../media/image54.w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59.emf"/><Relationship Id="rId22" Type="http://schemas.openxmlformats.org/officeDocument/2006/relationships/image" Target="../media/image63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7" Type="http://schemas.openxmlformats.org/officeDocument/2006/relationships/image" Target="../media/image66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65.wmf"/><Relationship Id="rId4" Type="http://schemas.openxmlformats.org/officeDocument/2006/relationships/oleObject" Target="../embeddings/oleObject57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7" Type="http://schemas.openxmlformats.org/officeDocument/2006/relationships/image" Target="../media/image69.w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1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60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3" Type="http://schemas.openxmlformats.org/officeDocument/2006/relationships/image" Target="../media/image70.wmf"/><Relationship Id="rId7" Type="http://schemas.openxmlformats.org/officeDocument/2006/relationships/image" Target="../media/image72.wmf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4.bin"/><Relationship Id="rId5" Type="http://schemas.openxmlformats.org/officeDocument/2006/relationships/image" Target="../media/image71.wmf"/><Relationship Id="rId4" Type="http://schemas.openxmlformats.org/officeDocument/2006/relationships/oleObject" Target="../embeddings/oleObject63.bin"/><Relationship Id="rId9" Type="http://schemas.openxmlformats.org/officeDocument/2006/relationships/image" Target="../media/image7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67.bin"/><Relationship Id="rId10" Type="http://schemas.openxmlformats.org/officeDocument/2006/relationships/image" Target="../media/image77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6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74.bin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81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70.bin"/><Relationship Id="rId10" Type="http://schemas.openxmlformats.org/officeDocument/2006/relationships/image" Target="../media/image80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82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83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oleObject" Target="../embeddings/oleObject7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wmf"/><Relationship Id="rId4" Type="http://schemas.openxmlformats.org/officeDocument/2006/relationships/oleObject" Target="../embeddings/oleObject80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3" Type="http://schemas.openxmlformats.org/officeDocument/2006/relationships/image" Target="../media/image90.wmf"/><Relationship Id="rId7" Type="http://schemas.openxmlformats.org/officeDocument/2006/relationships/image" Target="../media/image92.wmf"/><Relationship Id="rId2" Type="http://schemas.openxmlformats.org/officeDocument/2006/relationships/oleObject" Target="../embeddings/oleObject8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3.bin"/><Relationship Id="rId11" Type="http://schemas.openxmlformats.org/officeDocument/2006/relationships/image" Target="../media/image94.wmf"/><Relationship Id="rId5" Type="http://schemas.openxmlformats.org/officeDocument/2006/relationships/image" Target="../media/image91.wmf"/><Relationship Id="rId10" Type="http://schemas.openxmlformats.org/officeDocument/2006/relationships/oleObject" Target="../embeddings/oleObject85.bin"/><Relationship Id="rId4" Type="http://schemas.openxmlformats.org/officeDocument/2006/relationships/oleObject" Target="../embeddings/oleObject82.bin"/><Relationship Id="rId9" Type="http://schemas.openxmlformats.org/officeDocument/2006/relationships/image" Target="../media/image93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3" Type="http://schemas.openxmlformats.org/officeDocument/2006/relationships/image" Target="../media/image95.wmf"/><Relationship Id="rId7" Type="http://schemas.openxmlformats.org/officeDocument/2006/relationships/image" Target="../media/image97.wmf"/><Relationship Id="rId2" Type="http://schemas.openxmlformats.org/officeDocument/2006/relationships/oleObject" Target="../embeddings/oleObject8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99.wmf"/><Relationship Id="rId5" Type="http://schemas.openxmlformats.org/officeDocument/2006/relationships/image" Target="../media/image96.wmf"/><Relationship Id="rId10" Type="http://schemas.openxmlformats.org/officeDocument/2006/relationships/oleObject" Target="../embeddings/oleObject90.bin"/><Relationship Id="rId4" Type="http://schemas.openxmlformats.org/officeDocument/2006/relationships/oleObject" Target="../embeddings/oleObject87.bin"/><Relationship Id="rId9" Type="http://schemas.openxmlformats.org/officeDocument/2006/relationships/image" Target="../media/image98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oleObject" Target="../embeddings/oleObject9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wmf"/><Relationship Id="rId4" Type="http://schemas.openxmlformats.org/officeDocument/2006/relationships/oleObject" Target="../embeddings/oleObject92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3" Type="http://schemas.openxmlformats.org/officeDocument/2006/relationships/image" Target="../media/image102.wmf"/><Relationship Id="rId7" Type="http://schemas.openxmlformats.org/officeDocument/2006/relationships/image" Target="../media/image104.wmf"/><Relationship Id="rId2" Type="http://schemas.openxmlformats.org/officeDocument/2006/relationships/oleObject" Target="../embeddings/oleObject9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5.bin"/><Relationship Id="rId5" Type="http://schemas.openxmlformats.org/officeDocument/2006/relationships/image" Target="../media/image103.wmf"/><Relationship Id="rId4" Type="http://schemas.openxmlformats.org/officeDocument/2006/relationships/oleObject" Target="../embeddings/oleObject94.bin"/><Relationship Id="rId9" Type="http://schemas.openxmlformats.org/officeDocument/2006/relationships/image" Target="../media/image105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6.wmf"/><Relationship Id="rId7" Type="http://schemas.openxmlformats.org/officeDocument/2006/relationships/image" Target="../media/image108.wmf"/><Relationship Id="rId2" Type="http://schemas.openxmlformats.org/officeDocument/2006/relationships/oleObject" Target="../embeddings/oleObject9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9.bin"/><Relationship Id="rId5" Type="http://schemas.openxmlformats.org/officeDocument/2006/relationships/image" Target="../media/image107.wmf"/><Relationship Id="rId4" Type="http://schemas.openxmlformats.org/officeDocument/2006/relationships/oleObject" Target="../embeddings/oleObject98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3.bin"/><Relationship Id="rId3" Type="http://schemas.openxmlformats.org/officeDocument/2006/relationships/image" Target="../media/image110.wmf"/><Relationship Id="rId7" Type="http://schemas.openxmlformats.org/officeDocument/2006/relationships/image" Target="../media/image112.wmf"/><Relationship Id="rId2" Type="http://schemas.openxmlformats.org/officeDocument/2006/relationships/oleObject" Target="../embeddings/oleObject10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2.bin"/><Relationship Id="rId5" Type="http://schemas.openxmlformats.org/officeDocument/2006/relationships/image" Target="../media/image111.wmf"/><Relationship Id="rId10" Type="http://schemas.openxmlformats.org/officeDocument/2006/relationships/image" Target="../media/image114.png"/><Relationship Id="rId4" Type="http://schemas.openxmlformats.org/officeDocument/2006/relationships/oleObject" Target="../embeddings/oleObject101.bin"/><Relationship Id="rId9" Type="http://schemas.openxmlformats.org/officeDocument/2006/relationships/image" Target="../media/image113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13" Type="http://schemas.openxmlformats.org/officeDocument/2006/relationships/image" Target="../media/image120.wmf"/><Relationship Id="rId3" Type="http://schemas.openxmlformats.org/officeDocument/2006/relationships/image" Target="../media/image115.wmf"/><Relationship Id="rId7" Type="http://schemas.openxmlformats.org/officeDocument/2006/relationships/image" Target="../media/image117.wmf"/><Relationship Id="rId12" Type="http://schemas.openxmlformats.org/officeDocument/2006/relationships/oleObject" Target="../embeddings/oleObject109.bin"/><Relationship Id="rId2" Type="http://schemas.openxmlformats.org/officeDocument/2006/relationships/oleObject" Target="../embeddings/oleObject10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6.bin"/><Relationship Id="rId11" Type="http://schemas.openxmlformats.org/officeDocument/2006/relationships/image" Target="../media/image119.wmf"/><Relationship Id="rId5" Type="http://schemas.openxmlformats.org/officeDocument/2006/relationships/image" Target="../media/image116.wmf"/><Relationship Id="rId10" Type="http://schemas.openxmlformats.org/officeDocument/2006/relationships/oleObject" Target="../embeddings/oleObject108.bin"/><Relationship Id="rId4" Type="http://schemas.openxmlformats.org/officeDocument/2006/relationships/oleObject" Target="../embeddings/oleObject105.bin"/><Relationship Id="rId9" Type="http://schemas.openxmlformats.org/officeDocument/2006/relationships/image" Target="../media/image118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0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wmf"/><Relationship Id="rId5" Type="http://schemas.openxmlformats.org/officeDocument/2006/relationships/oleObject" Target="../embeddings/oleObject111.bin"/><Relationship Id="rId4" Type="http://schemas.openxmlformats.org/officeDocument/2006/relationships/image" Target="../media/image12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DDA684-1715-4458-9ECC-36D46A0FC2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13488"/>
            <a:ext cx="9144000" cy="2387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TÍCH PHÂN BỘI</a:t>
            </a:r>
            <a:br>
              <a:rPr lang="en-US" dirty="0"/>
            </a:br>
            <a:r>
              <a:rPr lang="en-US" altLang="en-US" sz="3600" dirty="0"/>
              <a:t>(Multiple Integrals)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49982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548DA4-692C-4CD7-AC0C-01FC27B27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01689" y="1713488"/>
            <a:ext cx="9741158" cy="2387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dirty="0">
                <a:solidFill>
                  <a:srgbClr val="0000FF"/>
                </a:solidFill>
              </a:rPr>
              <a:t>ĐỔI BIẾN TRONG TÍCH PHÂN KÉP</a:t>
            </a:r>
            <a:br>
              <a:rPr lang="en-US" sz="4000" dirty="0">
                <a:solidFill>
                  <a:srgbClr val="0000FF"/>
                </a:solidFill>
              </a:rPr>
            </a:br>
            <a:endParaRPr lang="en-US" sz="4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710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1">
            <a:extLst>
              <a:ext uri="{FF2B5EF4-FFF2-40B4-BE49-F238E27FC236}">
                <a16:creationId xmlns:a16="http://schemas.microsoft.com/office/drawing/2014/main" id="{9F83BAA9-E3B7-4F83-BB14-376A2EE62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062038"/>
            <a:ext cx="5367338" cy="457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171" name="Object 24">
            <a:extLst>
              <a:ext uri="{FF2B5EF4-FFF2-40B4-BE49-F238E27FC236}">
                <a16:creationId xmlns:a16="http://schemas.microsoft.com/office/drawing/2014/main" id="{C1C86B9C-3088-4F18-AC03-EE6301D46E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57503"/>
              </p:ext>
            </p:extLst>
          </p:nvPr>
        </p:nvGraphicFramePr>
        <p:xfrm>
          <a:off x="5019108" y="659135"/>
          <a:ext cx="3867966" cy="1220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432300" imgH="1397000" progId="Equation.DSMT4">
                  <p:embed/>
                </p:oleObj>
              </mc:Choice>
              <mc:Fallback>
                <p:oleObj name="Equation" r:id="rId3" imgW="4432300" imgH="1397000" progId="Equation.DSMT4">
                  <p:embed/>
                  <p:pic>
                    <p:nvPicPr>
                      <p:cNvPr id="7171" name="Object 24">
                        <a:extLst>
                          <a:ext uri="{FF2B5EF4-FFF2-40B4-BE49-F238E27FC236}">
                            <a16:creationId xmlns:a16="http://schemas.microsoft.com/office/drawing/2014/main" id="{C1C86B9C-3088-4F18-AC03-EE6301D46E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9108" y="659135"/>
                        <a:ext cx="3867966" cy="12201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766851-D5DC-4E46-9278-A244ECF790F1}"/>
              </a:ext>
            </a:extLst>
          </p:cNvPr>
          <p:cNvCxnSpPr/>
          <p:nvPr/>
        </p:nvCxnSpPr>
        <p:spPr>
          <a:xfrm>
            <a:off x="3733800" y="1905000"/>
            <a:ext cx="0" cy="2133600"/>
          </a:xfrm>
          <a:prstGeom prst="line">
            <a:avLst/>
          </a:prstGeom>
          <a:ln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6CED59-FB99-4E2A-AFAB-F01CAA8175F6}"/>
              </a:ext>
            </a:extLst>
          </p:cNvPr>
          <p:cNvCxnSpPr/>
          <p:nvPr/>
        </p:nvCxnSpPr>
        <p:spPr>
          <a:xfrm flipV="1">
            <a:off x="3992563" y="2362200"/>
            <a:ext cx="0" cy="1828800"/>
          </a:xfrm>
          <a:prstGeom prst="line">
            <a:avLst/>
          </a:prstGeom>
          <a:ln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1">
            <a:extLst>
              <a:ext uri="{FF2B5EF4-FFF2-40B4-BE49-F238E27FC236}">
                <a16:creationId xmlns:a16="http://schemas.microsoft.com/office/drawing/2014/main" id="{1AF8CE72-EEDF-4903-897B-F132E78E3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062038"/>
            <a:ext cx="5367338" cy="457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195" name="Object 24">
            <a:extLst>
              <a:ext uri="{FF2B5EF4-FFF2-40B4-BE49-F238E27FC236}">
                <a16:creationId xmlns:a16="http://schemas.microsoft.com/office/drawing/2014/main" id="{B2FEE4DA-6FEF-4BBD-8767-A3FFD90BF9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915655"/>
              </p:ext>
            </p:extLst>
          </p:nvPr>
        </p:nvGraphicFramePr>
        <p:xfrm>
          <a:off x="5019108" y="659135"/>
          <a:ext cx="3867966" cy="1220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432300" imgH="1397000" progId="Equation.DSMT4">
                  <p:embed/>
                </p:oleObj>
              </mc:Choice>
              <mc:Fallback>
                <p:oleObj name="Equation" r:id="rId3" imgW="4432300" imgH="1397000" progId="Equation.DSMT4">
                  <p:embed/>
                  <p:pic>
                    <p:nvPicPr>
                      <p:cNvPr id="8195" name="Object 24">
                        <a:extLst>
                          <a:ext uri="{FF2B5EF4-FFF2-40B4-BE49-F238E27FC236}">
                            <a16:creationId xmlns:a16="http://schemas.microsoft.com/office/drawing/2014/main" id="{B2FEE4DA-6FEF-4BBD-8767-A3FFD90BF9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9108" y="659135"/>
                        <a:ext cx="3867966" cy="12201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rc 3">
            <a:extLst>
              <a:ext uri="{FF2B5EF4-FFF2-40B4-BE49-F238E27FC236}">
                <a16:creationId xmlns:a16="http://schemas.microsoft.com/office/drawing/2014/main" id="{0B68D3C8-1C02-4A62-BE6D-DF77C75FE519}"/>
              </a:ext>
            </a:extLst>
          </p:cNvPr>
          <p:cNvSpPr/>
          <p:nvPr/>
        </p:nvSpPr>
        <p:spPr>
          <a:xfrm rot="9165350">
            <a:off x="3103564" y="574676"/>
            <a:ext cx="2693987" cy="3495675"/>
          </a:xfrm>
          <a:prstGeom prst="arc">
            <a:avLst>
              <a:gd name="adj1" fmla="val 17978732"/>
              <a:gd name="adj2" fmla="val 0"/>
            </a:avLst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3FCDDF92-E98D-4C9C-9968-53283FE0CDB0}"/>
              </a:ext>
            </a:extLst>
          </p:cNvPr>
          <p:cNvSpPr/>
          <p:nvPr/>
        </p:nvSpPr>
        <p:spPr>
          <a:xfrm rot="9165350">
            <a:off x="3263901" y="-196850"/>
            <a:ext cx="3332163" cy="4014788"/>
          </a:xfrm>
          <a:prstGeom prst="arc">
            <a:avLst>
              <a:gd name="adj1" fmla="val 17978732"/>
              <a:gd name="adj2" fmla="val 0"/>
            </a:avLst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9B599A-AE9A-4B5F-84C2-71951B30002A}"/>
              </a:ext>
            </a:extLst>
          </p:cNvPr>
          <p:cNvCxnSpPr/>
          <p:nvPr/>
        </p:nvCxnSpPr>
        <p:spPr>
          <a:xfrm flipV="1">
            <a:off x="2133600" y="1978025"/>
            <a:ext cx="2362200" cy="312420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E0225C-7731-4561-A9F3-64B1B348C823}"/>
              </a:ext>
            </a:extLst>
          </p:cNvPr>
          <p:cNvCxnSpPr/>
          <p:nvPr/>
        </p:nvCxnSpPr>
        <p:spPr>
          <a:xfrm flipV="1">
            <a:off x="2119314" y="2863851"/>
            <a:ext cx="2865437" cy="2233613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2">
            <a:extLst>
              <a:ext uri="{FF2B5EF4-FFF2-40B4-BE49-F238E27FC236}">
                <a16:creationId xmlns:a16="http://schemas.microsoft.com/office/drawing/2014/main" id="{7B2868C6-F582-42E5-9540-D9C89224AF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TỌA ĐỘ CỰC</a:t>
            </a:r>
          </a:p>
        </p:txBody>
      </p:sp>
      <p:sp>
        <p:nvSpPr>
          <p:cNvPr id="10" name="Line 4">
            <a:extLst>
              <a:ext uri="{FF2B5EF4-FFF2-40B4-BE49-F238E27FC236}">
                <a16:creationId xmlns:a16="http://schemas.microsoft.com/office/drawing/2014/main" id="{1788C689-28F5-43E6-8483-111004F1DC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" y="979711"/>
            <a:ext cx="1588" cy="2819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5">
            <a:extLst>
              <a:ext uri="{FF2B5EF4-FFF2-40B4-BE49-F238E27FC236}">
                <a16:creationId xmlns:a16="http://schemas.microsoft.com/office/drawing/2014/main" id="{6F2BB0C8-DC2A-4B5D-B493-D0742BB24BF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3341911"/>
            <a:ext cx="281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6">
            <a:extLst>
              <a:ext uri="{FF2B5EF4-FFF2-40B4-BE49-F238E27FC236}">
                <a16:creationId xmlns:a16="http://schemas.microsoft.com/office/drawing/2014/main" id="{3EB0346C-E32F-4FBF-B830-1E83597121A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1970311"/>
            <a:ext cx="1588" cy="13716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F5C4790E-E350-464D-A989-E7D2747A5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436912"/>
            <a:ext cx="541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67177772-A600-456E-917B-117A83D58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1817912"/>
            <a:ext cx="358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15" name="Line 10">
            <a:extLst>
              <a:ext uri="{FF2B5EF4-FFF2-40B4-BE49-F238E27FC236}">
                <a16:creationId xmlns:a16="http://schemas.microsoft.com/office/drawing/2014/main" id="{FEFAC1D6-22DE-4BC0-AE03-00255674E5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" y="1970311"/>
            <a:ext cx="1905000" cy="1371600"/>
          </a:xfrm>
          <a:prstGeom prst="line">
            <a:avLst/>
          </a:prstGeom>
          <a:noFill/>
          <a:ln w="1905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Arc 11">
            <a:extLst>
              <a:ext uri="{FF2B5EF4-FFF2-40B4-BE49-F238E27FC236}">
                <a16:creationId xmlns:a16="http://schemas.microsoft.com/office/drawing/2014/main" id="{95EA6375-2332-4001-A2B7-E6E361105198}"/>
              </a:ext>
            </a:extLst>
          </p:cNvPr>
          <p:cNvSpPr>
            <a:spLocks/>
          </p:cNvSpPr>
          <p:nvPr/>
        </p:nvSpPr>
        <p:spPr bwMode="auto">
          <a:xfrm>
            <a:off x="1143000" y="2918049"/>
            <a:ext cx="152400" cy="423862"/>
          </a:xfrm>
          <a:custGeom>
            <a:avLst/>
            <a:gdLst>
              <a:gd name="T0" fmla="*/ 0 w 21600"/>
              <a:gd name="T1" fmla="*/ 0 h 40122"/>
              <a:gd name="T2" fmla="*/ 2147483646 w 21600"/>
              <a:gd name="T3" fmla="*/ 2147483646 h 40122"/>
              <a:gd name="T4" fmla="*/ 0 w 21600"/>
              <a:gd name="T5" fmla="*/ 2147483646 h 40122"/>
              <a:gd name="T6" fmla="*/ 0 60000 65536"/>
              <a:gd name="T7" fmla="*/ 0 60000 65536"/>
              <a:gd name="T8" fmla="*/ 0 60000 65536"/>
              <a:gd name="T9" fmla="*/ 0 w 21600"/>
              <a:gd name="T10" fmla="*/ 0 h 40122"/>
              <a:gd name="T11" fmla="*/ 21600 w 21600"/>
              <a:gd name="T12" fmla="*/ 40122 h 4012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0122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9187"/>
                  <a:pt x="17619" y="36218"/>
                  <a:pt x="11112" y="40121"/>
                </a:cubicBezTo>
              </a:path>
              <a:path w="21600" h="40122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9187"/>
                  <a:pt x="17619" y="36218"/>
                  <a:pt x="11112" y="40121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FF00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Text Box 12">
            <a:extLst>
              <a:ext uri="{FF2B5EF4-FFF2-40B4-BE49-F238E27FC236}">
                <a16:creationId xmlns:a16="http://schemas.microsoft.com/office/drawing/2014/main" id="{885301F7-E65C-4C28-8844-2F47910E0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441799"/>
            <a:ext cx="38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19645AED-FB31-4C01-86C7-7A4C32C61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808512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</a:p>
        </p:txBody>
      </p:sp>
      <p:sp>
        <p:nvSpPr>
          <p:cNvPr id="19" name="Text Box 14">
            <a:extLst>
              <a:ext uri="{FF2B5EF4-FFF2-40B4-BE49-F238E27FC236}">
                <a16:creationId xmlns:a16="http://schemas.microsoft.com/office/drawing/2014/main" id="{EA6F16CA-FDED-44C4-828B-DC1FF0A22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1" y="3418112"/>
            <a:ext cx="358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0" name="Line 28">
            <a:extLst>
              <a:ext uri="{FF2B5EF4-FFF2-40B4-BE49-F238E27FC236}">
                <a16:creationId xmlns:a16="http://schemas.microsoft.com/office/drawing/2014/main" id="{28EE73DA-B938-41F3-BA62-8ABCF0B28E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1970311"/>
            <a:ext cx="1905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3AC7F61-EB07-48A9-B507-D023B6E05776}"/>
              </a:ext>
            </a:extLst>
          </p:cNvPr>
          <p:cNvGrpSpPr>
            <a:grpSpLocks/>
          </p:cNvGrpSpPr>
          <p:nvPr/>
        </p:nvGrpSpPr>
        <p:grpSpPr bwMode="auto">
          <a:xfrm>
            <a:off x="4759981" y="1357249"/>
            <a:ext cx="3967438" cy="692727"/>
            <a:chOff x="4302781" y="4492337"/>
            <a:chExt cx="3967438" cy="692727"/>
          </a:xfrm>
        </p:grpSpPr>
        <p:sp>
          <p:nvSpPr>
            <p:cNvPr id="9236" name="Rectangle 23">
              <a:extLst>
                <a:ext uri="{FF2B5EF4-FFF2-40B4-BE49-F238E27FC236}">
                  <a16:creationId xmlns:a16="http://schemas.microsoft.com/office/drawing/2014/main" id="{9A83294F-8105-429A-B55B-73C6F883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781" y="4492337"/>
              <a:ext cx="3967438" cy="692727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32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237" name="Object 24">
              <a:extLst>
                <a:ext uri="{FF2B5EF4-FFF2-40B4-BE49-F238E27FC236}">
                  <a16:creationId xmlns:a16="http://schemas.microsoft.com/office/drawing/2014/main" id="{D964C5B0-CA28-4641-BB8D-0A28B8ACEE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8615146"/>
                </p:ext>
              </p:extLst>
            </p:nvPr>
          </p:nvGraphicFramePr>
          <p:xfrm>
            <a:off x="4602169" y="4687875"/>
            <a:ext cx="3144824" cy="3778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276600" imgH="393700" progId="Equation.DSMT4">
                    <p:embed/>
                  </p:oleObj>
                </mc:Choice>
                <mc:Fallback>
                  <p:oleObj name="Equation" r:id="rId3" imgW="3276600" imgH="393700" progId="Equation.DSMT4">
                    <p:embed/>
                    <p:pic>
                      <p:nvPicPr>
                        <p:cNvPr id="9237" name="Object 24">
                          <a:extLst>
                            <a:ext uri="{FF2B5EF4-FFF2-40B4-BE49-F238E27FC236}">
                              <a16:creationId xmlns:a16="http://schemas.microsoft.com/office/drawing/2014/main" id="{D964C5B0-CA28-4641-BB8D-0A28B8ACEEE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2169" y="4687875"/>
                          <a:ext cx="3144824" cy="3778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CA3F2FD-5F86-42AF-BCF2-96AA732EF17D}"/>
              </a:ext>
            </a:extLst>
          </p:cNvPr>
          <p:cNvGrpSpPr>
            <a:grpSpLocks/>
          </p:cNvGrpSpPr>
          <p:nvPr/>
        </p:nvGrpSpPr>
        <p:grpSpPr bwMode="auto">
          <a:xfrm>
            <a:off x="4822627" y="2503711"/>
            <a:ext cx="4149804" cy="1600200"/>
            <a:chOff x="3504049" y="4190999"/>
            <a:chExt cx="4149804" cy="1600185"/>
          </a:xfrm>
        </p:grpSpPr>
        <p:grpSp>
          <p:nvGrpSpPr>
            <p:cNvPr id="9232" name="Group 24">
              <a:extLst>
                <a:ext uri="{FF2B5EF4-FFF2-40B4-BE49-F238E27FC236}">
                  <a16:creationId xmlns:a16="http://schemas.microsoft.com/office/drawing/2014/main" id="{7A1E9467-BC50-4211-8746-F7E2298615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4049" y="4190999"/>
              <a:ext cx="4149804" cy="1600185"/>
              <a:chOff x="3359587" y="2285999"/>
              <a:chExt cx="4149804" cy="1600185"/>
            </a:xfrm>
          </p:grpSpPr>
          <p:sp>
            <p:nvSpPr>
              <p:cNvPr id="9234" name="Rectangle 18">
                <a:extLst>
                  <a:ext uri="{FF2B5EF4-FFF2-40B4-BE49-F238E27FC236}">
                    <a16:creationId xmlns:a16="http://schemas.microsoft.com/office/drawing/2014/main" id="{7120486C-AB17-46AB-9368-10E19E1586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9587" y="2285999"/>
                <a:ext cx="4149804" cy="1600185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en-US" altLang="en-US" sz="3200">
                  <a:solidFill>
                    <a:srgbClr val="00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9235" name="Object 27">
                <a:extLst>
                  <a:ext uri="{FF2B5EF4-FFF2-40B4-BE49-F238E27FC236}">
                    <a16:creationId xmlns:a16="http://schemas.microsoft.com/office/drawing/2014/main" id="{6F56BAED-D7B1-4850-B18D-0E5414C4BE9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55731617"/>
                  </p:ext>
                </p:extLst>
              </p:nvPr>
            </p:nvGraphicFramePr>
            <p:xfrm>
              <a:off x="4060944" y="2484863"/>
              <a:ext cx="2314339" cy="5785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2387600" imgH="596900" progId="Equation.DSMT4">
                      <p:embed/>
                    </p:oleObj>
                  </mc:Choice>
                  <mc:Fallback>
                    <p:oleObj name="Equation" r:id="rId5" imgW="2387600" imgH="596900" progId="Equation.DSMT4">
                      <p:embed/>
                      <p:pic>
                        <p:nvPicPr>
                          <p:cNvPr id="9235" name="Object 27">
                            <a:extLst>
                              <a:ext uri="{FF2B5EF4-FFF2-40B4-BE49-F238E27FC236}">
                                <a16:creationId xmlns:a16="http://schemas.microsoft.com/office/drawing/2014/main" id="{6F56BAED-D7B1-4850-B18D-0E5414C4BE9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60944" y="2484863"/>
                            <a:ext cx="2314339" cy="5785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9233" name="Object 17">
              <a:extLst>
                <a:ext uri="{FF2B5EF4-FFF2-40B4-BE49-F238E27FC236}">
                  <a16:creationId xmlns:a16="http://schemas.microsoft.com/office/drawing/2014/main" id="{4408A95B-323A-4643-98DD-86CD6EE5FF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1125824"/>
                </p:ext>
              </p:extLst>
            </p:nvPr>
          </p:nvGraphicFramePr>
          <p:xfrm>
            <a:off x="3776395" y="5240226"/>
            <a:ext cx="3480335" cy="354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860800" imgH="393700" progId="Equation.DSMT4">
                    <p:embed/>
                  </p:oleObj>
                </mc:Choice>
                <mc:Fallback>
                  <p:oleObj name="Equation" r:id="rId7" imgW="3860800" imgH="393700" progId="Equation.DSMT4">
                    <p:embed/>
                    <p:pic>
                      <p:nvPicPr>
                        <p:cNvPr id="9233" name="Object 17">
                          <a:extLst>
                            <a:ext uri="{FF2B5EF4-FFF2-40B4-BE49-F238E27FC236}">
                              <a16:creationId xmlns:a16="http://schemas.microsoft.com/office/drawing/2014/main" id="{4408A95B-323A-4643-98DD-86CD6EE5FF1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6395" y="5240226"/>
                          <a:ext cx="3480335" cy="354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4720F2E-EF03-4B77-8373-EE6855BF8A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216296"/>
              </p:ext>
            </p:extLst>
          </p:nvPr>
        </p:nvGraphicFramePr>
        <p:xfrm>
          <a:off x="3055938" y="5838589"/>
          <a:ext cx="1206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06360" imgH="393480" progId="Equation.DSMT4">
                  <p:embed/>
                </p:oleObj>
              </mc:Choice>
              <mc:Fallback>
                <p:oleObj name="Equation" r:id="rId9" imgW="12063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55938" y="5838589"/>
                        <a:ext cx="1206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A942470-FF55-4AE4-B859-71E6730831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3774656"/>
              </p:ext>
            </p:extLst>
          </p:nvPr>
        </p:nvGraphicFramePr>
        <p:xfrm>
          <a:off x="695960" y="5838589"/>
          <a:ext cx="1270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69720" imgH="393480" progId="Equation.DSMT4">
                  <p:embed/>
                </p:oleObj>
              </mc:Choice>
              <mc:Fallback>
                <p:oleObj name="Equation" r:id="rId11" imgW="126972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95960" y="5838589"/>
                        <a:ext cx="12700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045FC4D-B464-6DE3-58DB-6F5957CCD78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1399" y="4088402"/>
            <a:ext cx="3827977" cy="15786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7BA53-291D-2143-BF87-FEDEB3480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Xác định tọa độ các điểm sau trong tọa độ cực 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775C998-4054-BB0A-B95D-D960235556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367297"/>
              </p:ext>
            </p:extLst>
          </p:nvPr>
        </p:nvGraphicFramePr>
        <p:xfrm>
          <a:off x="7529830" y="110173"/>
          <a:ext cx="749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160" imgH="469800" progId="Equation.DSMT4">
                  <p:embed/>
                </p:oleObj>
              </mc:Choice>
              <mc:Fallback>
                <p:oleObj name="Equation" r:id="rId2" imgW="7491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29830" y="110173"/>
                        <a:ext cx="7493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D6AD851-4EE5-6BFF-0486-0CD67F8B7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218" y="1440074"/>
            <a:ext cx="3359323" cy="20702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757115-64E9-D1C8-E353-45264242F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2085" y="954354"/>
            <a:ext cx="3499030" cy="19622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0DF9EE-A90A-A6D7-A6B7-54C03F4B74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244" y="3896302"/>
            <a:ext cx="2343270" cy="22353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58131E-3880-F973-700C-1B342C93DF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4905" y="3921076"/>
            <a:ext cx="2317869" cy="232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36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7BA53-291D-2143-BF87-FEDEB3480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Xác định tọa độ các điểm sau trong tọa độ cực 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775C998-4054-BB0A-B95D-D960235556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9830" y="110173"/>
          <a:ext cx="749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160" imgH="469800" progId="Equation.DSMT4">
                  <p:embed/>
                </p:oleObj>
              </mc:Choice>
              <mc:Fallback>
                <p:oleObj name="Equation" r:id="rId2" imgW="749160" imgH="4698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2775C998-4054-BB0A-B95D-D960235556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29830" y="110173"/>
                        <a:ext cx="7493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D6AD851-4EE5-6BFF-0486-0CD67F8B7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218" y="1440074"/>
            <a:ext cx="3359323" cy="20702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757115-64E9-D1C8-E353-45264242F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2085" y="954354"/>
            <a:ext cx="3499030" cy="19622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0DF9EE-A90A-A6D7-A6B7-54C03F4B74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244" y="3896302"/>
            <a:ext cx="2343270" cy="22353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58131E-3880-F973-700C-1B342C93DF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4905" y="3921076"/>
            <a:ext cx="2317869" cy="232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34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298221A4-068A-47AB-8EE2-156DD89C3A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5 Hình tròn cơ bản</a:t>
            </a:r>
          </a:p>
        </p:txBody>
      </p:sp>
      <p:graphicFrame>
        <p:nvGraphicFramePr>
          <p:cNvPr id="12302" name="Object 14">
            <a:extLst>
              <a:ext uri="{FF2B5EF4-FFF2-40B4-BE49-F238E27FC236}">
                <a16:creationId xmlns:a16="http://schemas.microsoft.com/office/drawing/2014/main" id="{99946856-BC58-4F57-B815-F8ED2C75C5E6}"/>
              </a:ext>
            </a:extLst>
          </p:cNvPr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40385292"/>
              </p:ext>
            </p:extLst>
          </p:nvPr>
        </p:nvGraphicFramePr>
        <p:xfrm>
          <a:off x="185499" y="5337969"/>
          <a:ext cx="1638000" cy="850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38000" imgH="850680" progId="Equation.DSMT4">
                  <p:embed/>
                </p:oleObj>
              </mc:Choice>
              <mc:Fallback>
                <p:oleObj name="Equation" r:id="rId2" imgW="1638000" imgH="850680" progId="Equation.DSMT4">
                  <p:embed/>
                  <p:pic>
                    <p:nvPicPr>
                      <p:cNvPr id="12302" name="Object 14">
                        <a:extLst>
                          <a:ext uri="{FF2B5EF4-FFF2-40B4-BE49-F238E27FC236}">
                            <a16:creationId xmlns:a16="http://schemas.microsoft.com/office/drawing/2014/main" id="{99946856-BC58-4F57-B815-F8ED2C75C5E6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99" y="5337969"/>
                        <a:ext cx="1638000" cy="850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4" name="Object 16">
            <a:extLst>
              <a:ext uri="{FF2B5EF4-FFF2-40B4-BE49-F238E27FC236}">
                <a16:creationId xmlns:a16="http://schemas.microsoft.com/office/drawing/2014/main" id="{703A0C59-2A17-4BDB-B746-B27497909A9A}"/>
              </a:ext>
            </a:extLst>
          </p:cNvPr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222826117"/>
              </p:ext>
            </p:extLst>
          </p:nvPr>
        </p:nvGraphicFramePr>
        <p:xfrm>
          <a:off x="5059044" y="5857557"/>
          <a:ext cx="1760220" cy="86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55800" imgH="965200" progId="Equation.DSMT4">
                  <p:embed/>
                </p:oleObj>
              </mc:Choice>
              <mc:Fallback>
                <p:oleObj name="Equation" r:id="rId4" imgW="1955800" imgH="965200" progId="Equation.DSMT4">
                  <p:embed/>
                  <p:pic>
                    <p:nvPicPr>
                      <p:cNvPr id="12304" name="Object 16">
                        <a:extLst>
                          <a:ext uri="{FF2B5EF4-FFF2-40B4-BE49-F238E27FC236}">
                            <a16:creationId xmlns:a16="http://schemas.microsoft.com/office/drawing/2014/main" id="{703A0C59-2A17-4BDB-B746-B27497909A9A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9044" y="5857557"/>
                        <a:ext cx="1760220" cy="868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Rectangle 9">
            <a:extLst>
              <a:ext uri="{FF2B5EF4-FFF2-40B4-BE49-F238E27FC236}">
                <a16:creationId xmlns:a16="http://schemas.microsoft.com/office/drawing/2014/main" id="{A7CDE700-9A07-469D-AB1D-56C0A6E8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1918" y="1038510"/>
            <a:ext cx="3394364" cy="58645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294" name="Object 10">
            <a:extLst>
              <a:ext uri="{FF2B5EF4-FFF2-40B4-BE49-F238E27FC236}">
                <a16:creationId xmlns:a16="http://schemas.microsoft.com/office/drawing/2014/main" id="{7A09BF06-1111-4066-828F-E7A177AA98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82104"/>
              </p:ext>
            </p:extLst>
          </p:nvPr>
        </p:nvGraphicFramePr>
        <p:xfrm>
          <a:off x="2587626" y="1150939"/>
          <a:ext cx="3289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89300" imgH="393700" progId="Equation.DSMT4">
                  <p:embed/>
                </p:oleObj>
              </mc:Choice>
              <mc:Fallback>
                <p:oleObj name="Equation" r:id="rId6" imgW="3289300" imgH="393700" progId="Equation.DSMT4">
                  <p:embed/>
                  <p:pic>
                    <p:nvPicPr>
                      <p:cNvPr id="12294" name="Object 10">
                        <a:extLst>
                          <a:ext uri="{FF2B5EF4-FFF2-40B4-BE49-F238E27FC236}">
                            <a16:creationId xmlns:a16="http://schemas.microsoft.com/office/drawing/2014/main" id="{7A09BF06-1111-4066-828F-E7A177AA98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26" y="1150939"/>
                        <a:ext cx="3289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9">
            <a:extLst>
              <a:ext uri="{FF2B5EF4-FFF2-40B4-BE49-F238E27FC236}">
                <a16:creationId xmlns:a16="http://schemas.microsoft.com/office/drawing/2014/main" id="{29DBB038-7D7F-4515-8252-FCC77D9B237F}"/>
              </a:ext>
            </a:extLst>
          </p:cNvPr>
          <p:cNvGrpSpPr>
            <a:grpSpLocks/>
          </p:cNvGrpSpPr>
          <p:nvPr/>
        </p:nvGrpSpPr>
        <p:grpSpPr bwMode="auto">
          <a:xfrm>
            <a:off x="297874" y="1752600"/>
            <a:ext cx="2909455" cy="3352801"/>
            <a:chOff x="96" y="1104"/>
            <a:chExt cx="2016" cy="2160"/>
          </a:xfrm>
        </p:grpSpPr>
        <p:grpSp>
          <p:nvGrpSpPr>
            <p:cNvPr id="12311" name="Group 18">
              <a:extLst>
                <a:ext uri="{FF2B5EF4-FFF2-40B4-BE49-F238E27FC236}">
                  <a16:creationId xmlns:a16="http://schemas.microsoft.com/office/drawing/2014/main" id="{F4A9E939-9ECE-4CEB-B92B-AC67F8519C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" y="1104"/>
              <a:ext cx="2016" cy="2160"/>
              <a:chOff x="144" y="1104"/>
              <a:chExt cx="1392" cy="1488"/>
            </a:xfrm>
          </p:grpSpPr>
          <p:sp>
            <p:nvSpPr>
              <p:cNvPr id="12315" name="Oval 5">
                <a:extLst>
                  <a:ext uri="{FF2B5EF4-FFF2-40B4-BE49-F238E27FC236}">
                    <a16:creationId xmlns:a16="http://schemas.microsoft.com/office/drawing/2014/main" id="{5C9B6AD2-2227-4077-A6F8-73F8503B22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392"/>
                <a:ext cx="960" cy="91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316" name="Line 6">
                <a:extLst>
                  <a:ext uri="{FF2B5EF4-FFF2-40B4-BE49-F238E27FC236}">
                    <a16:creationId xmlns:a16="http://schemas.microsoft.com/office/drawing/2014/main" id="{0B0CC838-ABB6-4070-8708-6A426F63CC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" y="1848"/>
                <a:ext cx="1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7" name="Line 7">
                <a:extLst>
                  <a:ext uri="{FF2B5EF4-FFF2-40B4-BE49-F238E27FC236}">
                    <a16:creationId xmlns:a16="http://schemas.microsoft.com/office/drawing/2014/main" id="{F74CC0EE-91EB-4C35-80F1-41D4ABA46C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1104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312" name="Text Box 20">
              <a:extLst>
                <a:ext uri="{FF2B5EF4-FFF2-40B4-BE49-F238E27FC236}">
                  <a16:creationId xmlns:a16="http://schemas.microsoft.com/office/drawing/2014/main" id="{8B5CB002-728E-4293-A32F-4B97240E45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208"/>
              <a:ext cx="288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2313" name="Text Box 22">
              <a:extLst>
                <a:ext uri="{FF2B5EF4-FFF2-40B4-BE49-F238E27FC236}">
                  <a16:creationId xmlns:a16="http://schemas.microsoft.com/office/drawing/2014/main" id="{6DB3903D-ED3B-482E-91C6-3BB5B785D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200"/>
              <a:ext cx="288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" name="Text Box 24">
              <a:extLst>
                <a:ext uri="{FF2B5EF4-FFF2-40B4-BE49-F238E27FC236}">
                  <a16:creationId xmlns:a16="http://schemas.microsoft.com/office/drawing/2014/main" id="{CB36A9DF-31A8-4F76-B826-3BD02A7E47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60"/>
              <a:ext cx="384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-R</a:t>
              </a:r>
            </a:p>
          </p:txBody>
        </p:sp>
      </p:grpSp>
      <p:grpSp>
        <p:nvGrpSpPr>
          <p:cNvPr id="4" name="Group 31">
            <a:extLst>
              <a:ext uri="{FF2B5EF4-FFF2-40B4-BE49-F238E27FC236}">
                <a16:creationId xmlns:a16="http://schemas.microsoft.com/office/drawing/2014/main" id="{332C865C-61EB-47BD-BEAD-E5D1508170A6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1752600"/>
            <a:ext cx="3048000" cy="3352800"/>
            <a:chOff x="2880" y="1200"/>
            <a:chExt cx="2112" cy="2112"/>
          </a:xfrm>
        </p:grpSpPr>
        <p:grpSp>
          <p:nvGrpSpPr>
            <p:cNvPr id="12303" name="Group 19">
              <a:extLst>
                <a:ext uri="{FF2B5EF4-FFF2-40B4-BE49-F238E27FC236}">
                  <a16:creationId xmlns:a16="http://schemas.microsoft.com/office/drawing/2014/main" id="{8E15A3F8-EA36-4672-B07A-2FBE0B0A5F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1200"/>
              <a:ext cx="2064" cy="2112"/>
              <a:chOff x="2736" y="1104"/>
              <a:chExt cx="1392" cy="1488"/>
            </a:xfrm>
          </p:grpSpPr>
          <p:sp>
            <p:nvSpPr>
              <p:cNvPr id="12308" name="Oval 11">
                <a:extLst>
                  <a:ext uri="{FF2B5EF4-FFF2-40B4-BE49-F238E27FC236}">
                    <a16:creationId xmlns:a16="http://schemas.microsoft.com/office/drawing/2014/main" id="{D34C1F20-DB4C-4F33-AE92-5CB2590032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392"/>
                <a:ext cx="960" cy="912"/>
              </a:xfrm>
              <a:prstGeom prst="ellipse">
                <a:avLst/>
              </a:prstGeom>
              <a:solidFill>
                <a:srgbClr val="00FF00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2309" name="Line 12">
                <a:extLst>
                  <a:ext uri="{FF2B5EF4-FFF2-40B4-BE49-F238E27FC236}">
                    <a16:creationId xmlns:a16="http://schemas.microsoft.com/office/drawing/2014/main" id="{11AB92E6-25B1-489D-B739-815DBC9BCC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1848"/>
                <a:ext cx="1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0" name="Line 13">
                <a:extLst>
                  <a:ext uri="{FF2B5EF4-FFF2-40B4-BE49-F238E27FC236}">
                    <a16:creationId xmlns:a16="http://schemas.microsoft.com/office/drawing/2014/main" id="{822B258B-7A6C-451C-A968-25B8809DE5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6" y="1104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30">
              <a:extLst>
                <a:ext uri="{FF2B5EF4-FFF2-40B4-BE49-F238E27FC236}">
                  <a16:creationId xmlns:a16="http://schemas.microsoft.com/office/drawing/2014/main" id="{C91B3792-EC95-4969-96DC-4C2B1D0B7D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1344"/>
              <a:ext cx="2064" cy="1344"/>
              <a:chOff x="2928" y="1296"/>
              <a:chExt cx="2064" cy="1344"/>
            </a:xfrm>
          </p:grpSpPr>
          <p:sp>
            <p:nvSpPr>
              <p:cNvPr id="12305" name="Text Box 21">
                <a:extLst>
                  <a:ext uri="{FF2B5EF4-FFF2-40B4-BE49-F238E27FC236}">
                    <a16:creationId xmlns:a16="http://schemas.microsoft.com/office/drawing/2014/main" id="{B95C13E4-9D61-4F0C-9FAC-620B71F704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8" y="2304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-R</a:t>
                </a:r>
              </a:p>
            </p:txBody>
          </p:sp>
          <p:sp>
            <p:nvSpPr>
              <p:cNvPr id="12306" name="Text Box 23">
                <a:extLst>
                  <a:ext uri="{FF2B5EF4-FFF2-40B4-BE49-F238E27FC236}">
                    <a16:creationId xmlns:a16="http://schemas.microsoft.com/office/drawing/2014/main" id="{C1319A69-47E2-4C73-BC54-AB18D90072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2352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12307" name="Text Box 25">
                <a:extLst>
                  <a:ext uri="{FF2B5EF4-FFF2-40B4-BE49-F238E27FC236}">
                    <a16:creationId xmlns:a16="http://schemas.microsoft.com/office/drawing/2014/main" id="{50C191F3-E783-4A25-9271-7C5FCFDCE7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129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</a:p>
            </p:txBody>
          </p:sp>
        </p:grpSp>
      </p:grpSp>
      <p:sp>
        <p:nvSpPr>
          <p:cNvPr id="26" name="Arc 25">
            <a:extLst>
              <a:ext uri="{FF2B5EF4-FFF2-40B4-BE49-F238E27FC236}">
                <a16:creationId xmlns:a16="http://schemas.microsoft.com/office/drawing/2014/main" id="{1E996514-B682-461E-B80B-6AF285293253}"/>
              </a:ext>
            </a:extLst>
          </p:cNvPr>
          <p:cNvSpPr/>
          <p:nvPr/>
        </p:nvSpPr>
        <p:spPr bwMode="auto">
          <a:xfrm>
            <a:off x="5867400" y="3092450"/>
            <a:ext cx="762000" cy="685800"/>
          </a:xfrm>
          <a:prstGeom prst="arc">
            <a:avLst>
              <a:gd name="adj1" fmla="val 380412"/>
              <a:gd name="adj2" fmla="val 0"/>
            </a:avLst>
          </a:prstGeom>
          <a:noFill/>
          <a:ln w="22225" cap="flat" cmpd="sng" algn="ctr">
            <a:solidFill>
              <a:srgbClr val="CC33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graphicFrame>
        <p:nvGraphicFramePr>
          <p:cNvPr id="5146" name="Object 26">
            <a:extLst>
              <a:ext uri="{FF2B5EF4-FFF2-40B4-BE49-F238E27FC236}">
                <a16:creationId xmlns:a16="http://schemas.microsoft.com/office/drawing/2014/main" id="{536AC6E0-DF20-4357-A875-88B283CB79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819603"/>
              </p:ext>
            </p:extLst>
          </p:nvPr>
        </p:nvGraphicFramePr>
        <p:xfrm>
          <a:off x="5618477" y="6289082"/>
          <a:ext cx="138303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36700" imgH="381000" progId="Equation.DSMT4">
                  <p:embed/>
                </p:oleObj>
              </mc:Choice>
              <mc:Fallback>
                <p:oleObj name="Equation" r:id="rId8" imgW="1536700" imgH="381000" progId="Equation.DSMT4">
                  <p:embed/>
                  <p:pic>
                    <p:nvPicPr>
                      <p:cNvPr id="5146" name="Object 26">
                        <a:extLst>
                          <a:ext uri="{FF2B5EF4-FFF2-40B4-BE49-F238E27FC236}">
                            <a16:creationId xmlns:a16="http://schemas.microsoft.com/office/drawing/2014/main" id="{536AC6E0-DF20-4357-A875-88B283CB79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8477" y="6289082"/>
                        <a:ext cx="138303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7" name="Object 27">
            <a:extLst>
              <a:ext uri="{FF2B5EF4-FFF2-40B4-BE49-F238E27FC236}">
                <a16:creationId xmlns:a16="http://schemas.microsoft.com/office/drawing/2014/main" id="{A97E66DB-9BCB-45A8-B5C1-B6B2447D6D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3116100"/>
              </p:ext>
            </p:extLst>
          </p:nvPr>
        </p:nvGraphicFramePr>
        <p:xfrm>
          <a:off x="5509374" y="5321099"/>
          <a:ext cx="1633781" cy="445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15312" imgH="495085" progId="Equation.DSMT4">
                  <p:embed/>
                </p:oleObj>
              </mc:Choice>
              <mc:Fallback>
                <p:oleObj name="Equation" r:id="rId10" imgW="1815312" imgH="495085" progId="Equation.DSMT4">
                  <p:embed/>
                  <p:pic>
                    <p:nvPicPr>
                      <p:cNvPr id="5147" name="Object 27">
                        <a:extLst>
                          <a:ext uri="{FF2B5EF4-FFF2-40B4-BE49-F238E27FC236}">
                            <a16:creationId xmlns:a16="http://schemas.microsoft.com/office/drawing/2014/main" id="{A97E66DB-9BCB-45A8-B5C1-B6B2447D6D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9374" y="5321099"/>
                        <a:ext cx="1633781" cy="4455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0" name="Line 26">
            <a:extLst>
              <a:ext uri="{FF2B5EF4-FFF2-40B4-BE49-F238E27FC236}">
                <a16:creationId xmlns:a16="http://schemas.microsoft.com/office/drawing/2014/main" id="{6D07FC07-56E9-4FB2-8169-58EAD4CBE3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3000" y="1981200"/>
            <a:ext cx="1143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4" name="Line 26">
            <a:extLst>
              <a:ext uri="{FF2B5EF4-FFF2-40B4-BE49-F238E27FC236}">
                <a16:creationId xmlns:a16="http://schemas.microsoft.com/office/drawing/2014/main" id="{EE0A4B0D-54B4-4B6C-B330-222783A114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66326" y="2925707"/>
            <a:ext cx="891164" cy="4939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6" name="Straight Connector 30">
            <a:extLst>
              <a:ext uri="{FF2B5EF4-FFF2-40B4-BE49-F238E27FC236}">
                <a16:creationId xmlns:a16="http://schemas.microsoft.com/office/drawing/2014/main" id="{48994E11-7C01-4D71-9115-6299434F08A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105400" y="3429000"/>
            <a:ext cx="1143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20" name="Object 12">
            <a:extLst>
              <a:ext uri="{FF2B5EF4-FFF2-40B4-BE49-F238E27FC236}">
                <a16:creationId xmlns:a16="http://schemas.microsoft.com/office/drawing/2014/main" id="{609385F8-84AA-4D14-AD67-F374EDE53E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2925018"/>
              </p:ext>
            </p:extLst>
          </p:nvPr>
        </p:nvGraphicFramePr>
        <p:xfrm>
          <a:off x="919596" y="1197266"/>
          <a:ext cx="2008909" cy="450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09800" imgH="495300" progId="Equation.DSMT4">
                  <p:embed/>
                </p:oleObj>
              </mc:Choice>
              <mc:Fallback>
                <p:oleObj name="Equation" r:id="rId2" imgW="2209800" imgH="495300" progId="Equation.DSMT4">
                  <p:embed/>
                  <p:pic>
                    <p:nvPicPr>
                      <p:cNvPr id="17420" name="Object 12">
                        <a:extLst>
                          <a:ext uri="{FF2B5EF4-FFF2-40B4-BE49-F238E27FC236}">
                            <a16:creationId xmlns:a16="http://schemas.microsoft.com/office/drawing/2014/main" id="{609385F8-84AA-4D14-AD67-F374EDE53E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596" y="1197266"/>
                        <a:ext cx="2008909" cy="4502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13">
            <a:extLst>
              <a:ext uri="{FF2B5EF4-FFF2-40B4-BE49-F238E27FC236}">
                <a16:creationId xmlns:a16="http://schemas.microsoft.com/office/drawing/2014/main" id="{77D09D7B-51FD-4280-9A32-4592C755FB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164308"/>
              </p:ext>
            </p:extLst>
          </p:nvPr>
        </p:nvGraphicFramePr>
        <p:xfrm>
          <a:off x="5627296" y="1247088"/>
          <a:ext cx="2008909" cy="450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09800" imgH="495300" progId="Equation.DSMT4">
                  <p:embed/>
                </p:oleObj>
              </mc:Choice>
              <mc:Fallback>
                <p:oleObj name="Equation" r:id="rId4" imgW="2209800" imgH="495300" progId="Equation.DSMT4">
                  <p:embed/>
                  <p:pic>
                    <p:nvPicPr>
                      <p:cNvPr id="17421" name="Object 13">
                        <a:extLst>
                          <a:ext uri="{FF2B5EF4-FFF2-40B4-BE49-F238E27FC236}">
                            <a16:creationId xmlns:a16="http://schemas.microsoft.com/office/drawing/2014/main" id="{77D09D7B-51FD-4280-9A32-4592C755FB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7296" y="1247088"/>
                        <a:ext cx="2008909" cy="4502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20" name="Group 3">
            <a:extLst>
              <a:ext uri="{FF2B5EF4-FFF2-40B4-BE49-F238E27FC236}">
                <a16:creationId xmlns:a16="http://schemas.microsoft.com/office/drawing/2014/main" id="{653BD6A9-2570-4EDE-8AFE-191005D16DFA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774827"/>
            <a:ext cx="3352800" cy="2341563"/>
            <a:chOff x="381000" y="1393835"/>
            <a:chExt cx="3352800" cy="2341563"/>
          </a:xfrm>
        </p:grpSpPr>
        <p:grpSp>
          <p:nvGrpSpPr>
            <p:cNvPr id="13334" name="Group 19">
              <a:extLst>
                <a:ext uri="{FF2B5EF4-FFF2-40B4-BE49-F238E27FC236}">
                  <a16:creationId xmlns:a16="http://schemas.microsoft.com/office/drawing/2014/main" id="{5C12141E-589A-4A94-9EFD-4B9EDD2E35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000" y="1393835"/>
              <a:ext cx="3352800" cy="2341563"/>
              <a:chOff x="576" y="590"/>
              <a:chExt cx="2112" cy="1475"/>
            </a:xfrm>
          </p:grpSpPr>
          <p:sp>
            <p:nvSpPr>
              <p:cNvPr id="13336" name="Oval 5">
                <a:extLst>
                  <a:ext uri="{FF2B5EF4-FFF2-40B4-BE49-F238E27FC236}">
                    <a16:creationId xmlns:a16="http://schemas.microsoft.com/office/drawing/2014/main" id="{CB4B2A09-6AAF-496D-84B2-9A701D66F9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8" y="1032"/>
                <a:ext cx="867" cy="866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</a:p>
            </p:txBody>
          </p:sp>
          <p:sp>
            <p:nvSpPr>
              <p:cNvPr id="13337" name="Line 6">
                <a:extLst>
                  <a:ext uri="{FF2B5EF4-FFF2-40B4-BE49-F238E27FC236}">
                    <a16:creationId xmlns:a16="http://schemas.microsoft.com/office/drawing/2014/main" id="{EBC6B3EE-6A0D-403C-A640-FB6EDD6104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1476"/>
                <a:ext cx="20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8" name="Line 7">
                <a:extLst>
                  <a:ext uri="{FF2B5EF4-FFF2-40B4-BE49-F238E27FC236}">
                    <a16:creationId xmlns:a16="http://schemas.microsoft.com/office/drawing/2014/main" id="{52406795-E95F-41B2-979F-30D8BA33FC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42" y="590"/>
                <a:ext cx="0" cy="14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9" name="Text Box 16">
                <a:extLst>
                  <a:ext uri="{FF2B5EF4-FFF2-40B4-BE49-F238E27FC236}">
                    <a16:creationId xmlns:a16="http://schemas.microsoft.com/office/drawing/2014/main" id="{CFD81436-0991-4DCF-BE58-2C9E4A8F00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1502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13340" name="Text Box 17">
                <a:extLst>
                  <a:ext uri="{FF2B5EF4-FFF2-40B4-BE49-F238E27FC236}">
                    <a16:creationId xmlns:a16="http://schemas.microsoft.com/office/drawing/2014/main" id="{39B1497D-4652-4329-91FA-FED7E6805A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1488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2R</a:t>
                </a:r>
              </a:p>
            </p:txBody>
          </p:sp>
        </p:grpSp>
        <p:sp>
          <p:nvSpPr>
            <p:cNvPr id="13335" name="Oval 5">
              <a:extLst>
                <a:ext uri="{FF2B5EF4-FFF2-40B4-BE49-F238E27FC236}">
                  <a16:creationId xmlns:a16="http://schemas.microsoft.com/office/drawing/2014/main" id="{1A4553D7-785E-4F57-8F39-CC1B3D8B2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278" y="2113721"/>
              <a:ext cx="1352550" cy="135331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</a:t>
              </a:r>
            </a:p>
          </p:txBody>
        </p:sp>
      </p:grpSp>
      <p:grpSp>
        <p:nvGrpSpPr>
          <p:cNvPr id="13321" name="Group 5">
            <a:extLst>
              <a:ext uri="{FF2B5EF4-FFF2-40B4-BE49-F238E27FC236}">
                <a16:creationId xmlns:a16="http://schemas.microsoft.com/office/drawing/2014/main" id="{1C61ABCA-FE44-4C4C-BCA5-816F3A77836F}"/>
              </a:ext>
            </a:extLst>
          </p:cNvPr>
          <p:cNvGrpSpPr>
            <a:grpSpLocks/>
          </p:cNvGrpSpPr>
          <p:nvPr/>
        </p:nvGrpSpPr>
        <p:grpSpPr bwMode="auto">
          <a:xfrm>
            <a:off x="5126038" y="2054227"/>
            <a:ext cx="3276600" cy="2289175"/>
            <a:chOff x="3124200" y="1673225"/>
            <a:chExt cx="3276600" cy="2289175"/>
          </a:xfrm>
        </p:grpSpPr>
        <p:grpSp>
          <p:nvGrpSpPr>
            <p:cNvPr id="13328" name="Group 4">
              <a:extLst>
                <a:ext uri="{FF2B5EF4-FFF2-40B4-BE49-F238E27FC236}">
                  <a16:creationId xmlns:a16="http://schemas.microsoft.com/office/drawing/2014/main" id="{A2F48805-578D-4E62-A231-E06F98D2F7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6600" y="1673225"/>
              <a:ext cx="2731260" cy="2289175"/>
              <a:chOff x="5201478" y="1673225"/>
              <a:chExt cx="2731260" cy="2289175"/>
            </a:xfrm>
          </p:grpSpPr>
          <p:grpSp>
            <p:nvGrpSpPr>
              <p:cNvPr id="13330" name="Group 18">
                <a:extLst>
                  <a:ext uri="{FF2B5EF4-FFF2-40B4-BE49-F238E27FC236}">
                    <a16:creationId xmlns:a16="http://schemas.microsoft.com/office/drawing/2014/main" id="{DC81CE6B-3D6C-4AAB-B187-4D7012B0C4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67488" y="1673225"/>
                <a:ext cx="1365250" cy="2289175"/>
                <a:chOff x="4137" y="718"/>
                <a:chExt cx="860" cy="1442"/>
              </a:xfrm>
            </p:grpSpPr>
            <p:sp>
              <p:nvSpPr>
                <p:cNvPr id="13332" name="Oval 9">
                  <a:extLst>
                    <a:ext uri="{FF2B5EF4-FFF2-40B4-BE49-F238E27FC236}">
                      <a16:creationId xmlns:a16="http://schemas.microsoft.com/office/drawing/2014/main" id="{60897CA6-D68A-44BD-A5BD-1EA8F69627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5" y="1002"/>
                  <a:ext cx="852" cy="852"/>
                </a:xfrm>
                <a:prstGeom prst="ellipse">
                  <a:avLst/>
                </a:prstGeom>
                <a:solidFill>
                  <a:srgbClr val="00FF00"/>
                </a:solidFill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2400" b="1"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</a:t>
                  </a:r>
                </a:p>
              </p:txBody>
            </p:sp>
            <p:sp>
              <p:nvSpPr>
                <p:cNvPr id="13333" name="Line 11">
                  <a:extLst>
                    <a:ext uri="{FF2B5EF4-FFF2-40B4-BE49-F238E27FC236}">
                      <a16:creationId xmlns:a16="http://schemas.microsoft.com/office/drawing/2014/main" id="{ECAB6299-0766-4D23-A616-E293E378F1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37" y="718"/>
                  <a:ext cx="0" cy="144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3331" name="Oval 9">
                <a:extLst>
                  <a:ext uri="{FF2B5EF4-FFF2-40B4-BE49-F238E27FC236}">
                    <a16:creationId xmlns:a16="http://schemas.microsoft.com/office/drawing/2014/main" id="{55ABA67A-0B30-4626-B8B5-6D572DE368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01478" y="2133600"/>
                <a:ext cx="1353312" cy="1352550"/>
              </a:xfrm>
              <a:prstGeom prst="ellipse">
                <a:avLst/>
              </a:prstGeom>
              <a:solidFill>
                <a:srgbClr val="00FF00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</a:p>
            </p:txBody>
          </p:sp>
        </p:grpSp>
        <p:sp>
          <p:nvSpPr>
            <p:cNvPr id="13329" name="Line 10">
              <a:extLst>
                <a:ext uri="{FF2B5EF4-FFF2-40B4-BE49-F238E27FC236}">
                  <a16:creationId xmlns:a16="http://schemas.microsoft.com/office/drawing/2014/main" id="{4C8EA889-FD10-4624-8B69-59E517965C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2841635"/>
              <a:ext cx="3276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Line 14">
            <a:extLst>
              <a:ext uri="{FF2B5EF4-FFF2-40B4-BE49-F238E27FC236}">
                <a16:creationId xmlns:a16="http://schemas.microsoft.com/office/drawing/2014/main" id="{B2D0AFA6-29C4-4B3D-835B-939B868035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45277" y="2522538"/>
            <a:ext cx="822325" cy="7032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Arc 15">
            <a:extLst>
              <a:ext uri="{FF2B5EF4-FFF2-40B4-BE49-F238E27FC236}">
                <a16:creationId xmlns:a16="http://schemas.microsoft.com/office/drawing/2014/main" id="{32C532EF-2BA9-4058-BD5C-2285D80086DA}"/>
              </a:ext>
            </a:extLst>
          </p:cNvPr>
          <p:cNvSpPr>
            <a:spLocks/>
          </p:cNvSpPr>
          <p:nvPr/>
        </p:nvSpPr>
        <p:spPr bwMode="auto">
          <a:xfrm rot="21091731">
            <a:off x="6607175" y="2876552"/>
            <a:ext cx="273050" cy="639763"/>
          </a:xfrm>
          <a:custGeom>
            <a:avLst/>
            <a:gdLst>
              <a:gd name="T0" fmla="*/ 2147483646 w 23462"/>
              <a:gd name="T1" fmla="*/ 0 h 42129"/>
              <a:gd name="T2" fmla="*/ 0 w 23462"/>
              <a:gd name="T3" fmla="*/ 2147483646 h 42129"/>
              <a:gd name="T4" fmla="*/ 2147483646 w 23462"/>
              <a:gd name="T5" fmla="*/ 2147483646 h 42129"/>
              <a:gd name="T6" fmla="*/ 0 60000 65536"/>
              <a:gd name="T7" fmla="*/ 0 60000 65536"/>
              <a:gd name="T8" fmla="*/ 0 60000 65536"/>
              <a:gd name="T9" fmla="*/ 0 w 23462"/>
              <a:gd name="T10" fmla="*/ 0 h 42129"/>
              <a:gd name="T11" fmla="*/ 23462 w 23462"/>
              <a:gd name="T12" fmla="*/ 42129 h 4212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462" h="42129" fill="none" extrusionOk="0">
                <a:moveTo>
                  <a:pt x="8579" y="0"/>
                </a:moveTo>
                <a:cubicBezTo>
                  <a:pt x="17457" y="2905"/>
                  <a:pt x="23462" y="11188"/>
                  <a:pt x="23462" y="20529"/>
                </a:cubicBezTo>
                <a:cubicBezTo>
                  <a:pt x="23462" y="32458"/>
                  <a:pt x="13791" y="42129"/>
                  <a:pt x="1862" y="42129"/>
                </a:cubicBezTo>
                <a:cubicBezTo>
                  <a:pt x="1240" y="42129"/>
                  <a:pt x="619" y="42102"/>
                  <a:pt x="0" y="42048"/>
                </a:cubicBezTo>
              </a:path>
              <a:path w="23462" h="42129" stroke="0" extrusionOk="0">
                <a:moveTo>
                  <a:pt x="8579" y="0"/>
                </a:moveTo>
                <a:cubicBezTo>
                  <a:pt x="17457" y="2905"/>
                  <a:pt x="23462" y="11188"/>
                  <a:pt x="23462" y="20529"/>
                </a:cubicBezTo>
                <a:cubicBezTo>
                  <a:pt x="23462" y="32458"/>
                  <a:pt x="13791" y="42129"/>
                  <a:pt x="1862" y="42129"/>
                </a:cubicBezTo>
                <a:cubicBezTo>
                  <a:pt x="1240" y="42129"/>
                  <a:pt x="619" y="42102"/>
                  <a:pt x="0" y="42048"/>
                </a:cubicBezTo>
                <a:lnTo>
                  <a:pt x="1862" y="20529"/>
                </a:lnTo>
                <a:lnTo>
                  <a:pt x="8579" y="0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4" name="Title 6">
            <a:extLst>
              <a:ext uri="{FF2B5EF4-FFF2-40B4-BE49-F238E27FC236}">
                <a16:creationId xmlns:a16="http://schemas.microsoft.com/office/drawing/2014/main" id="{90F9BA4D-6880-4D39-A903-949E87826A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5 Hình tròn cơ bản</a:t>
            </a:r>
          </a:p>
        </p:txBody>
      </p:sp>
      <p:graphicFrame>
        <p:nvGraphicFramePr>
          <p:cNvPr id="2" name="Object 10">
            <a:extLst>
              <a:ext uri="{FF2B5EF4-FFF2-40B4-BE49-F238E27FC236}">
                <a16:creationId xmlns:a16="http://schemas.microsoft.com/office/drawing/2014/main" id="{F2B19B9E-CCB9-65F1-DE14-A4541EFFE6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726614"/>
              </p:ext>
            </p:extLst>
          </p:nvPr>
        </p:nvGraphicFramePr>
        <p:xfrm>
          <a:off x="4366140" y="4287427"/>
          <a:ext cx="2171989" cy="1122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54280" imgH="1371600" progId="Equation.DSMT4">
                  <p:embed/>
                </p:oleObj>
              </mc:Choice>
              <mc:Fallback>
                <p:oleObj name="Equation" r:id="rId6" imgW="2654280" imgH="1371600" progId="Equation.DSMT4">
                  <p:embed/>
                  <p:pic>
                    <p:nvPicPr>
                      <p:cNvPr id="12310" name="Object 10">
                        <a:extLst>
                          <a:ext uri="{FF2B5EF4-FFF2-40B4-BE49-F238E27FC236}">
                            <a16:creationId xmlns:a16="http://schemas.microsoft.com/office/drawing/2014/main" id="{AAD3D2FF-6762-45EE-A9C2-4C942618B4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6140" y="4287427"/>
                        <a:ext cx="2171989" cy="11227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1AEE8043-B086-85E9-CAF1-B728F114C1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9317325"/>
              </p:ext>
            </p:extLst>
          </p:nvPr>
        </p:nvGraphicFramePr>
        <p:xfrm>
          <a:off x="6907886" y="4305575"/>
          <a:ext cx="2004580" cy="1122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50880" imgH="1371600" progId="Equation.DSMT4">
                  <p:embed/>
                </p:oleObj>
              </mc:Choice>
              <mc:Fallback>
                <p:oleObj name="Equation" r:id="rId8" imgW="2450880" imgH="1371600" progId="Equation.DSMT4">
                  <p:embed/>
                  <p:pic>
                    <p:nvPicPr>
                      <p:cNvPr id="12311" name="Object 10">
                        <a:extLst>
                          <a:ext uri="{FF2B5EF4-FFF2-40B4-BE49-F238E27FC236}">
                            <a16:creationId xmlns:a16="http://schemas.microsoft.com/office/drawing/2014/main" id="{08DD15FD-A3AF-4417-A1ED-ED4C962949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7886" y="4305575"/>
                        <a:ext cx="2004580" cy="11227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40" name="Object 8">
            <a:extLst>
              <a:ext uri="{FF2B5EF4-FFF2-40B4-BE49-F238E27FC236}">
                <a16:creationId xmlns:a16="http://schemas.microsoft.com/office/drawing/2014/main" id="{7A652784-A076-4CC5-BBD1-F8DE6DFB7F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6360179"/>
              </p:ext>
            </p:extLst>
          </p:nvPr>
        </p:nvGraphicFramePr>
        <p:xfrm>
          <a:off x="1096503" y="1052501"/>
          <a:ext cx="1794794" cy="37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71700" imgH="457200" progId="Equation.DSMT4">
                  <p:embed/>
                </p:oleObj>
              </mc:Choice>
              <mc:Fallback>
                <p:oleObj name="Equation" r:id="rId2" imgW="2171700" imgH="457200" progId="Equation.DSMT4">
                  <p:embed/>
                  <p:pic>
                    <p:nvPicPr>
                      <p:cNvPr id="18440" name="Object 8">
                        <a:extLst>
                          <a:ext uri="{FF2B5EF4-FFF2-40B4-BE49-F238E27FC236}">
                            <a16:creationId xmlns:a16="http://schemas.microsoft.com/office/drawing/2014/main" id="{7A652784-A076-4CC5-BBD1-F8DE6DFB7F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6503" y="1052501"/>
                        <a:ext cx="1794794" cy="377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9" name="Object 17">
            <a:extLst>
              <a:ext uri="{FF2B5EF4-FFF2-40B4-BE49-F238E27FC236}">
                <a16:creationId xmlns:a16="http://schemas.microsoft.com/office/drawing/2014/main" id="{95918155-0506-4112-BB37-8D105137B6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064279"/>
              </p:ext>
            </p:extLst>
          </p:nvPr>
        </p:nvGraphicFramePr>
        <p:xfrm>
          <a:off x="6175049" y="1033582"/>
          <a:ext cx="1826281" cy="409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09800" imgH="495300" progId="Equation.DSMT4">
                  <p:embed/>
                </p:oleObj>
              </mc:Choice>
              <mc:Fallback>
                <p:oleObj name="Equation" r:id="rId4" imgW="2209800" imgH="495300" progId="Equation.DSMT4">
                  <p:embed/>
                  <p:pic>
                    <p:nvPicPr>
                      <p:cNvPr id="18449" name="Object 17">
                        <a:extLst>
                          <a:ext uri="{FF2B5EF4-FFF2-40B4-BE49-F238E27FC236}">
                            <a16:creationId xmlns:a16="http://schemas.microsoft.com/office/drawing/2014/main" id="{95918155-0506-4112-BB37-8D105137B6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5049" y="1033582"/>
                        <a:ext cx="1826281" cy="4093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43" name="Group 3">
            <a:extLst>
              <a:ext uri="{FF2B5EF4-FFF2-40B4-BE49-F238E27FC236}">
                <a16:creationId xmlns:a16="http://schemas.microsoft.com/office/drawing/2014/main" id="{3A92632D-AF96-4A66-90DD-8BF089A3256D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754188"/>
            <a:ext cx="3200400" cy="3429000"/>
            <a:chOff x="533400" y="2362200"/>
            <a:chExt cx="3200400" cy="3429000"/>
          </a:xfrm>
        </p:grpSpPr>
        <p:grpSp>
          <p:nvGrpSpPr>
            <p:cNvPr id="14357" name="Group 14">
              <a:extLst>
                <a:ext uri="{FF2B5EF4-FFF2-40B4-BE49-F238E27FC236}">
                  <a16:creationId xmlns:a16="http://schemas.microsoft.com/office/drawing/2014/main" id="{3B78FF7D-22CB-4ED9-85CC-260DF524D5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400" y="2362200"/>
              <a:ext cx="3200400" cy="3429000"/>
              <a:chOff x="672" y="1008"/>
              <a:chExt cx="2016" cy="2160"/>
            </a:xfrm>
          </p:grpSpPr>
          <p:sp>
            <p:nvSpPr>
              <p:cNvPr id="14359" name="Oval 2">
                <a:extLst>
                  <a:ext uri="{FF2B5EF4-FFF2-40B4-BE49-F238E27FC236}">
                    <a16:creationId xmlns:a16="http://schemas.microsoft.com/office/drawing/2014/main" id="{DACF8059-98D8-406A-B491-CB2A60906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2" y="1290"/>
                <a:ext cx="852" cy="85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</a:p>
            </p:txBody>
          </p:sp>
          <p:sp>
            <p:nvSpPr>
              <p:cNvPr id="14360" name="Line 3">
                <a:extLst>
                  <a:ext uri="{FF2B5EF4-FFF2-40B4-BE49-F238E27FC236}">
                    <a16:creationId xmlns:a16="http://schemas.microsoft.com/office/drawing/2014/main" id="{8208F102-CB65-4485-BF0F-A08799D718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136"/>
                <a:ext cx="20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61" name="Line 4">
                <a:extLst>
                  <a:ext uri="{FF2B5EF4-FFF2-40B4-BE49-F238E27FC236}">
                    <a16:creationId xmlns:a16="http://schemas.microsoft.com/office/drawing/2014/main" id="{EF674017-DB17-45EA-8EC2-C6321EA837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1008"/>
                <a:ext cx="0" cy="21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62" name="Text Box 12">
                <a:extLst>
                  <a:ext uri="{FF2B5EF4-FFF2-40B4-BE49-F238E27FC236}">
                    <a16:creationId xmlns:a16="http://schemas.microsoft.com/office/drawing/2014/main" id="{4D39BF89-491B-409C-9ECC-BA383E7DCB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1612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14363" name="Text Box 13">
                <a:extLst>
                  <a:ext uri="{FF2B5EF4-FFF2-40B4-BE49-F238E27FC236}">
                    <a16:creationId xmlns:a16="http://schemas.microsoft.com/office/drawing/2014/main" id="{6BABD89C-4797-485E-AF69-EC6CB73854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1084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2R</a:t>
                </a:r>
              </a:p>
            </p:txBody>
          </p:sp>
        </p:grpSp>
        <p:sp>
          <p:nvSpPr>
            <p:cNvPr id="14358" name="Oval 2">
              <a:extLst>
                <a:ext uri="{FF2B5EF4-FFF2-40B4-BE49-F238E27FC236}">
                  <a16:creationId xmlns:a16="http://schemas.microsoft.com/office/drawing/2014/main" id="{194ECDD3-2565-4CD0-A51A-22389C054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600" y="4170294"/>
              <a:ext cx="1352550" cy="135255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</a:t>
              </a:r>
            </a:p>
          </p:txBody>
        </p:sp>
      </p:grpSp>
      <p:grpSp>
        <p:nvGrpSpPr>
          <p:cNvPr id="14344" name="Group 4">
            <a:extLst>
              <a:ext uri="{FF2B5EF4-FFF2-40B4-BE49-F238E27FC236}">
                <a16:creationId xmlns:a16="http://schemas.microsoft.com/office/drawing/2014/main" id="{8F58F3DD-26F5-4249-A535-8BA78CB97EE0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1717675"/>
            <a:ext cx="3200400" cy="3429000"/>
            <a:chOff x="5410200" y="1143000"/>
            <a:chExt cx="3200400" cy="3429000"/>
          </a:xfrm>
        </p:grpSpPr>
        <p:grpSp>
          <p:nvGrpSpPr>
            <p:cNvPr id="14349" name="Group 20">
              <a:extLst>
                <a:ext uri="{FF2B5EF4-FFF2-40B4-BE49-F238E27FC236}">
                  <a16:creationId xmlns:a16="http://schemas.microsoft.com/office/drawing/2014/main" id="{4E667925-DAE4-4A33-BF21-737137C480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10200" y="1263650"/>
              <a:ext cx="3200400" cy="3039994"/>
              <a:chOff x="533400" y="2482850"/>
              <a:chExt cx="3200400" cy="3039994"/>
            </a:xfrm>
          </p:grpSpPr>
          <p:grpSp>
            <p:nvGrpSpPr>
              <p:cNvPr id="14351" name="Group 14">
                <a:extLst>
                  <a:ext uri="{FF2B5EF4-FFF2-40B4-BE49-F238E27FC236}">
                    <a16:creationId xmlns:a16="http://schemas.microsoft.com/office/drawing/2014/main" id="{1E3A9DDD-3E08-4746-959E-6E4AD5F9DF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400" y="2482850"/>
                <a:ext cx="3200400" cy="1679575"/>
                <a:chOff x="672" y="1084"/>
                <a:chExt cx="2016" cy="1058"/>
              </a:xfrm>
            </p:grpSpPr>
            <p:sp>
              <p:nvSpPr>
                <p:cNvPr id="14353" name="Oval 2">
                  <a:extLst>
                    <a:ext uri="{FF2B5EF4-FFF2-40B4-BE49-F238E27FC236}">
                      <a16:creationId xmlns:a16="http://schemas.microsoft.com/office/drawing/2014/main" id="{627E9B27-AF43-4FE3-B2FD-3EA6AE280C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2" y="1290"/>
                  <a:ext cx="848" cy="852"/>
                </a:xfrm>
                <a:prstGeom prst="ellipse">
                  <a:avLst/>
                </a:prstGeom>
                <a:solidFill>
                  <a:srgbClr val="00FF00"/>
                </a:solidFill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2400" b="1"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</a:t>
                  </a:r>
                </a:p>
              </p:txBody>
            </p:sp>
            <p:sp>
              <p:nvSpPr>
                <p:cNvPr id="14354" name="Line 3">
                  <a:extLst>
                    <a:ext uri="{FF2B5EF4-FFF2-40B4-BE49-F238E27FC236}">
                      <a16:creationId xmlns:a16="http://schemas.microsoft.com/office/drawing/2014/main" id="{9EDD522D-DEFB-4D38-9DDC-064FABAFA9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2136"/>
                  <a:ext cx="201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55" name="Text Box 12">
                  <a:extLst>
                    <a:ext uri="{FF2B5EF4-FFF2-40B4-BE49-F238E27FC236}">
                      <a16:creationId xmlns:a16="http://schemas.microsoft.com/office/drawing/2014/main" id="{8A7E5750-AC30-4912-AF30-74A33FDE83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92" y="1612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en-US" sz="2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</a:t>
                  </a:r>
                </a:p>
              </p:txBody>
            </p:sp>
            <p:sp>
              <p:nvSpPr>
                <p:cNvPr id="14356" name="Text Box 13">
                  <a:extLst>
                    <a:ext uri="{FF2B5EF4-FFF2-40B4-BE49-F238E27FC236}">
                      <a16:creationId xmlns:a16="http://schemas.microsoft.com/office/drawing/2014/main" id="{3AA0EF0C-9861-4FC0-A95D-AADE477E86D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44" y="1084"/>
                  <a:ext cx="43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200">
                      <a:solidFill>
                        <a:srgbClr val="0000CC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en-US" sz="2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2R</a:t>
                  </a:r>
                </a:p>
              </p:txBody>
            </p:sp>
          </p:grpSp>
          <p:sp>
            <p:nvSpPr>
              <p:cNvPr id="14352" name="Oval 2">
                <a:extLst>
                  <a:ext uri="{FF2B5EF4-FFF2-40B4-BE49-F238E27FC236}">
                    <a16:creationId xmlns:a16="http://schemas.microsoft.com/office/drawing/2014/main" id="{28A6558F-3EE4-4251-8F29-402BB859E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1600" y="4170294"/>
                <a:ext cx="1352550" cy="1352550"/>
              </a:xfrm>
              <a:prstGeom prst="ellipse">
                <a:avLst/>
              </a:prstGeom>
              <a:solidFill>
                <a:srgbClr val="00FF00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2400" b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</a:t>
                </a:r>
              </a:p>
            </p:txBody>
          </p:sp>
        </p:grpSp>
        <p:sp>
          <p:nvSpPr>
            <p:cNvPr id="14350" name="Line 4">
              <a:extLst>
                <a:ext uri="{FF2B5EF4-FFF2-40B4-BE49-F238E27FC236}">
                  <a16:creationId xmlns:a16="http://schemas.microsoft.com/office/drawing/2014/main" id="{E7B156C5-6902-4F74-8F26-C7BCC5ABA4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4200" y="1143000"/>
              <a:ext cx="0" cy="3429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Line 10">
            <a:extLst>
              <a:ext uri="{FF2B5EF4-FFF2-40B4-BE49-F238E27FC236}">
                <a16:creationId xmlns:a16="http://schemas.microsoft.com/office/drawing/2014/main" id="{CD95DB74-DC7F-40ED-BB45-E07218D298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53250" y="2454275"/>
            <a:ext cx="514350" cy="1062038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Arc 11">
            <a:extLst>
              <a:ext uri="{FF2B5EF4-FFF2-40B4-BE49-F238E27FC236}">
                <a16:creationId xmlns:a16="http://schemas.microsoft.com/office/drawing/2014/main" id="{92DED302-3E92-4BB7-8AA3-53561F9423F7}"/>
              </a:ext>
            </a:extLst>
          </p:cNvPr>
          <p:cNvSpPr>
            <a:spLocks/>
          </p:cNvSpPr>
          <p:nvPr/>
        </p:nvSpPr>
        <p:spPr bwMode="auto">
          <a:xfrm>
            <a:off x="6543677" y="3222625"/>
            <a:ext cx="798513" cy="298450"/>
          </a:xfrm>
          <a:custGeom>
            <a:avLst/>
            <a:gdLst>
              <a:gd name="T0" fmla="*/ 0 w 43091"/>
              <a:gd name="T1" fmla="*/ 2147483646 h 21600"/>
              <a:gd name="T2" fmla="*/ 2147483646 w 43091"/>
              <a:gd name="T3" fmla="*/ 2147483646 h 21600"/>
              <a:gd name="T4" fmla="*/ 2147483646 w 43091"/>
              <a:gd name="T5" fmla="*/ 2147483646 h 21600"/>
              <a:gd name="T6" fmla="*/ 0 60000 65536"/>
              <a:gd name="T7" fmla="*/ 0 60000 65536"/>
              <a:gd name="T8" fmla="*/ 0 60000 65536"/>
              <a:gd name="T9" fmla="*/ 0 w 43091"/>
              <a:gd name="T10" fmla="*/ 0 h 21600"/>
              <a:gd name="T11" fmla="*/ 43091 w 4309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091" h="21600" fill="none" extrusionOk="0">
                <a:moveTo>
                  <a:pt x="-1" y="19696"/>
                </a:moveTo>
                <a:cubicBezTo>
                  <a:pt x="986" y="8548"/>
                  <a:pt x="10324" y="-1"/>
                  <a:pt x="21516" y="0"/>
                </a:cubicBezTo>
                <a:cubicBezTo>
                  <a:pt x="33045" y="0"/>
                  <a:pt x="42542" y="9054"/>
                  <a:pt x="43091" y="20570"/>
                </a:cubicBezTo>
              </a:path>
              <a:path w="43091" h="21600" stroke="0" extrusionOk="0">
                <a:moveTo>
                  <a:pt x="-1" y="19696"/>
                </a:moveTo>
                <a:cubicBezTo>
                  <a:pt x="986" y="8548"/>
                  <a:pt x="10324" y="-1"/>
                  <a:pt x="21516" y="0"/>
                </a:cubicBezTo>
                <a:cubicBezTo>
                  <a:pt x="33045" y="0"/>
                  <a:pt x="42542" y="9054"/>
                  <a:pt x="43091" y="20570"/>
                </a:cubicBezTo>
                <a:lnTo>
                  <a:pt x="21516" y="21600"/>
                </a:lnTo>
                <a:lnTo>
                  <a:pt x="-1" y="19696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7" name="Title 5">
            <a:extLst>
              <a:ext uri="{FF2B5EF4-FFF2-40B4-BE49-F238E27FC236}">
                <a16:creationId xmlns:a16="http://schemas.microsoft.com/office/drawing/2014/main" id="{A73C3271-7F6F-4227-A32C-EF5B809AEE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5 Hình tròn cơ bản</a:t>
            </a:r>
          </a:p>
        </p:txBody>
      </p:sp>
      <p:graphicFrame>
        <p:nvGraphicFramePr>
          <p:cNvPr id="2" name="Object 10">
            <a:extLst>
              <a:ext uri="{FF2B5EF4-FFF2-40B4-BE49-F238E27FC236}">
                <a16:creationId xmlns:a16="http://schemas.microsoft.com/office/drawing/2014/main" id="{BB26A372-F2C9-BFAB-A745-37DE1466AA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3660124"/>
              </p:ext>
            </p:extLst>
          </p:nvPr>
        </p:nvGraphicFramePr>
        <p:xfrm>
          <a:off x="4253241" y="2583276"/>
          <a:ext cx="1785610" cy="717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00120" imgH="965160" progId="Equation.DSMT4">
                  <p:embed/>
                </p:oleObj>
              </mc:Choice>
              <mc:Fallback>
                <p:oleObj name="Equation" r:id="rId6" imgW="2400120" imgH="965160" progId="Equation.DSMT4">
                  <p:embed/>
                  <p:pic>
                    <p:nvPicPr>
                      <p:cNvPr id="12312" name="Object 10">
                        <a:extLst>
                          <a:ext uri="{FF2B5EF4-FFF2-40B4-BE49-F238E27FC236}">
                            <a16:creationId xmlns:a16="http://schemas.microsoft.com/office/drawing/2014/main" id="{0FF07F10-2311-493C-8367-938F5659AA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3241" y="2583276"/>
                        <a:ext cx="1785610" cy="7176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0AFE8978-B100-EDC9-D5F9-CE4A9AAEEE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342525"/>
              </p:ext>
            </p:extLst>
          </p:nvPr>
        </p:nvGraphicFramePr>
        <p:xfrm>
          <a:off x="4616713" y="5007557"/>
          <a:ext cx="1936487" cy="717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03160" imgH="965160" progId="Equation.DSMT4">
                  <p:embed/>
                </p:oleObj>
              </mc:Choice>
              <mc:Fallback>
                <p:oleObj name="Equation" r:id="rId8" imgW="2603160" imgH="965160" progId="Equation.DSMT4">
                  <p:embed/>
                  <p:pic>
                    <p:nvPicPr>
                      <p:cNvPr id="12313" name="Object 10">
                        <a:extLst>
                          <a:ext uri="{FF2B5EF4-FFF2-40B4-BE49-F238E27FC236}">
                            <a16:creationId xmlns:a16="http://schemas.microsoft.com/office/drawing/2014/main" id="{DA7DD572-3F52-41D4-B3F1-7CB09D9688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6713" y="5007557"/>
                        <a:ext cx="1936487" cy="7176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BEB012A6-B02B-42CD-AA35-6BB6601581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Các hình tròn cơ bản</a:t>
            </a:r>
          </a:p>
        </p:txBody>
      </p:sp>
      <p:sp>
        <p:nvSpPr>
          <p:cNvPr id="12291" name="Oval 9">
            <a:extLst>
              <a:ext uri="{FF2B5EF4-FFF2-40B4-BE49-F238E27FC236}">
                <a16:creationId xmlns:a16="http://schemas.microsoft.com/office/drawing/2014/main" id="{6E344769-4FF8-42CA-B205-2B70F7EB8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585" y="2103438"/>
            <a:ext cx="1528329" cy="1524000"/>
          </a:xfrm>
          <a:prstGeom prst="ellipse">
            <a:avLst/>
          </a:prstGeom>
          <a:solidFill>
            <a:srgbClr val="00FF00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12292" name="Line 11">
            <a:extLst>
              <a:ext uri="{FF2B5EF4-FFF2-40B4-BE49-F238E27FC236}">
                <a16:creationId xmlns:a16="http://schemas.microsoft.com/office/drawing/2014/main" id="{BE35A40B-AF22-40D1-974D-AB470278E7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9763" y="1600200"/>
            <a:ext cx="0" cy="2590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3" name="Oval 9">
            <a:extLst>
              <a:ext uri="{FF2B5EF4-FFF2-40B4-BE49-F238E27FC236}">
                <a16:creationId xmlns:a16="http://schemas.microsoft.com/office/drawing/2014/main" id="{AE1E4F0B-C7A1-4BFA-AEFB-8EA3F9124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185" y="2119313"/>
            <a:ext cx="1528329" cy="1524000"/>
          </a:xfrm>
          <a:prstGeom prst="ellipse">
            <a:avLst/>
          </a:prstGeom>
          <a:solidFill>
            <a:srgbClr val="00FF00">
              <a:alpha val="65000"/>
            </a:srgbClr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12294" name="Line 10">
            <a:extLst>
              <a:ext uri="{FF2B5EF4-FFF2-40B4-BE49-F238E27FC236}">
                <a16:creationId xmlns:a16="http://schemas.microsoft.com/office/drawing/2014/main" id="{AF1E3FCC-54DE-4036-84F2-C0E8BBB1E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5079" y="2895600"/>
            <a:ext cx="36525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2295" name="Group 31">
            <a:extLst>
              <a:ext uri="{FF2B5EF4-FFF2-40B4-BE49-F238E27FC236}">
                <a16:creationId xmlns:a16="http://schemas.microsoft.com/office/drawing/2014/main" id="{B665923D-C105-428C-A881-7F820A8C5E3C}"/>
              </a:ext>
            </a:extLst>
          </p:cNvPr>
          <p:cNvGrpSpPr>
            <a:grpSpLocks/>
          </p:cNvGrpSpPr>
          <p:nvPr/>
        </p:nvGrpSpPr>
        <p:grpSpPr bwMode="auto">
          <a:xfrm>
            <a:off x="94442" y="1547814"/>
            <a:ext cx="2531918" cy="2674937"/>
            <a:chOff x="2928" y="1200"/>
            <a:chExt cx="2064" cy="2112"/>
          </a:xfrm>
        </p:grpSpPr>
        <p:grpSp>
          <p:nvGrpSpPr>
            <p:cNvPr id="12314" name="Group 19">
              <a:extLst>
                <a:ext uri="{FF2B5EF4-FFF2-40B4-BE49-F238E27FC236}">
                  <a16:creationId xmlns:a16="http://schemas.microsoft.com/office/drawing/2014/main" id="{2C3F22D0-A27E-418F-8C16-05CF70EFCB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9" y="1200"/>
              <a:ext cx="1705" cy="2112"/>
              <a:chOff x="2857" y="1104"/>
              <a:chExt cx="1150" cy="1488"/>
            </a:xfrm>
          </p:grpSpPr>
          <p:sp>
            <p:nvSpPr>
              <p:cNvPr id="12319" name="Oval 11">
                <a:extLst>
                  <a:ext uri="{FF2B5EF4-FFF2-40B4-BE49-F238E27FC236}">
                    <a16:creationId xmlns:a16="http://schemas.microsoft.com/office/drawing/2014/main" id="{7E5CD3A4-8E9F-4B16-89FE-DBA2FFB5C6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392"/>
                <a:ext cx="960" cy="912"/>
              </a:xfrm>
              <a:prstGeom prst="ellipse">
                <a:avLst/>
              </a:prstGeom>
              <a:solidFill>
                <a:srgbClr val="00FF00">
                  <a:alpha val="63922"/>
                </a:srgbClr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en-US" sz="2400" b="1" dirty="0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2320" name="Line 12">
                <a:extLst>
                  <a:ext uri="{FF2B5EF4-FFF2-40B4-BE49-F238E27FC236}">
                    <a16:creationId xmlns:a16="http://schemas.microsoft.com/office/drawing/2014/main" id="{A5A93791-65F7-47DE-9283-C9B4F4AF4D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7" y="1848"/>
                <a:ext cx="11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1" name="Line 13">
                <a:extLst>
                  <a:ext uri="{FF2B5EF4-FFF2-40B4-BE49-F238E27FC236}">
                    <a16:creationId xmlns:a16="http://schemas.microsoft.com/office/drawing/2014/main" id="{E6415358-FA84-4B3B-A8BD-7590484863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6" y="1104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315" name="Group 30">
              <a:extLst>
                <a:ext uri="{FF2B5EF4-FFF2-40B4-BE49-F238E27FC236}">
                  <a16:creationId xmlns:a16="http://schemas.microsoft.com/office/drawing/2014/main" id="{03624AE9-4822-4343-A331-010E8D7B9D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1344"/>
              <a:ext cx="2064" cy="1421"/>
              <a:chOff x="2928" y="1296"/>
              <a:chExt cx="2064" cy="1421"/>
            </a:xfrm>
          </p:grpSpPr>
          <p:sp>
            <p:nvSpPr>
              <p:cNvPr id="12316" name="Text Box 21">
                <a:extLst>
                  <a:ext uri="{FF2B5EF4-FFF2-40B4-BE49-F238E27FC236}">
                    <a16:creationId xmlns:a16="http://schemas.microsoft.com/office/drawing/2014/main" id="{08CF6719-7A3E-485E-8846-D747251566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8" y="2304"/>
                <a:ext cx="432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1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-R</a:t>
                </a:r>
              </a:p>
            </p:txBody>
          </p:sp>
          <p:sp>
            <p:nvSpPr>
              <p:cNvPr id="12317" name="Text Box 23">
                <a:extLst>
                  <a:ext uri="{FF2B5EF4-FFF2-40B4-BE49-F238E27FC236}">
                    <a16:creationId xmlns:a16="http://schemas.microsoft.com/office/drawing/2014/main" id="{327037A8-9D6C-483F-BAEC-B16C7BA304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2352"/>
                <a:ext cx="288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1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12318" name="Text Box 25">
                <a:extLst>
                  <a:ext uri="{FF2B5EF4-FFF2-40B4-BE49-F238E27FC236}">
                    <a16:creationId xmlns:a16="http://schemas.microsoft.com/office/drawing/2014/main" id="{577C8F15-DAA9-4C80-AB72-EE008B455F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1296"/>
                <a:ext cx="288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1">
                    <a:solidFill>
                      <a:srgbClr val="00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</a:p>
            </p:txBody>
          </p:sp>
        </p:grpSp>
      </p:grpSp>
      <p:sp>
        <p:nvSpPr>
          <p:cNvPr id="12296" name="Oval 5">
            <a:extLst>
              <a:ext uri="{FF2B5EF4-FFF2-40B4-BE49-F238E27FC236}">
                <a16:creationId xmlns:a16="http://schemas.microsoft.com/office/drawing/2014/main" id="{BC737E77-BADF-48C4-8C2B-07EC425D4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4234" y="1737360"/>
            <a:ext cx="1512887" cy="1447800"/>
          </a:xfrm>
          <a:prstGeom prst="ellipse">
            <a:avLst/>
          </a:prstGeom>
          <a:solidFill>
            <a:srgbClr val="00FF00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12297" name="Line 6">
            <a:extLst>
              <a:ext uri="{FF2B5EF4-FFF2-40B4-BE49-F238E27FC236}">
                <a16:creationId xmlns:a16="http://schemas.microsoft.com/office/drawing/2014/main" id="{19A4E8B1-5640-44DB-AC11-B323971DE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6141" y="3185160"/>
            <a:ext cx="246175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8" name="Oval 5">
            <a:extLst>
              <a:ext uri="{FF2B5EF4-FFF2-40B4-BE49-F238E27FC236}">
                <a16:creationId xmlns:a16="http://schemas.microsoft.com/office/drawing/2014/main" id="{A4A1800E-6B98-44AC-B1C6-FCD882086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3284" y="3185160"/>
            <a:ext cx="1512887" cy="1447800"/>
          </a:xfrm>
          <a:prstGeom prst="ellipse">
            <a:avLst/>
          </a:prstGeom>
          <a:solidFill>
            <a:srgbClr val="00FF00"/>
          </a:solidFill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83BF824-84D8-4B07-8419-316D58A19B7B}"/>
              </a:ext>
            </a:extLst>
          </p:cNvPr>
          <p:cNvCxnSpPr>
            <a:cxnSpLocks/>
          </p:cNvCxnSpPr>
          <p:nvPr/>
        </p:nvCxnSpPr>
        <p:spPr>
          <a:xfrm flipV="1">
            <a:off x="7959408" y="1402017"/>
            <a:ext cx="0" cy="33376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00" name="Text Box 23">
            <a:extLst>
              <a:ext uri="{FF2B5EF4-FFF2-40B4-BE49-F238E27FC236}">
                <a16:creationId xmlns:a16="http://schemas.microsoft.com/office/drawing/2014/main" id="{822F5982-586D-460F-810B-B91C4F9D9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2388" y="2895601"/>
            <a:ext cx="354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12301" name="Text Box 23">
            <a:extLst>
              <a:ext uri="{FF2B5EF4-FFF2-40B4-BE49-F238E27FC236}">
                <a16:creationId xmlns:a16="http://schemas.microsoft.com/office/drawing/2014/main" id="{D37D257F-B89E-482E-A4D5-185B1A64E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6965" y="2201289"/>
            <a:ext cx="354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C09B7E9-9CB8-6FDA-3E34-26BAD61D37C5}"/>
              </a:ext>
            </a:extLst>
          </p:cNvPr>
          <p:cNvGrpSpPr/>
          <p:nvPr/>
        </p:nvGrpSpPr>
        <p:grpSpPr>
          <a:xfrm>
            <a:off x="2578100" y="856933"/>
            <a:ext cx="3670300" cy="698500"/>
            <a:chOff x="2578100" y="856933"/>
            <a:chExt cx="3670300" cy="698500"/>
          </a:xfrm>
        </p:grpSpPr>
        <p:graphicFrame>
          <p:nvGraphicFramePr>
            <p:cNvPr id="12302" name="Object 10">
              <a:extLst>
                <a:ext uri="{FF2B5EF4-FFF2-40B4-BE49-F238E27FC236}">
                  <a16:creationId xmlns:a16="http://schemas.microsoft.com/office/drawing/2014/main" id="{C1A65F41-A3A2-4382-A35F-B27B645FE3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3589592"/>
                </p:ext>
              </p:extLst>
            </p:nvPr>
          </p:nvGraphicFramePr>
          <p:xfrm>
            <a:off x="2880015" y="1000877"/>
            <a:ext cx="2990273" cy="3579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289300" imgH="393700" progId="Equation.DSMT4">
                    <p:embed/>
                  </p:oleObj>
                </mc:Choice>
                <mc:Fallback>
                  <p:oleObj name="Equation" r:id="rId2" imgW="3289300" imgH="393700" progId="Equation.DSMT4">
                    <p:embed/>
                    <p:pic>
                      <p:nvPicPr>
                        <p:cNvPr id="12302" name="Object 10">
                          <a:extLst>
                            <a:ext uri="{FF2B5EF4-FFF2-40B4-BE49-F238E27FC236}">
                              <a16:creationId xmlns:a16="http://schemas.microsoft.com/office/drawing/2014/main" id="{C1A65F41-A3A2-4382-A35F-B27B645FE33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015" y="1000877"/>
                          <a:ext cx="2990273" cy="3579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62A21895-F5F9-4716-AFFC-58C0CB374908}"/>
                </a:ext>
              </a:extLst>
            </p:cNvPr>
            <p:cNvSpPr/>
            <p:nvPr/>
          </p:nvSpPr>
          <p:spPr>
            <a:xfrm>
              <a:off x="2578100" y="856933"/>
              <a:ext cx="3670300" cy="698500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2C7F89F-06EA-4C02-8102-1EDB008F34B7}"/>
              </a:ext>
            </a:extLst>
          </p:cNvPr>
          <p:cNvCxnSpPr>
            <a:cxnSpLocks/>
            <a:endCxn id="12319" idx="7"/>
          </p:cNvCxnSpPr>
          <p:nvPr/>
        </p:nvCxnSpPr>
        <p:spPr>
          <a:xfrm flipV="1">
            <a:off x="1345248" y="2305640"/>
            <a:ext cx="617282" cy="589961"/>
          </a:xfrm>
          <a:prstGeom prst="line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588D628-7B8F-4519-B542-D8666CF98CAF}"/>
              </a:ext>
            </a:extLst>
          </p:cNvPr>
          <p:cNvCxnSpPr>
            <a:cxnSpLocks/>
          </p:cNvCxnSpPr>
          <p:nvPr/>
        </p:nvCxnSpPr>
        <p:spPr>
          <a:xfrm flipV="1">
            <a:off x="4471877" y="2352486"/>
            <a:ext cx="1325880" cy="517253"/>
          </a:xfrm>
          <a:prstGeom prst="line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7076121-24D7-468B-91B0-F367530DEF74}"/>
              </a:ext>
            </a:extLst>
          </p:cNvPr>
          <p:cNvCxnSpPr>
            <a:cxnSpLocks/>
            <a:endCxn id="12296" idx="6"/>
          </p:cNvCxnSpPr>
          <p:nvPr/>
        </p:nvCxnSpPr>
        <p:spPr>
          <a:xfrm flipV="1">
            <a:off x="7954646" y="2461260"/>
            <a:ext cx="752475" cy="723900"/>
          </a:xfrm>
          <a:prstGeom prst="line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36F01CF-9490-4807-863B-FC5E8D39DD2E}"/>
              </a:ext>
            </a:extLst>
          </p:cNvPr>
          <p:cNvCxnSpPr>
            <a:cxnSpLocks/>
          </p:cNvCxnSpPr>
          <p:nvPr/>
        </p:nvCxnSpPr>
        <p:spPr>
          <a:xfrm flipH="1" flipV="1">
            <a:off x="3537109" y="2135072"/>
            <a:ext cx="896112" cy="749808"/>
          </a:xfrm>
          <a:prstGeom prst="line">
            <a:avLst/>
          </a:prstGeom>
          <a:ln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7EE852F-4A91-4624-B2C8-CB655C33B3C0}"/>
              </a:ext>
            </a:extLst>
          </p:cNvPr>
          <p:cNvCxnSpPr>
            <a:cxnSpLocks/>
            <a:endCxn id="12298" idx="5"/>
          </p:cNvCxnSpPr>
          <p:nvPr/>
        </p:nvCxnSpPr>
        <p:spPr>
          <a:xfrm>
            <a:off x="7941945" y="3147061"/>
            <a:ext cx="562668" cy="1273875"/>
          </a:xfrm>
          <a:prstGeom prst="line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309" name="Object 10">
            <a:extLst>
              <a:ext uri="{FF2B5EF4-FFF2-40B4-BE49-F238E27FC236}">
                <a16:creationId xmlns:a16="http://schemas.microsoft.com/office/drawing/2014/main" id="{6068AC07-BE07-483A-A9F9-BAF992DE1C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508441"/>
              </p:ext>
            </p:extLst>
          </p:nvPr>
        </p:nvGraphicFramePr>
        <p:xfrm>
          <a:off x="336739" y="4254801"/>
          <a:ext cx="1416942" cy="1151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760" imgH="1549080" progId="Equation.DSMT4">
                  <p:embed/>
                </p:oleObj>
              </mc:Choice>
              <mc:Fallback>
                <p:oleObj name="Equation" r:id="rId4" imgW="1904760" imgH="1549080" progId="Equation.DSMT4">
                  <p:embed/>
                  <p:pic>
                    <p:nvPicPr>
                      <p:cNvPr id="12309" name="Object 10">
                        <a:extLst>
                          <a:ext uri="{FF2B5EF4-FFF2-40B4-BE49-F238E27FC236}">
                            <a16:creationId xmlns:a16="http://schemas.microsoft.com/office/drawing/2014/main" id="{6068AC07-BE07-483A-A9F9-BAF992DE1C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739" y="4254801"/>
                        <a:ext cx="1416942" cy="1151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0" name="Object 10">
            <a:extLst>
              <a:ext uri="{FF2B5EF4-FFF2-40B4-BE49-F238E27FC236}">
                <a16:creationId xmlns:a16="http://schemas.microsoft.com/office/drawing/2014/main" id="{AAD3D2FF-6762-45EE-A9C2-4C942618B4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1260422"/>
              </p:ext>
            </p:extLst>
          </p:nvPr>
        </p:nvGraphicFramePr>
        <p:xfrm>
          <a:off x="2513648" y="4350565"/>
          <a:ext cx="1974535" cy="1020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54280" imgH="1371600" progId="Equation.DSMT4">
                  <p:embed/>
                </p:oleObj>
              </mc:Choice>
              <mc:Fallback>
                <p:oleObj name="Equation" r:id="rId6" imgW="2654280" imgH="1371600" progId="Equation.DSMT4">
                  <p:embed/>
                  <p:pic>
                    <p:nvPicPr>
                      <p:cNvPr id="12310" name="Object 10">
                        <a:extLst>
                          <a:ext uri="{FF2B5EF4-FFF2-40B4-BE49-F238E27FC236}">
                            <a16:creationId xmlns:a16="http://schemas.microsoft.com/office/drawing/2014/main" id="{AAD3D2FF-6762-45EE-A9C2-4C942618B4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3648" y="4350565"/>
                        <a:ext cx="1974535" cy="1020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1" name="Object 10">
            <a:extLst>
              <a:ext uri="{FF2B5EF4-FFF2-40B4-BE49-F238E27FC236}">
                <a16:creationId xmlns:a16="http://schemas.microsoft.com/office/drawing/2014/main" id="{08DD15FD-A3AF-4417-A1ED-ED4C962949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099436"/>
              </p:ext>
            </p:extLst>
          </p:nvPr>
        </p:nvGraphicFramePr>
        <p:xfrm>
          <a:off x="4864948" y="4374377"/>
          <a:ext cx="1822345" cy="1020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50880" imgH="1371600" progId="Equation.DSMT4">
                  <p:embed/>
                </p:oleObj>
              </mc:Choice>
              <mc:Fallback>
                <p:oleObj name="Equation" r:id="rId8" imgW="2450880" imgH="1371600" progId="Equation.DSMT4">
                  <p:embed/>
                  <p:pic>
                    <p:nvPicPr>
                      <p:cNvPr id="12311" name="Object 10">
                        <a:extLst>
                          <a:ext uri="{FF2B5EF4-FFF2-40B4-BE49-F238E27FC236}">
                            <a16:creationId xmlns:a16="http://schemas.microsoft.com/office/drawing/2014/main" id="{08DD15FD-A3AF-4417-A1ED-ED4C962949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4948" y="4374377"/>
                        <a:ext cx="1822345" cy="1020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2" name="Object 10">
            <a:extLst>
              <a:ext uri="{FF2B5EF4-FFF2-40B4-BE49-F238E27FC236}">
                <a16:creationId xmlns:a16="http://schemas.microsoft.com/office/drawing/2014/main" id="{0FF07F10-2311-493C-8367-938F5659AA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517637"/>
              </p:ext>
            </p:extLst>
          </p:nvPr>
        </p:nvGraphicFramePr>
        <p:xfrm>
          <a:off x="6662166" y="961726"/>
          <a:ext cx="1785610" cy="717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00120" imgH="965160" progId="Equation.DSMT4">
                  <p:embed/>
                </p:oleObj>
              </mc:Choice>
              <mc:Fallback>
                <p:oleObj name="Equation" r:id="rId10" imgW="2400120" imgH="965160" progId="Equation.DSMT4">
                  <p:embed/>
                  <p:pic>
                    <p:nvPicPr>
                      <p:cNvPr id="12312" name="Object 10">
                        <a:extLst>
                          <a:ext uri="{FF2B5EF4-FFF2-40B4-BE49-F238E27FC236}">
                            <a16:creationId xmlns:a16="http://schemas.microsoft.com/office/drawing/2014/main" id="{0FF07F10-2311-493C-8367-938F5659AA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2166" y="961726"/>
                        <a:ext cx="1785610" cy="7176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3" name="Object 10">
            <a:extLst>
              <a:ext uri="{FF2B5EF4-FFF2-40B4-BE49-F238E27FC236}">
                <a16:creationId xmlns:a16="http://schemas.microsoft.com/office/drawing/2014/main" id="{DA7DD572-3F52-41D4-B3F1-7CB09D9688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1204811"/>
              </p:ext>
            </p:extLst>
          </p:nvPr>
        </p:nvGraphicFramePr>
        <p:xfrm>
          <a:off x="7207513" y="4816857"/>
          <a:ext cx="1936487" cy="717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03160" imgH="965160" progId="Equation.DSMT4">
                  <p:embed/>
                </p:oleObj>
              </mc:Choice>
              <mc:Fallback>
                <p:oleObj name="Equation" r:id="rId12" imgW="2603160" imgH="965160" progId="Equation.DSMT4">
                  <p:embed/>
                  <p:pic>
                    <p:nvPicPr>
                      <p:cNvPr id="12313" name="Object 10">
                        <a:extLst>
                          <a:ext uri="{FF2B5EF4-FFF2-40B4-BE49-F238E27FC236}">
                            <a16:creationId xmlns:a16="http://schemas.microsoft.com/office/drawing/2014/main" id="{DA7DD572-3F52-41D4-B3F1-7CB09D9688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513" y="4816857"/>
                        <a:ext cx="1936487" cy="7176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F259D7E5-7042-4A80-8947-B76D677874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TỌA ĐỘ CỰC</a:t>
            </a:r>
          </a:p>
        </p:txBody>
      </p:sp>
      <p:pic>
        <p:nvPicPr>
          <p:cNvPr id="11267" name="Picture 7">
            <a:extLst>
              <a:ext uri="{FF2B5EF4-FFF2-40B4-BE49-F238E27FC236}">
                <a16:creationId xmlns:a16="http://schemas.microsoft.com/office/drawing/2014/main" id="{DCAC7C50-7EC9-442A-BEFB-DA68889BE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796" y="1758072"/>
            <a:ext cx="3158519" cy="3263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8">
            <a:extLst>
              <a:ext uri="{FF2B5EF4-FFF2-40B4-BE49-F238E27FC236}">
                <a16:creationId xmlns:a16="http://schemas.microsoft.com/office/drawing/2014/main" id="{6E0703AA-49DB-4D07-B642-F98F401C1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7350" y="1527146"/>
            <a:ext cx="3436095" cy="312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269" name="Object 42">
            <a:extLst>
              <a:ext uri="{FF2B5EF4-FFF2-40B4-BE49-F238E27FC236}">
                <a16:creationId xmlns:a16="http://schemas.microsoft.com/office/drawing/2014/main" id="{8DED2718-6543-4D20-AB08-1C23AE3FD5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2449046"/>
              </p:ext>
            </p:extLst>
          </p:nvPr>
        </p:nvGraphicFramePr>
        <p:xfrm>
          <a:off x="7801631" y="2146850"/>
          <a:ext cx="713719" cy="440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1726" imgH="609336" progId="Equation.DSMT4">
                  <p:embed/>
                </p:oleObj>
              </mc:Choice>
              <mc:Fallback>
                <p:oleObj name="Equation" r:id="rId4" imgW="1091726" imgH="609336" progId="Equation.DSMT4">
                  <p:embed/>
                  <p:pic>
                    <p:nvPicPr>
                      <p:cNvPr id="11269" name="Object 42">
                        <a:extLst>
                          <a:ext uri="{FF2B5EF4-FFF2-40B4-BE49-F238E27FC236}">
                            <a16:creationId xmlns:a16="http://schemas.microsoft.com/office/drawing/2014/main" id="{8DED2718-6543-4D20-AB08-1C23AE3FD5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1631" y="2146850"/>
                        <a:ext cx="713719" cy="440826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40">
            <a:extLst>
              <a:ext uri="{FF2B5EF4-FFF2-40B4-BE49-F238E27FC236}">
                <a16:creationId xmlns:a16="http://schemas.microsoft.com/office/drawing/2014/main" id="{7D7AA637-B52B-4C6C-8787-F482CDBF91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7635698"/>
              </p:ext>
            </p:extLst>
          </p:nvPr>
        </p:nvGraphicFramePr>
        <p:xfrm>
          <a:off x="6426829" y="1515474"/>
          <a:ext cx="616632" cy="398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2030" imgH="482391" progId="Equation.DSMT4">
                  <p:embed/>
                </p:oleObj>
              </mc:Choice>
              <mc:Fallback>
                <p:oleObj name="Equation" r:id="rId6" imgW="622030" imgH="482391" progId="Equation.DSMT4">
                  <p:embed/>
                  <p:pic>
                    <p:nvPicPr>
                      <p:cNvPr id="11270" name="Object 40">
                        <a:extLst>
                          <a:ext uri="{FF2B5EF4-FFF2-40B4-BE49-F238E27FC236}">
                            <a16:creationId xmlns:a16="http://schemas.microsoft.com/office/drawing/2014/main" id="{7D7AA637-B52B-4C6C-8787-F482CDBF91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6829" y="1515474"/>
                        <a:ext cx="616632" cy="39884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41">
            <a:extLst>
              <a:ext uri="{FF2B5EF4-FFF2-40B4-BE49-F238E27FC236}">
                <a16:creationId xmlns:a16="http://schemas.microsoft.com/office/drawing/2014/main" id="{D3FC7AEC-4934-4570-9EBA-BA8B55E457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5863302"/>
              </p:ext>
            </p:extLst>
          </p:nvPr>
        </p:nvGraphicFramePr>
        <p:xfrm>
          <a:off x="7267139" y="1714895"/>
          <a:ext cx="331932" cy="398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8140" imgH="482391" progId="Equation.DSMT4">
                  <p:embed/>
                </p:oleObj>
              </mc:Choice>
              <mc:Fallback>
                <p:oleObj name="Equation" r:id="rId8" imgW="368140" imgH="482391" progId="Equation.DSMT4">
                  <p:embed/>
                  <p:pic>
                    <p:nvPicPr>
                      <p:cNvPr id="11271" name="Object 41">
                        <a:extLst>
                          <a:ext uri="{FF2B5EF4-FFF2-40B4-BE49-F238E27FC236}">
                            <a16:creationId xmlns:a16="http://schemas.microsoft.com/office/drawing/2014/main" id="{D3FC7AEC-4934-4570-9EBA-BA8B55E457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7139" y="1714895"/>
                        <a:ext cx="331932" cy="39884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40">
            <a:extLst>
              <a:ext uri="{FF2B5EF4-FFF2-40B4-BE49-F238E27FC236}">
                <a16:creationId xmlns:a16="http://schemas.microsoft.com/office/drawing/2014/main" id="{390F2FA1-DC42-4319-8CE7-B2312C92C4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62438"/>
              </p:ext>
            </p:extLst>
          </p:nvPr>
        </p:nvGraphicFramePr>
        <p:xfrm>
          <a:off x="7364799" y="3687124"/>
          <a:ext cx="213854" cy="356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806" imgH="431613" progId="Equation.DSMT4">
                  <p:embed/>
                </p:oleObj>
              </mc:Choice>
              <mc:Fallback>
                <p:oleObj name="Equation" r:id="rId10" imgW="215806" imgH="431613" progId="Equation.DSMT4">
                  <p:embed/>
                  <p:pic>
                    <p:nvPicPr>
                      <p:cNvPr id="11273" name="Object 40">
                        <a:extLst>
                          <a:ext uri="{FF2B5EF4-FFF2-40B4-BE49-F238E27FC236}">
                            <a16:creationId xmlns:a16="http://schemas.microsoft.com/office/drawing/2014/main" id="{390F2FA1-DC42-4319-8CE7-B2312C92C4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4799" y="3687124"/>
                        <a:ext cx="213854" cy="356859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41">
            <a:extLst>
              <a:ext uri="{FF2B5EF4-FFF2-40B4-BE49-F238E27FC236}">
                <a16:creationId xmlns:a16="http://schemas.microsoft.com/office/drawing/2014/main" id="{A0488CCA-DBEB-477B-9816-6D2733E316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5669635"/>
              </p:ext>
            </p:extLst>
          </p:nvPr>
        </p:nvGraphicFramePr>
        <p:xfrm>
          <a:off x="7698699" y="3541083"/>
          <a:ext cx="423771" cy="356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69696" imgH="431613" progId="Equation.DSMT4">
                  <p:embed/>
                </p:oleObj>
              </mc:Choice>
              <mc:Fallback>
                <p:oleObj name="Equation" r:id="rId12" imgW="469696" imgH="431613" progId="Equation.DSMT4">
                  <p:embed/>
                  <p:pic>
                    <p:nvPicPr>
                      <p:cNvPr id="11274" name="Object 41">
                        <a:extLst>
                          <a:ext uri="{FF2B5EF4-FFF2-40B4-BE49-F238E27FC236}">
                            <a16:creationId xmlns:a16="http://schemas.microsoft.com/office/drawing/2014/main" id="{A0488CCA-DBEB-477B-9816-6D2733E316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8699" y="3541083"/>
                        <a:ext cx="423771" cy="356859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6" name="Object 10">
            <a:extLst>
              <a:ext uri="{FF2B5EF4-FFF2-40B4-BE49-F238E27FC236}">
                <a16:creationId xmlns:a16="http://schemas.microsoft.com/office/drawing/2014/main" id="{8826DF55-FC90-401B-B989-5CFAA0C67C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7524022"/>
              </p:ext>
            </p:extLst>
          </p:nvPr>
        </p:nvGraphicFramePr>
        <p:xfrm>
          <a:off x="1738313" y="5692775"/>
          <a:ext cx="5273675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803560" imgH="711000" progId="Equation.DSMT4">
                  <p:embed/>
                </p:oleObj>
              </mc:Choice>
              <mc:Fallback>
                <p:oleObj name="Equation" r:id="rId14" imgW="5803560" imgH="711000" progId="Equation.DSMT4">
                  <p:embed/>
                  <p:pic>
                    <p:nvPicPr>
                      <p:cNvPr id="11276" name="Object 10">
                        <a:extLst>
                          <a:ext uri="{FF2B5EF4-FFF2-40B4-BE49-F238E27FC236}">
                            <a16:creationId xmlns:a16="http://schemas.microsoft.com/office/drawing/2014/main" id="{8826DF55-FC90-401B-B989-5CFAA0C67C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313" y="5692775"/>
                        <a:ext cx="5273675" cy="64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7" name="Object 24">
            <a:extLst>
              <a:ext uri="{FF2B5EF4-FFF2-40B4-BE49-F238E27FC236}">
                <a16:creationId xmlns:a16="http://schemas.microsoft.com/office/drawing/2014/main" id="{04BF26E5-8EAB-4979-8BBF-3F087FF8C9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560563"/>
              </p:ext>
            </p:extLst>
          </p:nvPr>
        </p:nvGraphicFramePr>
        <p:xfrm>
          <a:off x="2379663" y="1023938"/>
          <a:ext cx="2516187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68400" imgH="1002960" progId="Equation.DSMT4">
                  <p:embed/>
                </p:oleObj>
              </mc:Choice>
              <mc:Fallback>
                <p:oleObj name="Equation" r:id="rId16" imgW="2768400" imgH="1002960" progId="Equation.DSMT4">
                  <p:embed/>
                  <p:pic>
                    <p:nvPicPr>
                      <p:cNvPr id="11277" name="Object 24">
                        <a:extLst>
                          <a:ext uri="{FF2B5EF4-FFF2-40B4-BE49-F238E27FC236}">
                            <a16:creationId xmlns:a16="http://schemas.microsoft.com/office/drawing/2014/main" id="{04BF26E5-8EAB-4979-8BBF-3F087FF8C9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9663" y="1023938"/>
                        <a:ext cx="2516187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6E34FF3-AC36-9202-95D7-52B5695AE8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982629"/>
              </p:ext>
            </p:extLst>
          </p:nvPr>
        </p:nvGraphicFramePr>
        <p:xfrm>
          <a:off x="5982637" y="2123753"/>
          <a:ext cx="393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93480" imgH="444240" progId="Equation.DSMT4">
                  <p:embed/>
                </p:oleObj>
              </mc:Choice>
              <mc:Fallback>
                <p:oleObj name="Equation" r:id="rId18" imgW="3934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982637" y="2123753"/>
                        <a:ext cx="3937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99454E0A-C117-75F3-7A49-29ED8313A5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9717028"/>
              </p:ext>
            </p:extLst>
          </p:nvPr>
        </p:nvGraphicFramePr>
        <p:xfrm>
          <a:off x="5866255" y="3034319"/>
          <a:ext cx="469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69800" imgH="355320" progId="Equation.DSMT4">
                  <p:embed/>
                </p:oleObj>
              </mc:Choice>
              <mc:Fallback>
                <p:oleObj name="Equation" r:id="rId20" imgW="4698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866255" y="3034319"/>
                        <a:ext cx="469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2">
            <a:extLst>
              <a:ext uri="{FF2B5EF4-FFF2-40B4-BE49-F238E27FC236}">
                <a16:creationId xmlns:a16="http://schemas.microsoft.com/office/drawing/2014/main" id="{37BCE7A6-0590-4B11-B988-30E2C23E68C0}"/>
              </a:ext>
            </a:extLst>
          </p:cNvPr>
          <p:cNvGrpSpPr>
            <a:grpSpLocks/>
          </p:cNvGrpSpPr>
          <p:nvPr/>
        </p:nvGrpSpPr>
        <p:grpSpPr bwMode="auto">
          <a:xfrm>
            <a:off x="835785" y="847444"/>
            <a:ext cx="3668783" cy="2857500"/>
            <a:chOff x="144" y="192"/>
            <a:chExt cx="3076" cy="2178"/>
          </a:xfrm>
        </p:grpSpPr>
        <p:pic>
          <p:nvPicPr>
            <p:cNvPr id="15371" name="Picture 7">
              <a:extLst>
                <a:ext uri="{FF2B5EF4-FFF2-40B4-BE49-F238E27FC236}">
                  <a16:creationId xmlns:a16="http://schemas.microsoft.com/office/drawing/2014/main" id="{4B289B3A-92E4-49F1-869C-CCF0A80FF6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" y="288"/>
              <a:ext cx="2400" cy="2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72" name="Line 8">
              <a:extLst>
                <a:ext uri="{FF2B5EF4-FFF2-40B4-BE49-F238E27FC236}">
                  <a16:creationId xmlns:a16="http://schemas.microsoft.com/office/drawing/2014/main" id="{5A1A1F67-D69F-4A27-A9EB-6543133FFF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00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3" name="Line 9">
              <a:extLst>
                <a:ext uri="{FF2B5EF4-FFF2-40B4-BE49-F238E27FC236}">
                  <a16:creationId xmlns:a16="http://schemas.microsoft.com/office/drawing/2014/main" id="{3C973606-1746-4F63-9BA3-15E3C22029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6" y="109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4" name="Line 10">
              <a:extLst>
                <a:ext uri="{FF2B5EF4-FFF2-40B4-BE49-F238E27FC236}">
                  <a16:creationId xmlns:a16="http://schemas.microsoft.com/office/drawing/2014/main" id="{769EFC6B-A791-4E3F-9409-D5FC9CEB88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996"/>
              <a:ext cx="14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5" name="Line 11">
              <a:extLst>
                <a:ext uri="{FF2B5EF4-FFF2-40B4-BE49-F238E27FC236}">
                  <a16:creationId xmlns:a16="http://schemas.microsoft.com/office/drawing/2014/main" id="{21A004E5-EA82-4321-983B-4B001AAFA0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864"/>
              <a:ext cx="192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6" name="Line 12">
              <a:extLst>
                <a:ext uri="{FF2B5EF4-FFF2-40B4-BE49-F238E27FC236}">
                  <a16:creationId xmlns:a16="http://schemas.microsoft.com/office/drawing/2014/main" id="{642B60C0-A98D-41BE-98B4-533108513A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6" y="780"/>
              <a:ext cx="26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7" name="Line 13">
              <a:extLst>
                <a:ext uri="{FF2B5EF4-FFF2-40B4-BE49-F238E27FC236}">
                  <a16:creationId xmlns:a16="http://schemas.microsoft.com/office/drawing/2014/main" id="{8D71C91A-38D4-4D0C-8E8A-275B10BB13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2" y="744"/>
              <a:ext cx="288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8" name="Line 14">
              <a:extLst>
                <a:ext uri="{FF2B5EF4-FFF2-40B4-BE49-F238E27FC236}">
                  <a16:creationId xmlns:a16="http://schemas.microsoft.com/office/drawing/2014/main" id="{89EF9DD2-0315-4862-89ED-82196B7D73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720"/>
              <a:ext cx="288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9" name="Line 15">
              <a:extLst>
                <a:ext uri="{FF2B5EF4-FFF2-40B4-BE49-F238E27FC236}">
                  <a16:creationId xmlns:a16="http://schemas.microsoft.com/office/drawing/2014/main" id="{CCD5224E-57B7-4702-ABFE-523823D972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672"/>
              <a:ext cx="288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0" name="Line 16">
              <a:extLst>
                <a:ext uri="{FF2B5EF4-FFF2-40B4-BE49-F238E27FC236}">
                  <a16:creationId xmlns:a16="http://schemas.microsoft.com/office/drawing/2014/main" id="{4A421BA2-BF56-4B96-854B-E3F41BC667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660"/>
              <a:ext cx="28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1" name="Line 17">
              <a:extLst>
                <a:ext uri="{FF2B5EF4-FFF2-40B4-BE49-F238E27FC236}">
                  <a16:creationId xmlns:a16="http://schemas.microsoft.com/office/drawing/2014/main" id="{EBF2F8B8-9001-4EBE-A5B2-5F98662D9E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2" y="648"/>
              <a:ext cx="28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2" name="Line 18">
              <a:extLst>
                <a:ext uri="{FF2B5EF4-FFF2-40B4-BE49-F238E27FC236}">
                  <a16:creationId xmlns:a16="http://schemas.microsoft.com/office/drawing/2014/main" id="{FCEDD41C-A07E-4A6F-89DE-87A1B06753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624"/>
              <a:ext cx="28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3" name="Line 19">
              <a:extLst>
                <a:ext uri="{FF2B5EF4-FFF2-40B4-BE49-F238E27FC236}">
                  <a16:creationId xmlns:a16="http://schemas.microsoft.com/office/drawing/2014/main" id="{8D902091-F2AA-4182-BE4E-2C28C76591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624"/>
              <a:ext cx="24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4" name="Line 20">
              <a:extLst>
                <a:ext uri="{FF2B5EF4-FFF2-40B4-BE49-F238E27FC236}">
                  <a16:creationId xmlns:a16="http://schemas.microsoft.com/office/drawing/2014/main" id="{FAD93434-05D4-4D42-AFF0-0C775EA843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8" y="648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5" name="Line 22">
              <a:extLst>
                <a:ext uri="{FF2B5EF4-FFF2-40B4-BE49-F238E27FC236}">
                  <a16:creationId xmlns:a16="http://schemas.microsoft.com/office/drawing/2014/main" id="{4BF74E62-E71C-4B71-89BC-796158D211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4" y="660"/>
              <a:ext cx="156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6" name="Line 23">
              <a:extLst>
                <a:ext uri="{FF2B5EF4-FFF2-40B4-BE49-F238E27FC236}">
                  <a16:creationId xmlns:a16="http://schemas.microsoft.com/office/drawing/2014/main" id="{5FDA4179-D7EC-44FF-AF89-07A22EAEE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67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7" name="Line 24">
              <a:extLst>
                <a:ext uri="{FF2B5EF4-FFF2-40B4-BE49-F238E27FC236}">
                  <a16:creationId xmlns:a16="http://schemas.microsoft.com/office/drawing/2014/main" id="{3529F2A9-0011-4E53-9640-5B94DC7B7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720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5388" name="Picture 25">
              <a:extLst>
                <a:ext uri="{FF2B5EF4-FFF2-40B4-BE49-F238E27FC236}">
                  <a16:creationId xmlns:a16="http://schemas.microsoft.com/office/drawing/2014/main" id="{D040FE62-EF47-4AF0-A7EC-219747FA7C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" y="288"/>
              <a:ext cx="2400" cy="2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89" name="Line 26">
              <a:extLst>
                <a:ext uri="{FF2B5EF4-FFF2-40B4-BE49-F238E27FC236}">
                  <a16:creationId xmlns:a16="http://schemas.microsoft.com/office/drawing/2014/main" id="{E285A1F5-8AA4-4DBF-B667-2CCE7C5EF5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00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0" name="Line 27">
              <a:extLst>
                <a:ext uri="{FF2B5EF4-FFF2-40B4-BE49-F238E27FC236}">
                  <a16:creationId xmlns:a16="http://schemas.microsoft.com/office/drawing/2014/main" id="{62EE0B51-9F13-4EC9-BB15-B745CF0E4C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6" y="1092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1" name="Line 28">
              <a:extLst>
                <a:ext uri="{FF2B5EF4-FFF2-40B4-BE49-F238E27FC236}">
                  <a16:creationId xmlns:a16="http://schemas.microsoft.com/office/drawing/2014/main" id="{F9389543-FE72-468D-BE84-F2BBA3102B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996"/>
              <a:ext cx="14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2" name="Line 29">
              <a:extLst>
                <a:ext uri="{FF2B5EF4-FFF2-40B4-BE49-F238E27FC236}">
                  <a16:creationId xmlns:a16="http://schemas.microsoft.com/office/drawing/2014/main" id="{D0AF85AB-FBF9-444A-AC0F-3C293C8A00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864"/>
              <a:ext cx="192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3" name="Line 30">
              <a:extLst>
                <a:ext uri="{FF2B5EF4-FFF2-40B4-BE49-F238E27FC236}">
                  <a16:creationId xmlns:a16="http://schemas.microsoft.com/office/drawing/2014/main" id="{0F25BF7E-0743-4412-BCA0-B041F614CD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6" y="780"/>
              <a:ext cx="26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4" name="Line 31">
              <a:extLst>
                <a:ext uri="{FF2B5EF4-FFF2-40B4-BE49-F238E27FC236}">
                  <a16:creationId xmlns:a16="http://schemas.microsoft.com/office/drawing/2014/main" id="{1CA2F864-DEEE-4CF7-9ED8-9DAF9D401A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2" y="744"/>
              <a:ext cx="288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5" name="Line 32">
              <a:extLst>
                <a:ext uri="{FF2B5EF4-FFF2-40B4-BE49-F238E27FC236}">
                  <a16:creationId xmlns:a16="http://schemas.microsoft.com/office/drawing/2014/main" id="{4510B3CA-5A1B-4F62-985E-820C73E875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720"/>
              <a:ext cx="288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6" name="Line 33">
              <a:extLst>
                <a:ext uri="{FF2B5EF4-FFF2-40B4-BE49-F238E27FC236}">
                  <a16:creationId xmlns:a16="http://schemas.microsoft.com/office/drawing/2014/main" id="{81A5C0D8-8674-405D-A310-FE67E24979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672"/>
              <a:ext cx="288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7" name="Line 34">
              <a:extLst>
                <a:ext uri="{FF2B5EF4-FFF2-40B4-BE49-F238E27FC236}">
                  <a16:creationId xmlns:a16="http://schemas.microsoft.com/office/drawing/2014/main" id="{64392F6C-A455-4797-91B7-55AF150075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660"/>
              <a:ext cx="28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8" name="Line 35">
              <a:extLst>
                <a:ext uri="{FF2B5EF4-FFF2-40B4-BE49-F238E27FC236}">
                  <a16:creationId xmlns:a16="http://schemas.microsoft.com/office/drawing/2014/main" id="{1316C945-EC69-425F-ABF2-4EFFFF9212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2" y="648"/>
              <a:ext cx="28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9" name="Line 36">
              <a:extLst>
                <a:ext uri="{FF2B5EF4-FFF2-40B4-BE49-F238E27FC236}">
                  <a16:creationId xmlns:a16="http://schemas.microsoft.com/office/drawing/2014/main" id="{EB46E2C6-0396-42BF-A3D2-E3A51F39D0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624"/>
              <a:ext cx="28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0" name="Line 37">
              <a:extLst>
                <a:ext uri="{FF2B5EF4-FFF2-40B4-BE49-F238E27FC236}">
                  <a16:creationId xmlns:a16="http://schemas.microsoft.com/office/drawing/2014/main" id="{BD1DEA8A-A6BA-404D-A1F9-DFF115D447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624"/>
              <a:ext cx="24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1" name="Line 38">
              <a:extLst>
                <a:ext uri="{FF2B5EF4-FFF2-40B4-BE49-F238E27FC236}">
                  <a16:creationId xmlns:a16="http://schemas.microsoft.com/office/drawing/2014/main" id="{1489C255-940B-47F1-AE5A-19929FD869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8" y="648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2" name="Line 39">
              <a:extLst>
                <a:ext uri="{FF2B5EF4-FFF2-40B4-BE49-F238E27FC236}">
                  <a16:creationId xmlns:a16="http://schemas.microsoft.com/office/drawing/2014/main" id="{31CBC3E3-D8FA-4460-821A-F30D215DF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4" y="660"/>
              <a:ext cx="156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3" name="Line 40">
              <a:extLst>
                <a:ext uri="{FF2B5EF4-FFF2-40B4-BE49-F238E27FC236}">
                  <a16:creationId xmlns:a16="http://schemas.microsoft.com/office/drawing/2014/main" id="{F37E4F69-A70A-42AA-BEB3-714885F56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67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4" name="Line 41">
              <a:extLst>
                <a:ext uri="{FF2B5EF4-FFF2-40B4-BE49-F238E27FC236}">
                  <a16:creationId xmlns:a16="http://schemas.microsoft.com/office/drawing/2014/main" id="{F434C085-0EDB-446E-B99F-2EF759A9B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720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5405" name="Picture 42">
              <a:extLst>
                <a:ext uri="{FF2B5EF4-FFF2-40B4-BE49-F238E27FC236}">
                  <a16:creationId xmlns:a16="http://schemas.microsoft.com/office/drawing/2014/main" id="{AD413537-5E80-412F-ADE9-4A3B084A17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" y="288"/>
              <a:ext cx="2400" cy="2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406" name="Line 43">
              <a:extLst>
                <a:ext uri="{FF2B5EF4-FFF2-40B4-BE49-F238E27FC236}">
                  <a16:creationId xmlns:a16="http://schemas.microsoft.com/office/drawing/2014/main" id="{141C52AE-B412-44E4-9966-29FEA6A94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00"/>
              <a:ext cx="48" cy="14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7" name="Line 44">
              <a:extLst>
                <a:ext uri="{FF2B5EF4-FFF2-40B4-BE49-F238E27FC236}">
                  <a16:creationId xmlns:a16="http://schemas.microsoft.com/office/drawing/2014/main" id="{75852E0B-60D7-451E-A2D2-BDEC3E6CBF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6" y="1092"/>
              <a:ext cx="96" cy="24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8" name="Line 45">
              <a:extLst>
                <a:ext uri="{FF2B5EF4-FFF2-40B4-BE49-F238E27FC236}">
                  <a16:creationId xmlns:a16="http://schemas.microsoft.com/office/drawing/2014/main" id="{08F15BC6-8E05-4C0D-B263-6EEC2A1B45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996"/>
              <a:ext cx="144" cy="33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9" name="Line 46">
              <a:extLst>
                <a:ext uri="{FF2B5EF4-FFF2-40B4-BE49-F238E27FC236}">
                  <a16:creationId xmlns:a16="http://schemas.microsoft.com/office/drawing/2014/main" id="{E7F87CC4-FFBE-457C-9424-9FC3162C42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864"/>
              <a:ext cx="192" cy="48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0" name="Line 47">
              <a:extLst>
                <a:ext uri="{FF2B5EF4-FFF2-40B4-BE49-F238E27FC236}">
                  <a16:creationId xmlns:a16="http://schemas.microsoft.com/office/drawing/2014/main" id="{958FAAF4-F495-41D4-8561-EB26266785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6" y="780"/>
              <a:ext cx="264" cy="62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1" name="Line 48">
              <a:extLst>
                <a:ext uri="{FF2B5EF4-FFF2-40B4-BE49-F238E27FC236}">
                  <a16:creationId xmlns:a16="http://schemas.microsoft.com/office/drawing/2014/main" id="{191561B1-4511-48AB-827C-8588A7FA9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2" y="744"/>
              <a:ext cx="288" cy="672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2" name="Line 49">
              <a:extLst>
                <a:ext uri="{FF2B5EF4-FFF2-40B4-BE49-F238E27FC236}">
                  <a16:creationId xmlns:a16="http://schemas.microsoft.com/office/drawing/2014/main" id="{84BDB91F-C1D3-4CB1-A291-128C09C9EF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720"/>
              <a:ext cx="288" cy="62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3" name="Line 50">
              <a:extLst>
                <a:ext uri="{FF2B5EF4-FFF2-40B4-BE49-F238E27FC236}">
                  <a16:creationId xmlns:a16="http://schemas.microsoft.com/office/drawing/2014/main" id="{A9D2A58D-7105-482B-8256-90D9CA8A40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672"/>
              <a:ext cx="288" cy="62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4" name="Line 51">
              <a:extLst>
                <a:ext uri="{FF2B5EF4-FFF2-40B4-BE49-F238E27FC236}">
                  <a16:creationId xmlns:a16="http://schemas.microsoft.com/office/drawing/2014/main" id="{B8EEE077-712D-4C19-BB80-B1C9402F07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660"/>
              <a:ext cx="288" cy="57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5" name="Line 52">
              <a:extLst>
                <a:ext uri="{FF2B5EF4-FFF2-40B4-BE49-F238E27FC236}">
                  <a16:creationId xmlns:a16="http://schemas.microsoft.com/office/drawing/2014/main" id="{019E0270-1B5E-44FE-AB82-6AE5F9F86A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2" y="648"/>
              <a:ext cx="288" cy="528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6" name="Line 53">
              <a:extLst>
                <a:ext uri="{FF2B5EF4-FFF2-40B4-BE49-F238E27FC236}">
                  <a16:creationId xmlns:a16="http://schemas.microsoft.com/office/drawing/2014/main" id="{E73A108E-FEA2-44B2-9260-735B2A6856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624"/>
              <a:ext cx="240" cy="48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7" name="Line 54">
              <a:extLst>
                <a:ext uri="{FF2B5EF4-FFF2-40B4-BE49-F238E27FC236}">
                  <a16:creationId xmlns:a16="http://schemas.microsoft.com/office/drawing/2014/main" id="{3C6C309B-00A1-4919-9352-4CF617CECB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624"/>
              <a:ext cx="240" cy="432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8" name="Line 55">
              <a:extLst>
                <a:ext uri="{FF2B5EF4-FFF2-40B4-BE49-F238E27FC236}">
                  <a16:creationId xmlns:a16="http://schemas.microsoft.com/office/drawing/2014/main" id="{0D12FE57-CCEE-4E24-A01F-809C868D8F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8" y="648"/>
              <a:ext cx="192" cy="384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9" name="Line 56">
              <a:extLst>
                <a:ext uri="{FF2B5EF4-FFF2-40B4-BE49-F238E27FC236}">
                  <a16:creationId xmlns:a16="http://schemas.microsoft.com/office/drawing/2014/main" id="{07861002-409D-4AFC-A202-90384681D8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4" y="660"/>
              <a:ext cx="156" cy="3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0" name="Line 57">
              <a:extLst>
                <a:ext uri="{FF2B5EF4-FFF2-40B4-BE49-F238E27FC236}">
                  <a16:creationId xmlns:a16="http://schemas.microsoft.com/office/drawing/2014/main" id="{11F1861C-CAFA-4A92-BCF5-A51D991C15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672"/>
              <a:ext cx="144" cy="24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1" name="Line 58">
              <a:extLst>
                <a:ext uri="{FF2B5EF4-FFF2-40B4-BE49-F238E27FC236}">
                  <a16:creationId xmlns:a16="http://schemas.microsoft.com/office/drawing/2014/main" id="{E53205C9-9EFE-4B03-85A4-6C6EC73072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720"/>
              <a:ext cx="96" cy="192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2" name="Line 59">
              <a:extLst>
                <a:ext uri="{FF2B5EF4-FFF2-40B4-BE49-F238E27FC236}">
                  <a16:creationId xmlns:a16="http://schemas.microsoft.com/office/drawing/2014/main" id="{6F1B3885-548E-4006-91D0-377E657F00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432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5423" name="Object 60">
              <a:extLst>
                <a:ext uri="{FF2B5EF4-FFF2-40B4-BE49-F238E27FC236}">
                  <a16:creationId xmlns:a16="http://schemas.microsoft.com/office/drawing/2014/main" id="{67EFEC63-AFF7-48F8-8048-BB0B250936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84" y="1248"/>
            <a:ext cx="77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231366" imgH="431613" progId="Equation.DSMT4">
                    <p:embed/>
                  </p:oleObj>
                </mc:Choice>
                <mc:Fallback>
                  <p:oleObj name="Equation" r:id="rId3" imgW="1231366" imgH="431613" progId="Equation.DSMT4">
                    <p:embed/>
                    <p:pic>
                      <p:nvPicPr>
                        <p:cNvPr id="15423" name="Object 60">
                          <a:extLst>
                            <a:ext uri="{FF2B5EF4-FFF2-40B4-BE49-F238E27FC236}">
                              <a16:creationId xmlns:a16="http://schemas.microsoft.com/office/drawing/2014/main" id="{67EFEC63-AFF7-48F8-8048-BB0B250936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4" y="1248"/>
                          <a:ext cx="77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24" name="Object 61">
              <a:extLst>
                <a:ext uri="{FF2B5EF4-FFF2-40B4-BE49-F238E27FC236}">
                  <a16:creationId xmlns:a16="http://schemas.microsoft.com/office/drawing/2014/main" id="{66001D38-5E1F-40D6-B8AA-C59E12F386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4" y="192"/>
            <a:ext cx="81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295400" imgH="431800" progId="Equation.DSMT4">
                    <p:embed/>
                  </p:oleObj>
                </mc:Choice>
                <mc:Fallback>
                  <p:oleObj name="Equation" r:id="rId5" imgW="1295400" imgH="431800" progId="Equation.DSMT4">
                    <p:embed/>
                    <p:pic>
                      <p:nvPicPr>
                        <p:cNvPr id="15424" name="Object 61">
                          <a:extLst>
                            <a:ext uri="{FF2B5EF4-FFF2-40B4-BE49-F238E27FC236}">
                              <a16:creationId xmlns:a16="http://schemas.microsoft.com/office/drawing/2014/main" id="{66001D38-5E1F-40D6-B8AA-C59E12F386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4" y="192"/>
                          <a:ext cx="81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25" name="Line 62">
              <a:extLst>
                <a:ext uri="{FF2B5EF4-FFF2-40B4-BE49-F238E27FC236}">
                  <a16:creationId xmlns:a16="http://schemas.microsoft.com/office/drawing/2014/main" id="{80BFE797-A45E-4737-B297-E608D6E1AC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8" y="134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6" name="Arc 63">
              <a:extLst>
                <a:ext uri="{FF2B5EF4-FFF2-40B4-BE49-F238E27FC236}">
                  <a16:creationId xmlns:a16="http://schemas.microsoft.com/office/drawing/2014/main" id="{0CEB318F-56D8-4022-9350-E866995CC75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76" y="1704"/>
              <a:ext cx="192" cy="306"/>
            </a:xfrm>
            <a:custGeom>
              <a:avLst/>
              <a:gdLst>
                <a:gd name="T0" fmla="*/ 0 w 21600"/>
                <a:gd name="T1" fmla="*/ 0 h 39286"/>
                <a:gd name="T2" fmla="*/ 0 w 21600"/>
                <a:gd name="T3" fmla="*/ 0 h 39286"/>
                <a:gd name="T4" fmla="*/ 0 w 21600"/>
                <a:gd name="T5" fmla="*/ 0 h 39286"/>
                <a:gd name="T6" fmla="*/ 0 60000 65536"/>
                <a:gd name="T7" fmla="*/ 0 60000 65536"/>
                <a:gd name="T8" fmla="*/ 0 60000 65536"/>
                <a:gd name="T9" fmla="*/ 0 w 21600"/>
                <a:gd name="T10" fmla="*/ 0 h 39286"/>
                <a:gd name="T11" fmla="*/ 21600 w 21600"/>
                <a:gd name="T12" fmla="*/ 39286 h 392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9286" fill="none" extrusionOk="0">
                  <a:moveTo>
                    <a:pt x="12387" y="-1"/>
                  </a:moveTo>
                  <a:cubicBezTo>
                    <a:pt x="18161" y="4041"/>
                    <a:pt x="21600" y="10646"/>
                    <a:pt x="21600" y="17695"/>
                  </a:cubicBezTo>
                  <a:cubicBezTo>
                    <a:pt x="21600" y="29376"/>
                    <a:pt x="12312" y="38941"/>
                    <a:pt x="635" y="39285"/>
                  </a:cubicBezTo>
                </a:path>
                <a:path w="21600" h="39286" stroke="0" extrusionOk="0">
                  <a:moveTo>
                    <a:pt x="12387" y="-1"/>
                  </a:moveTo>
                  <a:cubicBezTo>
                    <a:pt x="18161" y="4041"/>
                    <a:pt x="21600" y="10646"/>
                    <a:pt x="21600" y="17695"/>
                  </a:cubicBezTo>
                  <a:cubicBezTo>
                    <a:pt x="21600" y="29376"/>
                    <a:pt x="12312" y="38941"/>
                    <a:pt x="635" y="39285"/>
                  </a:cubicBezTo>
                  <a:lnTo>
                    <a:pt x="0" y="17695"/>
                  </a:lnTo>
                  <a:lnTo>
                    <a:pt x="12387" y="-1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27" name="Arc 64">
              <a:extLst>
                <a:ext uri="{FF2B5EF4-FFF2-40B4-BE49-F238E27FC236}">
                  <a16:creationId xmlns:a16="http://schemas.microsoft.com/office/drawing/2014/main" id="{36B7E297-35D3-49E0-93EF-D4229DE880E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60" y="1703"/>
              <a:ext cx="144" cy="337"/>
            </a:xfrm>
            <a:custGeom>
              <a:avLst/>
              <a:gdLst>
                <a:gd name="T0" fmla="*/ 0 w 21600"/>
                <a:gd name="T1" fmla="*/ 0 h 41707"/>
                <a:gd name="T2" fmla="*/ 0 w 21600"/>
                <a:gd name="T3" fmla="*/ 0 h 41707"/>
                <a:gd name="T4" fmla="*/ 0 w 21600"/>
                <a:gd name="T5" fmla="*/ 0 h 41707"/>
                <a:gd name="T6" fmla="*/ 0 60000 65536"/>
                <a:gd name="T7" fmla="*/ 0 60000 65536"/>
                <a:gd name="T8" fmla="*/ 0 60000 65536"/>
                <a:gd name="T9" fmla="*/ 0 w 21600"/>
                <a:gd name="T10" fmla="*/ 0 h 41707"/>
                <a:gd name="T11" fmla="*/ 21600 w 21600"/>
                <a:gd name="T12" fmla="*/ 41707 h 417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1707" fill="none" extrusionOk="0">
                  <a:moveTo>
                    <a:pt x="2373" y="-1"/>
                  </a:moveTo>
                  <a:cubicBezTo>
                    <a:pt x="13317" y="1209"/>
                    <a:pt x="21600" y="10458"/>
                    <a:pt x="21600" y="21469"/>
                  </a:cubicBezTo>
                  <a:cubicBezTo>
                    <a:pt x="21600" y="30486"/>
                    <a:pt x="15997" y="38555"/>
                    <a:pt x="7548" y="41707"/>
                  </a:cubicBezTo>
                </a:path>
                <a:path w="21600" h="41707" stroke="0" extrusionOk="0">
                  <a:moveTo>
                    <a:pt x="2373" y="-1"/>
                  </a:moveTo>
                  <a:cubicBezTo>
                    <a:pt x="13317" y="1209"/>
                    <a:pt x="21600" y="10458"/>
                    <a:pt x="21600" y="21469"/>
                  </a:cubicBezTo>
                  <a:cubicBezTo>
                    <a:pt x="21600" y="30486"/>
                    <a:pt x="15997" y="38555"/>
                    <a:pt x="7548" y="41707"/>
                  </a:cubicBezTo>
                  <a:lnTo>
                    <a:pt x="0" y="21469"/>
                  </a:lnTo>
                  <a:lnTo>
                    <a:pt x="2373" y="-1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28" name="Text Box 65">
              <a:extLst>
                <a:ext uri="{FF2B5EF4-FFF2-40B4-BE49-F238E27FC236}">
                  <a16:creationId xmlns:a16="http://schemas.microsoft.com/office/drawing/2014/main" id="{4FA8F908-C106-4504-97D6-2DE2376B0F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632"/>
              <a:ext cx="288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 dirty="0"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15429" name="Rectangle 66">
              <a:extLst>
                <a:ext uri="{FF2B5EF4-FFF2-40B4-BE49-F238E27FC236}">
                  <a16:creationId xmlns:a16="http://schemas.microsoft.com/office/drawing/2014/main" id="{78E18509-883C-49B0-8C87-93FB78D87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40"/>
              <a:ext cx="296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b="1"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15430" name="Text Box 67">
              <a:extLst>
                <a:ext uri="{FF2B5EF4-FFF2-40B4-BE49-F238E27FC236}">
                  <a16:creationId xmlns:a16="http://schemas.microsoft.com/office/drawing/2014/main" id="{D65C9D8E-8565-4456-A930-5B2BE3746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816"/>
              <a:ext cx="288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D</a:t>
              </a:r>
            </a:p>
          </p:txBody>
        </p:sp>
      </p:grpSp>
      <p:graphicFrame>
        <p:nvGraphicFramePr>
          <p:cNvPr id="15363" name="Object 71">
            <a:extLst>
              <a:ext uri="{FF2B5EF4-FFF2-40B4-BE49-F238E27FC236}">
                <a16:creationId xmlns:a16="http://schemas.microsoft.com/office/drawing/2014/main" id="{03C43A1B-A482-4812-A7DD-BDEB87C009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1591572"/>
              </p:ext>
            </p:extLst>
          </p:nvPr>
        </p:nvGraphicFramePr>
        <p:xfrm>
          <a:off x="5296863" y="1143573"/>
          <a:ext cx="2528550" cy="839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65500" imgH="1117600" progId="Equation.DSMT4">
                  <p:embed/>
                </p:oleObj>
              </mc:Choice>
              <mc:Fallback>
                <p:oleObj name="Equation" r:id="rId7" imgW="3365500" imgH="1117600" progId="Equation.DSMT4">
                  <p:embed/>
                  <p:pic>
                    <p:nvPicPr>
                      <p:cNvPr id="15363" name="Object 71">
                        <a:extLst>
                          <a:ext uri="{FF2B5EF4-FFF2-40B4-BE49-F238E27FC236}">
                            <a16:creationId xmlns:a16="http://schemas.microsoft.com/office/drawing/2014/main" id="{03C43A1B-A482-4812-A7DD-BDEB87C009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6863" y="1143573"/>
                        <a:ext cx="2528550" cy="8396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28" name="Object 72">
            <a:extLst>
              <a:ext uri="{FF2B5EF4-FFF2-40B4-BE49-F238E27FC236}">
                <a16:creationId xmlns:a16="http://schemas.microsoft.com/office/drawing/2014/main" id="{B1D91FD5-90B9-4DAD-8ED6-AD5A193E1A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812194"/>
              </p:ext>
            </p:extLst>
          </p:nvPr>
        </p:nvGraphicFramePr>
        <p:xfrm>
          <a:off x="5745815" y="2176483"/>
          <a:ext cx="1962727" cy="325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74900" imgH="393700" progId="Equation.DSMT4">
                  <p:embed/>
                </p:oleObj>
              </mc:Choice>
              <mc:Fallback>
                <p:oleObj name="Equation" r:id="rId9" imgW="2374900" imgH="393700" progId="Equation.DSMT4">
                  <p:embed/>
                  <p:pic>
                    <p:nvPicPr>
                      <p:cNvPr id="19528" name="Object 72">
                        <a:extLst>
                          <a:ext uri="{FF2B5EF4-FFF2-40B4-BE49-F238E27FC236}">
                            <a16:creationId xmlns:a16="http://schemas.microsoft.com/office/drawing/2014/main" id="{B1D91FD5-90B9-4DAD-8ED6-AD5A193E1A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5815" y="2176483"/>
                        <a:ext cx="1962727" cy="3253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86">
            <a:extLst>
              <a:ext uri="{FF2B5EF4-FFF2-40B4-BE49-F238E27FC236}">
                <a16:creationId xmlns:a16="http://schemas.microsoft.com/office/drawing/2014/main" id="{60360F5C-3137-4442-924C-81C49C46ED42}"/>
              </a:ext>
            </a:extLst>
          </p:cNvPr>
          <p:cNvGrpSpPr>
            <a:grpSpLocks/>
          </p:cNvGrpSpPr>
          <p:nvPr/>
        </p:nvGrpSpPr>
        <p:grpSpPr bwMode="auto">
          <a:xfrm>
            <a:off x="1316040" y="3908143"/>
            <a:ext cx="7459663" cy="1420813"/>
            <a:chOff x="205" y="2117"/>
            <a:chExt cx="4699" cy="895"/>
          </a:xfrm>
        </p:grpSpPr>
        <p:sp>
          <p:nvSpPr>
            <p:cNvPr id="15368" name="Rectangle 74">
              <a:extLst>
                <a:ext uri="{FF2B5EF4-FFF2-40B4-BE49-F238E27FC236}">
                  <a16:creationId xmlns:a16="http://schemas.microsoft.com/office/drawing/2014/main" id="{F53CB610-D6C9-47E6-B398-F528FA04F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" y="2117"/>
              <a:ext cx="4699" cy="895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aphicFrame>
          <p:nvGraphicFramePr>
            <p:cNvPr id="15369" name="Object 76">
              <a:extLst>
                <a:ext uri="{FF2B5EF4-FFF2-40B4-BE49-F238E27FC236}">
                  <a16:creationId xmlns:a16="http://schemas.microsoft.com/office/drawing/2014/main" id="{3D8163CD-227C-4561-808F-BE5D40A464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2098927"/>
                </p:ext>
              </p:extLst>
            </p:nvPr>
          </p:nvGraphicFramePr>
          <p:xfrm>
            <a:off x="530" y="2444"/>
            <a:ext cx="1924" cy="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3695700" imgH="939800" progId="Equation.DSMT4">
                    <p:embed/>
                  </p:oleObj>
                </mc:Choice>
                <mc:Fallback>
                  <p:oleObj name="Equation" r:id="rId11" imgW="3695700" imgH="939800" progId="Equation.DSMT4">
                    <p:embed/>
                    <p:pic>
                      <p:nvPicPr>
                        <p:cNvPr id="15369" name="Object 76">
                          <a:extLst>
                            <a:ext uri="{FF2B5EF4-FFF2-40B4-BE49-F238E27FC236}">
                              <a16:creationId xmlns:a16="http://schemas.microsoft.com/office/drawing/2014/main" id="{3D8163CD-227C-4561-808F-BE5D40A464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" y="2444"/>
                          <a:ext cx="1924" cy="4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0" name="Object 78">
              <a:extLst>
                <a:ext uri="{FF2B5EF4-FFF2-40B4-BE49-F238E27FC236}">
                  <a16:creationId xmlns:a16="http://schemas.microsoft.com/office/drawing/2014/main" id="{1DE41620-EC96-4DE7-BDED-068ADC949B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3992194"/>
                </p:ext>
              </p:extLst>
            </p:nvPr>
          </p:nvGraphicFramePr>
          <p:xfrm>
            <a:off x="2483" y="2357"/>
            <a:ext cx="2261" cy="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4343400" imgH="1092200" progId="Equation.DSMT4">
                    <p:embed/>
                  </p:oleObj>
                </mc:Choice>
                <mc:Fallback>
                  <p:oleObj name="Equation" r:id="rId13" imgW="4343400" imgH="1092200" progId="Equation.DSMT4">
                    <p:embed/>
                    <p:pic>
                      <p:nvPicPr>
                        <p:cNvPr id="15370" name="Object 78">
                          <a:extLst>
                            <a:ext uri="{FF2B5EF4-FFF2-40B4-BE49-F238E27FC236}">
                              <a16:creationId xmlns:a16="http://schemas.microsoft.com/office/drawing/2014/main" id="{1DE41620-EC96-4DE7-BDED-068ADC949B9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3" y="2357"/>
                          <a:ext cx="2261" cy="5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539" name="Line 83">
            <a:extLst>
              <a:ext uri="{FF2B5EF4-FFF2-40B4-BE49-F238E27FC236}">
                <a16:creationId xmlns:a16="http://schemas.microsoft.com/office/drawing/2014/main" id="{D41AD01B-E603-41AA-9BC3-8C7968140D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48189" y="1467787"/>
            <a:ext cx="916004" cy="85875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40" name="Line 84">
            <a:extLst>
              <a:ext uri="{FF2B5EF4-FFF2-40B4-BE49-F238E27FC236}">
                <a16:creationId xmlns:a16="http://schemas.microsoft.com/office/drawing/2014/main" id="{2F240726-920F-499B-A0F2-090A8D8D56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21921" y="2358849"/>
            <a:ext cx="982908" cy="871616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542A4D-41DF-4E0D-B57E-D65E624DD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CÔNG THỨC ĐỔI BIẾN SANG TỌA ĐỘ CỰC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2000"/>
                                        <p:tgtEl>
                                          <p:spTgt spid="19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2000"/>
                                        <p:tgtEl>
                                          <p:spTgt spid="19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4B5D-275E-448C-AE21-5E6A8BBDA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phẳng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tọa</a:t>
            </a:r>
            <a:r>
              <a:rPr lang="en-US" dirty="0"/>
              <a:t> </a:t>
            </a:r>
            <a:r>
              <a:rPr lang="en-US" err="1"/>
              <a:t>độ</a:t>
            </a:r>
            <a:r>
              <a:rPr lang="en-US"/>
              <a:t> Descartes và tọa độ cực</a:t>
            </a:r>
            <a:r>
              <a:rPr lang="en-US" dirty="0"/>
              <a:t>.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22D6027-95B1-405A-9929-CA80DC0397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2391921"/>
              </p:ext>
            </p:extLst>
          </p:nvPr>
        </p:nvGraphicFramePr>
        <p:xfrm>
          <a:off x="1616528" y="4038223"/>
          <a:ext cx="2574925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2575440" imgH="2247840" progId="Paint.Picture">
                  <p:embed/>
                </p:oleObj>
              </mc:Choice>
              <mc:Fallback>
                <p:oleObj name="Bitmap Image" r:id="rId2" imgW="2575440" imgH="22478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16528" y="4038223"/>
                        <a:ext cx="2574925" cy="2247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B99A9A6-EF15-4B74-897D-AE4F5B3F1A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970222"/>
              </p:ext>
            </p:extLst>
          </p:nvPr>
        </p:nvGraphicFramePr>
        <p:xfrm>
          <a:off x="4775200" y="1281129"/>
          <a:ext cx="2514600" cy="219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2514600" imgH="2194560" progId="Paint.Picture">
                  <p:embed/>
                </p:oleObj>
              </mc:Choice>
              <mc:Fallback>
                <p:oleObj name="Bitmap Image" r:id="rId4" imgW="2514600" imgH="21945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75200" y="1281129"/>
                        <a:ext cx="2514600" cy="2193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FACC0C07-C860-4E37-8255-1CE46982C0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088953"/>
              </p:ext>
            </p:extLst>
          </p:nvPr>
        </p:nvGraphicFramePr>
        <p:xfrm>
          <a:off x="4473866" y="4085623"/>
          <a:ext cx="2582863" cy="211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2583360" imgH="2118240" progId="Paint.Picture">
                  <p:embed/>
                </p:oleObj>
              </mc:Choice>
              <mc:Fallback>
                <p:oleObj name="Bitmap Image" r:id="rId6" imgW="2583360" imgH="21182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73866" y="4085623"/>
                        <a:ext cx="2582863" cy="2117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C80AA381-3C53-40D9-A7FE-2481FD12A3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577070"/>
              </p:ext>
            </p:extLst>
          </p:nvPr>
        </p:nvGraphicFramePr>
        <p:xfrm>
          <a:off x="1532612" y="1240648"/>
          <a:ext cx="2193925" cy="218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8" imgW="2194560" imgH="2187000" progId="Paint.Picture">
                  <p:embed/>
                </p:oleObj>
              </mc:Choice>
              <mc:Fallback>
                <p:oleObj name="Bitmap Image" r:id="rId8" imgW="2194560" imgH="21870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32612" y="1240648"/>
                        <a:ext cx="2193925" cy="2187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8218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2">
            <a:extLst>
              <a:ext uri="{FF2B5EF4-FFF2-40B4-BE49-F238E27FC236}">
                <a16:creationId xmlns:a16="http://schemas.microsoft.com/office/drawing/2014/main" id="{CFA0B978-9967-4B80-BEA5-F85278534F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Chọn hình t</a:t>
            </a:r>
            <a:r>
              <a:rPr lang="vi-VN" altLang="en-US"/>
              <a:t>ư</a:t>
            </a:r>
            <a:r>
              <a:rPr lang="en-US" altLang="en-US"/>
              <a:t>ơng ứng với mô tả miền phẳng</a:t>
            </a:r>
          </a:p>
        </p:txBody>
      </p:sp>
      <p:graphicFrame>
        <p:nvGraphicFramePr>
          <p:cNvPr id="12297" name="Object 10">
            <a:extLst>
              <a:ext uri="{FF2B5EF4-FFF2-40B4-BE49-F238E27FC236}">
                <a16:creationId xmlns:a16="http://schemas.microsoft.com/office/drawing/2014/main" id="{68CA5227-2A8F-480E-B825-F7CE50D69D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0368843"/>
              </p:ext>
            </p:extLst>
          </p:nvPr>
        </p:nvGraphicFramePr>
        <p:xfrm>
          <a:off x="525461" y="4174710"/>
          <a:ext cx="1824182" cy="1039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06280" imgH="1143000" progId="Equation.DSMT4">
                  <p:embed/>
                </p:oleObj>
              </mc:Choice>
              <mc:Fallback>
                <p:oleObj name="Equation" r:id="rId3" imgW="2006280" imgH="1143000" progId="Equation.DSMT4">
                  <p:embed/>
                  <p:pic>
                    <p:nvPicPr>
                      <p:cNvPr id="12297" name="Object 10">
                        <a:extLst>
                          <a:ext uri="{FF2B5EF4-FFF2-40B4-BE49-F238E27FC236}">
                            <a16:creationId xmlns:a16="http://schemas.microsoft.com/office/drawing/2014/main" id="{68CA5227-2A8F-480E-B825-F7CE50D69D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1" y="4174710"/>
                        <a:ext cx="1824182" cy="10390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Object 10">
            <a:extLst>
              <a:ext uri="{FF2B5EF4-FFF2-40B4-BE49-F238E27FC236}">
                <a16:creationId xmlns:a16="http://schemas.microsoft.com/office/drawing/2014/main" id="{A8F9F7DF-8F3A-4286-A29B-CDCA90F3A8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8391891"/>
              </p:ext>
            </p:extLst>
          </p:nvPr>
        </p:nvGraphicFramePr>
        <p:xfrm>
          <a:off x="3489790" y="4166756"/>
          <a:ext cx="2008909" cy="1039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09680" imgH="1143000" progId="Equation.DSMT4">
                  <p:embed/>
                </p:oleObj>
              </mc:Choice>
              <mc:Fallback>
                <p:oleObj name="Equation" r:id="rId5" imgW="2209680" imgH="1143000" progId="Equation.DSMT4">
                  <p:embed/>
                  <p:pic>
                    <p:nvPicPr>
                      <p:cNvPr id="12298" name="Object 10">
                        <a:extLst>
                          <a:ext uri="{FF2B5EF4-FFF2-40B4-BE49-F238E27FC236}">
                            <a16:creationId xmlns:a16="http://schemas.microsoft.com/office/drawing/2014/main" id="{A8F9F7DF-8F3A-4286-A29B-CDCA90F3A8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790" y="4166756"/>
                        <a:ext cx="2008909" cy="10390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9" name="Object 10">
            <a:extLst>
              <a:ext uri="{FF2B5EF4-FFF2-40B4-BE49-F238E27FC236}">
                <a16:creationId xmlns:a16="http://schemas.microsoft.com/office/drawing/2014/main" id="{602900A5-60CD-4ED7-9332-8790A126A8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165946"/>
              </p:ext>
            </p:extLst>
          </p:nvPr>
        </p:nvGraphicFramePr>
        <p:xfrm>
          <a:off x="6547183" y="4220184"/>
          <a:ext cx="2020455" cy="969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22500" imgH="1066800" progId="Equation.DSMT4">
                  <p:embed/>
                </p:oleObj>
              </mc:Choice>
              <mc:Fallback>
                <p:oleObj name="Equation" r:id="rId7" imgW="2222500" imgH="1066800" progId="Equation.DSMT4">
                  <p:embed/>
                  <p:pic>
                    <p:nvPicPr>
                      <p:cNvPr id="12299" name="Object 10">
                        <a:extLst>
                          <a:ext uri="{FF2B5EF4-FFF2-40B4-BE49-F238E27FC236}">
                            <a16:creationId xmlns:a16="http://schemas.microsoft.com/office/drawing/2014/main" id="{602900A5-60CD-4ED7-9332-8790A126A8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7183" y="4220184"/>
                        <a:ext cx="2020455" cy="9698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EBE99271-E538-46F7-94FF-862F6EA62C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130374"/>
              </p:ext>
            </p:extLst>
          </p:nvPr>
        </p:nvGraphicFramePr>
        <p:xfrm>
          <a:off x="6520628" y="5440105"/>
          <a:ext cx="1489364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1396800" progId="Equation.DSMT4">
                  <p:embed/>
                </p:oleObj>
              </mc:Choice>
              <mc:Fallback>
                <p:oleObj name="Equation" r:id="rId9" imgW="1638000" imgH="1396800" progId="Equation.DSMT4">
                  <p:embed/>
                  <p:pic>
                    <p:nvPicPr>
                      <p:cNvPr id="12" name="Object 10">
                        <a:extLst>
                          <a:ext uri="{FF2B5EF4-FFF2-40B4-BE49-F238E27FC236}">
                            <a16:creationId xmlns:a16="http://schemas.microsoft.com/office/drawing/2014/main" id="{EBE99271-E538-46F7-94FF-862F6EA62C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0628" y="5440105"/>
                        <a:ext cx="1489364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D1D0A5B2-61C2-4E1D-B871-5ADF7C1A51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789384"/>
              </p:ext>
            </p:extLst>
          </p:nvPr>
        </p:nvGraphicFramePr>
        <p:xfrm>
          <a:off x="3453247" y="5448300"/>
          <a:ext cx="2008909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209680" imgH="1396800" progId="Equation.DSMT4">
                  <p:embed/>
                </p:oleObj>
              </mc:Choice>
              <mc:Fallback>
                <p:oleObj name="Equation" r:id="rId11" imgW="2209680" imgH="1396800" progId="Equation.DSMT4">
                  <p:embed/>
                  <p:pic>
                    <p:nvPicPr>
                      <p:cNvPr id="13" name="Object 10">
                        <a:extLst>
                          <a:ext uri="{FF2B5EF4-FFF2-40B4-BE49-F238E27FC236}">
                            <a16:creationId xmlns:a16="http://schemas.microsoft.com/office/drawing/2014/main" id="{D1D0A5B2-61C2-4E1D-B871-5ADF7C1A51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3247" y="5448300"/>
                        <a:ext cx="2008909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">
            <a:extLst>
              <a:ext uri="{FF2B5EF4-FFF2-40B4-BE49-F238E27FC236}">
                <a16:creationId xmlns:a16="http://schemas.microsoft.com/office/drawing/2014/main" id="{05DC4BD4-13B6-466D-8755-EB5A5E22B9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0851135"/>
              </p:ext>
            </p:extLst>
          </p:nvPr>
        </p:nvGraphicFramePr>
        <p:xfrm>
          <a:off x="537873" y="5480500"/>
          <a:ext cx="2135909" cy="1246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349500" imgH="1371600" progId="Equation.DSMT4">
                  <p:embed/>
                </p:oleObj>
              </mc:Choice>
              <mc:Fallback>
                <p:oleObj name="Equation" r:id="rId13" imgW="2349500" imgH="1371600" progId="Equation.DSMT4">
                  <p:embed/>
                  <p:pic>
                    <p:nvPicPr>
                      <p:cNvPr id="14" name="Object 10">
                        <a:extLst>
                          <a:ext uri="{FF2B5EF4-FFF2-40B4-BE49-F238E27FC236}">
                            <a16:creationId xmlns:a16="http://schemas.microsoft.com/office/drawing/2014/main" id="{05DC4BD4-13B6-466D-8755-EB5A5E22B9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73" y="5480500"/>
                        <a:ext cx="2135909" cy="12469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04D5A05E-80A3-9D55-0EC3-F9D781C61913}"/>
              </a:ext>
            </a:extLst>
          </p:cNvPr>
          <p:cNvGrpSpPr/>
          <p:nvPr/>
        </p:nvGrpSpPr>
        <p:grpSpPr>
          <a:xfrm>
            <a:off x="306474" y="948716"/>
            <a:ext cx="2461227" cy="2416175"/>
            <a:chOff x="306474" y="1223036"/>
            <a:chExt cx="2461227" cy="2416175"/>
          </a:xfrm>
        </p:grpSpPr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769D6549-C0BE-4B1D-9EB1-B03E716FC7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1854745"/>
                </p:ext>
              </p:extLst>
            </p:nvPr>
          </p:nvGraphicFramePr>
          <p:xfrm>
            <a:off x="313426" y="1223036"/>
            <a:ext cx="2454275" cy="2416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15" imgW="2453760" imgH="2415600" progId="Paint.Picture.1">
                    <p:embed/>
                  </p:oleObj>
                </mc:Choice>
                <mc:Fallback>
                  <p:oleObj name="Bitmap Image" r:id="rId15" imgW="2453760" imgH="2415600" progId="Paint.Picture.1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13426" y="1223036"/>
                          <a:ext cx="2454275" cy="24161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7">
              <a:extLst>
                <a:ext uri="{FF2B5EF4-FFF2-40B4-BE49-F238E27FC236}">
                  <a16:creationId xmlns:a16="http://schemas.microsoft.com/office/drawing/2014/main" id="{895674BC-4D05-4EAD-BBB1-8000DB59D8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2048084"/>
                </p:ext>
              </p:extLst>
            </p:nvPr>
          </p:nvGraphicFramePr>
          <p:xfrm>
            <a:off x="1306910" y="1379795"/>
            <a:ext cx="101600" cy="16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01520" imgH="164880" progId="Equation.DSMT4">
                    <p:embed/>
                  </p:oleObj>
                </mc:Choice>
                <mc:Fallback>
                  <p:oleObj name="Equation" r:id="rId17" imgW="10152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306910" y="1379795"/>
                          <a:ext cx="101600" cy="16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id="{0AAE9A44-B3CE-4F1A-838F-F9971F4130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4388162"/>
                </p:ext>
              </p:extLst>
            </p:nvPr>
          </p:nvGraphicFramePr>
          <p:xfrm>
            <a:off x="2437987" y="2500957"/>
            <a:ext cx="101600" cy="16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02193" imgH="164756" progId="Equation.DSMT4">
                    <p:embed/>
                  </p:oleObj>
                </mc:Choice>
                <mc:Fallback>
                  <p:oleObj name="Equation" r:id="rId19" imgW="102193" imgH="164756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437987" y="2500957"/>
                          <a:ext cx="101600" cy="16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0">
              <a:extLst>
                <a:ext uri="{FF2B5EF4-FFF2-40B4-BE49-F238E27FC236}">
                  <a16:creationId xmlns:a16="http://schemas.microsoft.com/office/drawing/2014/main" id="{59D1390F-D014-4344-8F69-7F3688669D1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74309"/>
                </p:ext>
              </p:extLst>
            </p:nvPr>
          </p:nvGraphicFramePr>
          <p:xfrm>
            <a:off x="1256110" y="3411837"/>
            <a:ext cx="203200" cy="16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203040" imgH="164880" progId="Equation.DSMT4">
                    <p:embed/>
                  </p:oleObj>
                </mc:Choice>
                <mc:Fallback>
                  <p:oleObj name="Equation" r:id="rId21" imgW="20304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256110" y="3411837"/>
                          <a:ext cx="203200" cy="16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4">
              <a:extLst>
                <a:ext uri="{FF2B5EF4-FFF2-40B4-BE49-F238E27FC236}">
                  <a16:creationId xmlns:a16="http://schemas.microsoft.com/office/drawing/2014/main" id="{24678EC3-E1F0-4B20-B30E-9FC832C346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2933640"/>
                </p:ext>
              </p:extLst>
            </p:nvPr>
          </p:nvGraphicFramePr>
          <p:xfrm>
            <a:off x="306474" y="2505094"/>
            <a:ext cx="204787" cy="16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204385" imgH="164756" progId="Equation.DSMT4">
                    <p:embed/>
                  </p:oleObj>
                </mc:Choice>
                <mc:Fallback>
                  <p:oleObj name="Equation" r:id="rId23" imgW="204385" imgH="164756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06474" y="2505094"/>
                          <a:ext cx="204787" cy="16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C71670-5D2B-42E0-8286-E82FB9BD8EA5}"/>
                </a:ext>
              </a:extLst>
            </p:cNvPr>
            <p:cNvSpPr txBox="1"/>
            <p:nvPr/>
          </p:nvSpPr>
          <p:spPr>
            <a:xfrm>
              <a:off x="996186" y="1752911"/>
              <a:ext cx="356639" cy="5393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DAB8067-0EA4-BDEB-F835-6403E06579B5}"/>
              </a:ext>
            </a:extLst>
          </p:cNvPr>
          <p:cNvGrpSpPr/>
          <p:nvPr/>
        </p:nvGrpSpPr>
        <p:grpSpPr>
          <a:xfrm>
            <a:off x="3104833" y="834674"/>
            <a:ext cx="2949575" cy="2705100"/>
            <a:chOff x="3104833" y="1108994"/>
            <a:chExt cx="2949575" cy="2705100"/>
          </a:xfrm>
        </p:grpSpPr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id="{D6C04453-D1ED-4EB3-9F23-DA02E76160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9747691"/>
                </p:ext>
              </p:extLst>
            </p:nvPr>
          </p:nvGraphicFramePr>
          <p:xfrm>
            <a:off x="3104833" y="1108994"/>
            <a:ext cx="2949575" cy="270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5" imgW="2949120" imgH="2705040" progId="Paint.Picture.1">
                    <p:embed/>
                  </p:oleObj>
                </mc:Choice>
                <mc:Fallback>
                  <p:oleObj name="Bitmap Image" r:id="rId25" imgW="2949120" imgH="2705040" progId="Paint.Picture.1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104833" y="1108994"/>
                          <a:ext cx="2949575" cy="270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A05FBBE-6B16-4C49-A672-B8CD311F06BE}"/>
                </a:ext>
              </a:extLst>
            </p:cNvPr>
            <p:cNvSpPr txBox="1"/>
            <p:nvPr/>
          </p:nvSpPr>
          <p:spPr>
            <a:xfrm>
              <a:off x="4395847" y="2461544"/>
              <a:ext cx="298580" cy="5393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253CF3C-01BD-55C8-3AF8-BD7B26FF1B63}"/>
              </a:ext>
            </a:extLst>
          </p:cNvPr>
          <p:cNvGrpSpPr/>
          <p:nvPr/>
        </p:nvGrpSpPr>
        <p:grpSpPr>
          <a:xfrm>
            <a:off x="6200878" y="948716"/>
            <a:ext cx="2568575" cy="2438400"/>
            <a:chOff x="6200878" y="1223036"/>
            <a:chExt cx="2568575" cy="2438400"/>
          </a:xfrm>
        </p:grpSpPr>
        <p:graphicFrame>
          <p:nvGraphicFramePr>
            <p:cNvPr id="17" name="Object 16">
              <a:extLst>
                <a:ext uri="{FF2B5EF4-FFF2-40B4-BE49-F238E27FC236}">
                  <a16:creationId xmlns:a16="http://schemas.microsoft.com/office/drawing/2014/main" id="{CA22B867-8A5F-43EE-B54D-6FFBE8D7B32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3746141"/>
                </p:ext>
              </p:extLst>
            </p:nvPr>
          </p:nvGraphicFramePr>
          <p:xfrm>
            <a:off x="6200878" y="1223036"/>
            <a:ext cx="2568575" cy="2438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7" imgW="2567880" imgH="2438280" progId="Paint.Picture.1">
                    <p:embed/>
                  </p:oleObj>
                </mc:Choice>
                <mc:Fallback>
                  <p:oleObj name="Bitmap Image" r:id="rId27" imgW="2567880" imgH="2438280" progId="Paint.Picture.1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6200878" y="1223036"/>
                          <a:ext cx="2568575" cy="2438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6689BE1-7D24-4B5E-8CF6-82343F75CA18}"/>
                </a:ext>
              </a:extLst>
            </p:cNvPr>
            <p:cNvSpPr txBox="1"/>
            <p:nvPr/>
          </p:nvSpPr>
          <p:spPr>
            <a:xfrm>
              <a:off x="7265310" y="1922166"/>
              <a:ext cx="432743" cy="5393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2">
            <a:extLst>
              <a:ext uri="{FF2B5EF4-FFF2-40B4-BE49-F238E27FC236}">
                <a16:creationId xmlns:a16="http://schemas.microsoft.com/office/drawing/2014/main" id="{CFA0B978-9967-4B80-BEA5-F85278534F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Chọn hình t</a:t>
            </a:r>
            <a:r>
              <a:rPr lang="vi-VN" altLang="en-US"/>
              <a:t>ư</a:t>
            </a:r>
            <a:r>
              <a:rPr lang="en-US" altLang="en-US"/>
              <a:t>ơng ứng với mô tả miền phẳng</a:t>
            </a:r>
          </a:p>
        </p:txBody>
      </p:sp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EBE99271-E538-46F7-94FF-862F6EA62C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0946203"/>
              </p:ext>
            </p:extLst>
          </p:nvPr>
        </p:nvGraphicFramePr>
        <p:xfrm>
          <a:off x="6683188" y="4422165"/>
          <a:ext cx="1489364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38000" imgH="1396800" progId="Equation.DSMT4">
                  <p:embed/>
                </p:oleObj>
              </mc:Choice>
              <mc:Fallback>
                <p:oleObj name="Equation" r:id="rId3" imgW="1638000" imgH="1396800" progId="Equation.DSMT4">
                  <p:embed/>
                  <p:pic>
                    <p:nvPicPr>
                      <p:cNvPr id="12" name="Object 10">
                        <a:extLst>
                          <a:ext uri="{FF2B5EF4-FFF2-40B4-BE49-F238E27FC236}">
                            <a16:creationId xmlns:a16="http://schemas.microsoft.com/office/drawing/2014/main" id="{EBE99271-E538-46F7-94FF-862F6EA62C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188" y="4422165"/>
                        <a:ext cx="1489364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D1D0A5B2-61C2-4E1D-B871-5ADF7C1A51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3048333"/>
              </p:ext>
            </p:extLst>
          </p:nvPr>
        </p:nvGraphicFramePr>
        <p:xfrm>
          <a:off x="3615807" y="4430360"/>
          <a:ext cx="2008909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09680" imgH="1396800" progId="Equation.DSMT4">
                  <p:embed/>
                </p:oleObj>
              </mc:Choice>
              <mc:Fallback>
                <p:oleObj name="Equation" r:id="rId5" imgW="2209680" imgH="1396800" progId="Equation.DSMT4">
                  <p:embed/>
                  <p:pic>
                    <p:nvPicPr>
                      <p:cNvPr id="13" name="Object 10">
                        <a:extLst>
                          <a:ext uri="{FF2B5EF4-FFF2-40B4-BE49-F238E27FC236}">
                            <a16:creationId xmlns:a16="http://schemas.microsoft.com/office/drawing/2014/main" id="{D1D0A5B2-61C2-4E1D-B871-5ADF7C1A51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5807" y="4430360"/>
                        <a:ext cx="2008909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">
            <a:extLst>
              <a:ext uri="{FF2B5EF4-FFF2-40B4-BE49-F238E27FC236}">
                <a16:creationId xmlns:a16="http://schemas.microsoft.com/office/drawing/2014/main" id="{05DC4BD4-13B6-466D-8755-EB5A5E22B9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050625"/>
              </p:ext>
            </p:extLst>
          </p:nvPr>
        </p:nvGraphicFramePr>
        <p:xfrm>
          <a:off x="700433" y="4462560"/>
          <a:ext cx="2135909" cy="1246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49500" imgH="1371600" progId="Equation.DSMT4">
                  <p:embed/>
                </p:oleObj>
              </mc:Choice>
              <mc:Fallback>
                <p:oleObj name="Equation" r:id="rId7" imgW="2349500" imgH="1371600" progId="Equation.DSMT4">
                  <p:embed/>
                  <p:pic>
                    <p:nvPicPr>
                      <p:cNvPr id="14" name="Object 10">
                        <a:extLst>
                          <a:ext uri="{FF2B5EF4-FFF2-40B4-BE49-F238E27FC236}">
                            <a16:creationId xmlns:a16="http://schemas.microsoft.com/office/drawing/2014/main" id="{05DC4BD4-13B6-466D-8755-EB5A5E22B9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433" y="4462560"/>
                        <a:ext cx="2135909" cy="12469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04D5A05E-80A3-9D55-0EC3-F9D781C61913}"/>
              </a:ext>
            </a:extLst>
          </p:cNvPr>
          <p:cNvGrpSpPr/>
          <p:nvPr/>
        </p:nvGrpSpPr>
        <p:grpSpPr>
          <a:xfrm>
            <a:off x="306474" y="948716"/>
            <a:ext cx="2461227" cy="2416175"/>
            <a:chOff x="306474" y="1223036"/>
            <a:chExt cx="2461227" cy="2416175"/>
          </a:xfrm>
        </p:grpSpPr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769D6549-C0BE-4B1D-9EB1-B03E716FC7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3426" y="1223036"/>
            <a:ext cx="2454275" cy="2416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9" imgW="2453760" imgH="2415600" progId="Paint.Picture.1">
                    <p:embed/>
                  </p:oleObj>
                </mc:Choice>
                <mc:Fallback>
                  <p:oleObj name="Bitmap Image" r:id="rId9" imgW="2453760" imgH="2415600" progId="Paint.Picture.1">
                    <p:embed/>
                    <p:pic>
                      <p:nvPicPr>
                        <p:cNvPr id="5" name="Object 4">
                          <a:extLst>
                            <a:ext uri="{FF2B5EF4-FFF2-40B4-BE49-F238E27FC236}">
                              <a16:creationId xmlns:a16="http://schemas.microsoft.com/office/drawing/2014/main" id="{769D6549-C0BE-4B1D-9EB1-B03E716FC7F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13426" y="1223036"/>
                          <a:ext cx="2454275" cy="24161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7">
              <a:extLst>
                <a:ext uri="{FF2B5EF4-FFF2-40B4-BE49-F238E27FC236}">
                  <a16:creationId xmlns:a16="http://schemas.microsoft.com/office/drawing/2014/main" id="{895674BC-4D05-4EAD-BBB1-8000DB59D8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06910" y="1379795"/>
            <a:ext cx="101600" cy="16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01520" imgH="164880" progId="Equation.DSMT4">
                    <p:embed/>
                  </p:oleObj>
                </mc:Choice>
                <mc:Fallback>
                  <p:oleObj name="Equation" r:id="rId11" imgW="101520" imgH="164880" progId="Equation.DSMT4">
                    <p:embed/>
                    <p:pic>
                      <p:nvPicPr>
                        <p:cNvPr id="8" name="Object 7">
                          <a:extLst>
                            <a:ext uri="{FF2B5EF4-FFF2-40B4-BE49-F238E27FC236}">
                              <a16:creationId xmlns:a16="http://schemas.microsoft.com/office/drawing/2014/main" id="{895674BC-4D05-4EAD-BBB1-8000DB59D8C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306910" y="1379795"/>
                          <a:ext cx="101600" cy="16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id="{0AAE9A44-B3CE-4F1A-838F-F9971F4130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37987" y="2500957"/>
            <a:ext cx="101600" cy="16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02193" imgH="164756" progId="Equation.DSMT4">
                    <p:embed/>
                  </p:oleObj>
                </mc:Choice>
                <mc:Fallback>
                  <p:oleObj name="Equation" r:id="rId13" imgW="102193" imgH="164756" progId="Equation.DSMT4">
                    <p:embed/>
                    <p:pic>
                      <p:nvPicPr>
                        <p:cNvPr id="10" name="Object 9">
                          <a:extLst>
                            <a:ext uri="{FF2B5EF4-FFF2-40B4-BE49-F238E27FC236}">
                              <a16:creationId xmlns:a16="http://schemas.microsoft.com/office/drawing/2014/main" id="{0AAE9A44-B3CE-4F1A-838F-F9971F4130D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437987" y="2500957"/>
                          <a:ext cx="101600" cy="16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0">
              <a:extLst>
                <a:ext uri="{FF2B5EF4-FFF2-40B4-BE49-F238E27FC236}">
                  <a16:creationId xmlns:a16="http://schemas.microsoft.com/office/drawing/2014/main" id="{59D1390F-D014-4344-8F69-7F3688669D1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56110" y="3411837"/>
            <a:ext cx="203200" cy="16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03040" imgH="164880" progId="Equation.DSMT4">
                    <p:embed/>
                  </p:oleObj>
                </mc:Choice>
                <mc:Fallback>
                  <p:oleObj name="Equation" r:id="rId15" imgW="203040" imgH="164880" progId="Equation.DSMT4">
                    <p:embed/>
                    <p:pic>
                      <p:nvPicPr>
                        <p:cNvPr id="11" name="Object 10">
                          <a:extLst>
                            <a:ext uri="{FF2B5EF4-FFF2-40B4-BE49-F238E27FC236}">
                              <a16:creationId xmlns:a16="http://schemas.microsoft.com/office/drawing/2014/main" id="{59D1390F-D014-4344-8F69-7F3688669D1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256110" y="3411837"/>
                          <a:ext cx="203200" cy="16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4">
              <a:extLst>
                <a:ext uri="{FF2B5EF4-FFF2-40B4-BE49-F238E27FC236}">
                  <a16:creationId xmlns:a16="http://schemas.microsoft.com/office/drawing/2014/main" id="{24678EC3-E1F0-4B20-B30E-9FC832C346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6474" y="2505094"/>
            <a:ext cx="204787" cy="16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04385" imgH="164756" progId="Equation.DSMT4">
                    <p:embed/>
                  </p:oleObj>
                </mc:Choice>
                <mc:Fallback>
                  <p:oleObj name="Equation" r:id="rId17" imgW="204385" imgH="164756" progId="Equation.DSMT4">
                    <p:embed/>
                    <p:pic>
                      <p:nvPicPr>
                        <p:cNvPr id="15" name="Object 14">
                          <a:extLst>
                            <a:ext uri="{FF2B5EF4-FFF2-40B4-BE49-F238E27FC236}">
                              <a16:creationId xmlns:a16="http://schemas.microsoft.com/office/drawing/2014/main" id="{24678EC3-E1F0-4B20-B30E-9FC832C3466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06474" y="2505094"/>
                          <a:ext cx="204787" cy="16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C71670-5D2B-42E0-8286-E82FB9BD8EA5}"/>
                </a:ext>
              </a:extLst>
            </p:cNvPr>
            <p:cNvSpPr txBox="1"/>
            <p:nvPr/>
          </p:nvSpPr>
          <p:spPr>
            <a:xfrm>
              <a:off x="996186" y="1752911"/>
              <a:ext cx="356639" cy="5393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DAB8067-0EA4-BDEB-F835-6403E06579B5}"/>
              </a:ext>
            </a:extLst>
          </p:cNvPr>
          <p:cNvGrpSpPr/>
          <p:nvPr/>
        </p:nvGrpSpPr>
        <p:grpSpPr>
          <a:xfrm>
            <a:off x="3104833" y="834674"/>
            <a:ext cx="2949575" cy="2705100"/>
            <a:chOff x="3104833" y="1108994"/>
            <a:chExt cx="2949575" cy="2705100"/>
          </a:xfrm>
        </p:grpSpPr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id="{D6C04453-D1ED-4EB3-9F23-DA02E76160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04833" y="1108994"/>
            <a:ext cx="2949575" cy="270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19" imgW="2949120" imgH="2705040" progId="Paint.Picture.1">
                    <p:embed/>
                  </p:oleObj>
                </mc:Choice>
                <mc:Fallback>
                  <p:oleObj name="Bitmap Image" r:id="rId19" imgW="2949120" imgH="2705040" progId="Paint.Picture.1">
                    <p:embed/>
                    <p:pic>
                      <p:nvPicPr>
                        <p:cNvPr id="7" name="Object 6">
                          <a:extLst>
                            <a:ext uri="{FF2B5EF4-FFF2-40B4-BE49-F238E27FC236}">
                              <a16:creationId xmlns:a16="http://schemas.microsoft.com/office/drawing/2014/main" id="{D6C04453-D1ED-4EB3-9F23-DA02E761609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104833" y="1108994"/>
                          <a:ext cx="2949575" cy="270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A05FBBE-6B16-4C49-A672-B8CD311F06BE}"/>
                </a:ext>
              </a:extLst>
            </p:cNvPr>
            <p:cNvSpPr txBox="1"/>
            <p:nvPr/>
          </p:nvSpPr>
          <p:spPr>
            <a:xfrm>
              <a:off x="4395847" y="2461544"/>
              <a:ext cx="298580" cy="5393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253CF3C-01BD-55C8-3AF8-BD7B26FF1B63}"/>
              </a:ext>
            </a:extLst>
          </p:cNvPr>
          <p:cNvGrpSpPr/>
          <p:nvPr/>
        </p:nvGrpSpPr>
        <p:grpSpPr>
          <a:xfrm>
            <a:off x="6200878" y="948716"/>
            <a:ext cx="2568575" cy="2438400"/>
            <a:chOff x="6200878" y="1223036"/>
            <a:chExt cx="2568575" cy="2438400"/>
          </a:xfrm>
        </p:grpSpPr>
        <p:graphicFrame>
          <p:nvGraphicFramePr>
            <p:cNvPr id="17" name="Object 16">
              <a:extLst>
                <a:ext uri="{FF2B5EF4-FFF2-40B4-BE49-F238E27FC236}">
                  <a16:creationId xmlns:a16="http://schemas.microsoft.com/office/drawing/2014/main" id="{CA22B867-8A5F-43EE-B54D-6FFBE8D7B3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00878" y="1223036"/>
            <a:ext cx="2568575" cy="2438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1" imgW="2567880" imgH="2438280" progId="Paint.Picture.1">
                    <p:embed/>
                  </p:oleObj>
                </mc:Choice>
                <mc:Fallback>
                  <p:oleObj name="Bitmap Image" r:id="rId21" imgW="2567880" imgH="2438280" progId="Paint.Picture.1">
                    <p:embed/>
                    <p:pic>
                      <p:nvPicPr>
                        <p:cNvPr id="17" name="Object 16">
                          <a:extLst>
                            <a:ext uri="{FF2B5EF4-FFF2-40B4-BE49-F238E27FC236}">
                              <a16:creationId xmlns:a16="http://schemas.microsoft.com/office/drawing/2014/main" id="{CA22B867-8A5F-43EE-B54D-6FFBE8D7B32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200878" y="1223036"/>
                          <a:ext cx="2568575" cy="2438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6689BE1-7D24-4B5E-8CF6-82343F75CA18}"/>
                </a:ext>
              </a:extLst>
            </p:cNvPr>
            <p:cNvSpPr txBox="1"/>
            <p:nvPr/>
          </p:nvSpPr>
          <p:spPr>
            <a:xfrm>
              <a:off x="7265310" y="1922166"/>
              <a:ext cx="432743" cy="5393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5676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331A02D1-45C8-4F36-8928-E4FB819F8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Mô tả miền phẳng theo tđ Descartes và tđ cực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E15148-6452-4EB5-A7B5-B1FAB499CB17}"/>
              </a:ext>
            </a:extLst>
          </p:cNvPr>
          <p:cNvSpPr/>
          <p:nvPr/>
        </p:nvSpPr>
        <p:spPr>
          <a:xfrm>
            <a:off x="304800" y="1984375"/>
            <a:ext cx="228600" cy="228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672C12-8AE8-43A0-A6D2-2073372293EE}"/>
              </a:ext>
            </a:extLst>
          </p:cNvPr>
          <p:cNvSpPr/>
          <p:nvPr/>
        </p:nvSpPr>
        <p:spPr>
          <a:xfrm>
            <a:off x="533400" y="2406650"/>
            <a:ext cx="228600" cy="228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F99946-35D4-496F-BB13-6079C051005E}"/>
              </a:ext>
            </a:extLst>
          </p:cNvPr>
          <p:cNvSpPr/>
          <p:nvPr/>
        </p:nvSpPr>
        <p:spPr>
          <a:xfrm>
            <a:off x="9220200" y="2362200"/>
            <a:ext cx="228600" cy="228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93D47C-ABA0-4A67-A9B5-BBE02CB4CAAE}"/>
              </a:ext>
            </a:extLst>
          </p:cNvPr>
          <p:cNvSpPr/>
          <p:nvPr/>
        </p:nvSpPr>
        <p:spPr>
          <a:xfrm>
            <a:off x="4267200" y="2057400"/>
            <a:ext cx="228600" cy="228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1BC18396-C6A5-44DE-82EB-85F244896B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757269"/>
              </p:ext>
            </p:extLst>
          </p:nvPr>
        </p:nvGraphicFramePr>
        <p:xfrm>
          <a:off x="127158" y="1101771"/>
          <a:ext cx="2773363" cy="244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2773800" imgH="2446200" progId="Paint.Picture">
                  <p:embed/>
                </p:oleObj>
              </mc:Choice>
              <mc:Fallback>
                <p:oleObj name="Bitmap Image" r:id="rId2" imgW="2773800" imgH="24462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7158" y="1101771"/>
                        <a:ext cx="2773363" cy="2446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4150FFA9-0636-4561-BBAA-463AC75497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5208044"/>
              </p:ext>
            </p:extLst>
          </p:nvPr>
        </p:nvGraphicFramePr>
        <p:xfrm>
          <a:off x="3380978" y="1207453"/>
          <a:ext cx="2705100" cy="249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2705040" imgH="2491920" progId="Paint.Picture">
                  <p:embed/>
                </p:oleObj>
              </mc:Choice>
              <mc:Fallback>
                <p:oleObj name="Bitmap Image" r:id="rId4" imgW="2705040" imgH="249192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80978" y="1207453"/>
                        <a:ext cx="2705100" cy="2492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2BFF2AC9-D120-4226-B6BE-E967E816B0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103974"/>
              </p:ext>
            </p:extLst>
          </p:nvPr>
        </p:nvGraphicFramePr>
        <p:xfrm>
          <a:off x="6566535" y="1160463"/>
          <a:ext cx="2568575" cy="253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2567880" imgH="2529720" progId="Paint.Picture">
                  <p:embed/>
                </p:oleObj>
              </mc:Choice>
              <mc:Fallback>
                <p:oleObj name="Bitmap Image" r:id="rId6" imgW="2567880" imgH="252972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566535" y="1160463"/>
                        <a:ext cx="2568575" cy="2530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35DB113B-1C79-4397-89DA-F24E8F3DE0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Mô tả miền phẳng theo tọa độ cực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6EE9B6D-5FC8-439A-A4AE-B2A0DF2E1979}"/>
              </a:ext>
            </a:extLst>
          </p:cNvPr>
          <p:cNvSpPr/>
          <p:nvPr/>
        </p:nvSpPr>
        <p:spPr>
          <a:xfrm>
            <a:off x="4160838" y="2514600"/>
            <a:ext cx="228600" cy="228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B7F775-BBF8-42BC-B965-7F90E2826CE7}"/>
              </a:ext>
            </a:extLst>
          </p:cNvPr>
          <p:cNvSpPr/>
          <p:nvPr/>
        </p:nvSpPr>
        <p:spPr>
          <a:xfrm>
            <a:off x="152400" y="2133600"/>
            <a:ext cx="228600" cy="228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18DFE49-5EA6-4938-A194-D33320BFC0FB}"/>
              </a:ext>
            </a:extLst>
          </p:cNvPr>
          <p:cNvSpPr/>
          <p:nvPr/>
        </p:nvSpPr>
        <p:spPr>
          <a:xfrm>
            <a:off x="228600" y="3048000"/>
            <a:ext cx="228600" cy="228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4A29F72-B485-4E70-9758-E49B14C863CA}"/>
              </a:ext>
            </a:extLst>
          </p:cNvPr>
          <p:cNvSpPr/>
          <p:nvPr/>
        </p:nvSpPr>
        <p:spPr>
          <a:xfrm>
            <a:off x="4191000" y="1524000"/>
            <a:ext cx="228600" cy="228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B66CD00-EBC5-4A83-A7AE-4218F2445C70}"/>
              </a:ext>
            </a:extLst>
          </p:cNvPr>
          <p:cNvSpPr/>
          <p:nvPr/>
        </p:nvSpPr>
        <p:spPr>
          <a:xfrm>
            <a:off x="7924800" y="2209800"/>
            <a:ext cx="228600" cy="228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0B6A817-B395-4445-A92F-180D797D96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2262060"/>
              </p:ext>
            </p:extLst>
          </p:nvPr>
        </p:nvGraphicFramePr>
        <p:xfrm>
          <a:off x="70285" y="933450"/>
          <a:ext cx="2346325" cy="316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2346840" imgH="3162240" progId="Paint.Picture.1">
                  <p:embed/>
                </p:oleObj>
              </mc:Choice>
              <mc:Fallback>
                <p:oleObj name="Bitmap Image" r:id="rId2" imgW="2346840" imgH="3162240" progId="Paint.Picture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285" y="933450"/>
                        <a:ext cx="2346325" cy="316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EFD5E22A-B357-4DDF-849A-A73FE884D5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2082788"/>
              </p:ext>
            </p:extLst>
          </p:nvPr>
        </p:nvGraphicFramePr>
        <p:xfrm>
          <a:off x="2686051" y="893712"/>
          <a:ext cx="2949575" cy="324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2949120" imgH="3246120" progId="Paint.Picture.1">
                  <p:embed/>
                </p:oleObj>
              </mc:Choice>
              <mc:Fallback>
                <p:oleObj name="Bitmap Image" r:id="rId4" imgW="2949120" imgH="3246120" progId="Paint.Picture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86051" y="893712"/>
                        <a:ext cx="2949575" cy="3246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3343299F-2733-4C90-ACAD-DC5F4EE802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491331"/>
              </p:ext>
            </p:extLst>
          </p:nvPr>
        </p:nvGraphicFramePr>
        <p:xfrm>
          <a:off x="5749438" y="952500"/>
          <a:ext cx="3170237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3169800" imgH="2362320" progId="Paint.Picture.1">
                  <p:embed/>
                </p:oleObj>
              </mc:Choice>
              <mc:Fallback>
                <p:oleObj name="Bitmap Image" r:id="rId6" imgW="3169800" imgH="2362320" progId="Paint.Picture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749438" y="952500"/>
                        <a:ext cx="3170237" cy="2362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153DA-1FD6-167F-1526-DF60AE519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Vẽ miền phẳng mô tả theo tọa độ cực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431BD713-62EB-0D27-D103-939C834212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937270"/>
              </p:ext>
            </p:extLst>
          </p:nvPr>
        </p:nvGraphicFramePr>
        <p:xfrm>
          <a:off x="628650" y="955358"/>
          <a:ext cx="2895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95480" imgH="787320" progId="Equation.DSMT4">
                  <p:embed/>
                </p:oleObj>
              </mc:Choice>
              <mc:Fallback>
                <p:oleObj name="Equation" r:id="rId2" imgW="289548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8650" y="955358"/>
                        <a:ext cx="2895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77EA438-B924-C50E-3F07-EF1F51C42C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314552"/>
              </p:ext>
            </p:extLst>
          </p:nvPr>
        </p:nvGraphicFramePr>
        <p:xfrm>
          <a:off x="628650" y="2171700"/>
          <a:ext cx="3619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19440" imgH="787320" progId="Equation.DSMT4">
                  <p:embed/>
                </p:oleObj>
              </mc:Choice>
              <mc:Fallback>
                <p:oleObj name="Equation" r:id="rId4" imgW="361944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8650" y="2171700"/>
                        <a:ext cx="36195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D7FCB35-4995-3869-61B4-CD2BD2396B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724413"/>
              </p:ext>
            </p:extLst>
          </p:nvPr>
        </p:nvGraphicFramePr>
        <p:xfrm>
          <a:off x="675640" y="3444875"/>
          <a:ext cx="2882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82880" imgH="787320" progId="Equation.DSMT4">
                  <p:embed/>
                </p:oleObj>
              </mc:Choice>
              <mc:Fallback>
                <p:oleObj name="Equation" r:id="rId6" imgW="288288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75640" y="3444875"/>
                        <a:ext cx="28829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2AC876D-E0A4-4C9D-B1AB-671B2ACCF2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0607808"/>
              </p:ext>
            </p:extLst>
          </p:nvPr>
        </p:nvGraphicFramePr>
        <p:xfrm>
          <a:off x="873125" y="4829175"/>
          <a:ext cx="2501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01640" imgH="838080" progId="Equation.DSMT4">
                  <p:embed/>
                </p:oleObj>
              </mc:Choice>
              <mc:Fallback>
                <p:oleObj name="Equation" r:id="rId8" imgW="250164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73125" y="4829175"/>
                        <a:ext cx="25019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0496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782209AC-0366-4101-B0CF-C111791AE9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VÍ DỤ</a:t>
            </a:r>
          </a:p>
        </p:txBody>
      </p:sp>
      <p:grpSp>
        <p:nvGrpSpPr>
          <p:cNvPr id="17411" name="Group 23">
            <a:extLst>
              <a:ext uri="{FF2B5EF4-FFF2-40B4-BE49-F238E27FC236}">
                <a16:creationId xmlns:a16="http://schemas.microsoft.com/office/drawing/2014/main" id="{945C67CF-5897-44EF-BC25-D515DA3C9F58}"/>
              </a:ext>
            </a:extLst>
          </p:cNvPr>
          <p:cNvGrpSpPr>
            <a:grpSpLocks/>
          </p:cNvGrpSpPr>
          <p:nvPr/>
        </p:nvGrpSpPr>
        <p:grpSpPr bwMode="auto">
          <a:xfrm>
            <a:off x="365760" y="1051930"/>
            <a:ext cx="7308850" cy="969963"/>
            <a:chOff x="192" y="277"/>
            <a:chExt cx="4604" cy="611"/>
          </a:xfrm>
        </p:grpSpPr>
        <p:graphicFrame>
          <p:nvGraphicFramePr>
            <p:cNvPr id="17420" name="Object 24">
              <a:extLst>
                <a:ext uri="{FF2B5EF4-FFF2-40B4-BE49-F238E27FC236}">
                  <a16:creationId xmlns:a16="http://schemas.microsoft.com/office/drawing/2014/main" id="{ABFF80E3-26B4-41D2-A88B-22E104260BB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6356720"/>
                </p:ext>
              </p:extLst>
            </p:nvPr>
          </p:nvGraphicFramePr>
          <p:xfrm>
            <a:off x="1147" y="382"/>
            <a:ext cx="1563" cy="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730240" imgH="850680" progId="Equation.DSMT4">
                    <p:embed/>
                  </p:oleObj>
                </mc:Choice>
                <mc:Fallback>
                  <p:oleObj name="Equation" r:id="rId3" imgW="2730240" imgH="850680" progId="Equation.DSMT4">
                    <p:embed/>
                    <p:pic>
                      <p:nvPicPr>
                        <p:cNvPr id="17420" name="Object 24">
                          <a:extLst>
                            <a:ext uri="{FF2B5EF4-FFF2-40B4-BE49-F238E27FC236}">
                              <a16:creationId xmlns:a16="http://schemas.microsoft.com/office/drawing/2014/main" id="{ABFF80E3-26B4-41D2-A88B-22E104260B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7" y="382"/>
                          <a:ext cx="1563" cy="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1" name="Object 25">
              <a:extLst>
                <a:ext uri="{FF2B5EF4-FFF2-40B4-BE49-F238E27FC236}">
                  <a16:creationId xmlns:a16="http://schemas.microsoft.com/office/drawing/2014/main" id="{CFDB489B-6D4F-4662-9A7C-DCF7B7480B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3987151"/>
                </p:ext>
              </p:extLst>
            </p:nvPr>
          </p:nvGraphicFramePr>
          <p:xfrm>
            <a:off x="3472" y="277"/>
            <a:ext cx="1324" cy="6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311200" imgH="1066680" progId="Equation.DSMT4">
                    <p:embed/>
                  </p:oleObj>
                </mc:Choice>
                <mc:Fallback>
                  <p:oleObj name="Equation" r:id="rId5" imgW="2311200" imgH="1066680" progId="Equation.DSMT4">
                    <p:embed/>
                    <p:pic>
                      <p:nvPicPr>
                        <p:cNvPr id="17421" name="Object 25">
                          <a:extLst>
                            <a:ext uri="{FF2B5EF4-FFF2-40B4-BE49-F238E27FC236}">
                              <a16:creationId xmlns:a16="http://schemas.microsoft.com/office/drawing/2014/main" id="{CFDB489B-6D4F-4662-9A7C-DCF7B7480B4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2" y="277"/>
                          <a:ext cx="1324" cy="6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3" name="Text Box 27">
              <a:extLst>
                <a:ext uri="{FF2B5EF4-FFF2-40B4-BE49-F238E27FC236}">
                  <a16:creationId xmlns:a16="http://schemas.microsoft.com/office/drawing/2014/main" id="{991CBF1E-2D1F-4A28-9E2F-08ECE20EA5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90"/>
              <a:ext cx="105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1/ </a:t>
              </a:r>
              <a:r>
                <a:rPr lang="en-US" alt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  <a:r>
                <a:rPr lang="en-US" alt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17424" name="Text Box 28">
              <a:extLst>
                <a:ext uri="{FF2B5EF4-FFF2-40B4-BE49-F238E27FC236}">
                  <a16:creationId xmlns:a16="http://schemas.microsoft.com/office/drawing/2014/main" id="{0C6EF300-8EA0-4406-9A94-42536E7216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90"/>
              <a:ext cx="57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với</a:t>
              </a:r>
            </a:p>
          </p:txBody>
        </p:sp>
      </p:grpSp>
      <p:grpSp>
        <p:nvGrpSpPr>
          <p:cNvPr id="2" name="Group 23">
            <a:extLst>
              <a:ext uri="{FF2B5EF4-FFF2-40B4-BE49-F238E27FC236}">
                <a16:creationId xmlns:a16="http://schemas.microsoft.com/office/drawing/2014/main" id="{70D536A4-FBCF-48C6-259A-E6F247D1C009}"/>
              </a:ext>
            </a:extLst>
          </p:cNvPr>
          <p:cNvGrpSpPr>
            <a:grpSpLocks/>
          </p:cNvGrpSpPr>
          <p:nvPr/>
        </p:nvGrpSpPr>
        <p:grpSpPr bwMode="auto">
          <a:xfrm>
            <a:off x="365760" y="3195690"/>
            <a:ext cx="7308850" cy="969963"/>
            <a:chOff x="192" y="277"/>
            <a:chExt cx="4604" cy="611"/>
          </a:xfrm>
        </p:grpSpPr>
        <p:graphicFrame>
          <p:nvGraphicFramePr>
            <p:cNvPr id="3" name="Object 24">
              <a:extLst>
                <a:ext uri="{FF2B5EF4-FFF2-40B4-BE49-F238E27FC236}">
                  <a16:creationId xmlns:a16="http://schemas.microsoft.com/office/drawing/2014/main" id="{1BC66E69-55C5-0E29-C681-AD7B4CEA4C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5021418"/>
                </p:ext>
              </p:extLst>
            </p:nvPr>
          </p:nvGraphicFramePr>
          <p:xfrm>
            <a:off x="1147" y="382"/>
            <a:ext cx="1563" cy="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730240" imgH="850680" progId="Equation.DSMT4">
                    <p:embed/>
                  </p:oleObj>
                </mc:Choice>
                <mc:Fallback>
                  <p:oleObj name="Equation" r:id="rId3" imgW="2730240" imgH="850680" progId="Equation.DSMT4">
                    <p:embed/>
                    <p:pic>
                      <p:nvPicPr>
                        <p:cNvPr id="17420" name="Object 24">
                          <a:extLst>
                            <a:ext uri="{FF2B5EF4-FFF2-40B4-BE49-F238E27FC236}">
                              <a16:creationId xmlns:a16="http://schemas.microsoft.com/office/drawing/2014/main" id="{ABFF80E3-26B4-41D2-A88B-22E104260B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7" y="382"/>
                          <a:ext cx="1563" cy="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25">
              <a:extLst>
                <a:ext uri="{FF2B5EF4-FFF2-40B4-BE49-F238E27FC236}">
                  <a16:creationId xmlns:a16="http://schemas.microsoft.com/office/drawing/2014/main" id="{39234B4B-8849-0885-7C21-803DF4CB887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8151895"/>
                </p:ext>
              </p:extLst>
            </p:nvPr>
          </p:nvGraphicFramePr>
          <p:xfrm>
            <a:off x="3472" y="277"/>
            <a:ext cx="1324" cy="6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311200" imgH="1066680" progId="Equation.DSMT4">
                    <p:embed/>
                  </p:oleObj>
                </mc:Choice>
                <mc:Fallback>
                  <p:oleObj name="Equation" r:id="rId7" imgW="2311200" imgH="1066680" progId="Equation.DSMT4">
                    <p:embed/>
                    <p:pic>
                      <p:nvPicPr>
                        <p:cNvPr id="17421" name="Object 25">
                          <a:extLst>
                            <a:ext uri="{FF2B5EF4-FFF2-40B4-BE49-F238E27FC236}">
                              <a16:creationId xmlns:a16="http://schemas.microsoft.com/office/drawing/2014/main" id="{CFDB489B-6D4F-4662-9A7C-DCF7B7480B4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2" y="277"/>
                          <a:ext cx="1324" cy="6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Text Box 27">
              <a:extLst>
                <a:ext uri="{FF2B5EF4-FFF2-40B4-BE49-F238E27FC236}">
                  <a16:creationId xmlns:a16="http://schemas.microsoft.com/office/drawing/2014/main" id="{A8767725-5EB4-3BAF-4C27-0ECB6433D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90"/>
              <a:ext cx="105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/ </a:t>
              </a:r>
              <a:r>
                <a:rPr lang="en-US" alt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  <a:r>
                <a:rPr lang="en-US" alt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6" name="Text Box 28">
              <a:extLst>
                <a:ext uri="{FF2B5EF4-FFF2-40B4-BE49-F238E27FC236}">
                  <a16:creationId xmlns:a16="http://schemas.microsoft.com/office/drawing/2014/main" id="{60407811-E618-EC1B-F2E3-D6B1611817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90"/>
              <a:ext cx="57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với</a:t>
              </a:r>
            </a:p>
          </p:txBody>
        </p:sp>
      </p:grpSp>
      <p:grpSp>
        <p:nvGrpSpPr>
          <p:cNvPr id="7" name="Group 23">
            <a:extLst>
              <a:ext uri="{FF2B5EF4-FFF2-40B4-BE49-F238E27FC236}">
                <a16:creationId xmlns:a16="http://schemas.microsoft.com/office/drawing/2014/main" id="{1CC8CA8A-C470-E75D-1BDA-146B6EA3EA70}"/>
              </a:ext>
            </a:extLst>
          </p:cNvPr>
          <p:cNvGrpSpPr>
            <a:grpSpLocks/>
          </p:cNvGrpSpPr>
          <p:nvPr/>
        </p:nvGrpSpPr>
        <p:grpSpPr bwMode="auto">
          <a:xfrm>
            <a:off x="365760" y="5134558"/>
            <a:ext cx="7308850" cy="969963"/>
            <a:chOff x="192" y="277"/>
            <a:chExt cx="4604" cy="611"/>
          </a:xfrm>
        </p:grpSpPr>
        <p:graphicFrame>
          <p:nvGraphicFramePr>
            <p:cNvPr id="8" name="Object 24">
              <a:extLst>
                <a:ext uri="{FF2B5EF4-FFF2-40B4-BE49-F238E27FC236}">
                  <a16:creationId xmlns:a16="http://schemas.microsoft.com/office/drawing/2014/main" id="{09F35BC7-FAC9-B495-CB3E-45C8BC0E0E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5021418"/>
                </p:ext>
              </p:extLst>
            </p:nvPr>
          </p:nvGraphicFramePr>
          <p:xfrm>
            <a:off x="1147" y="382"/>
            <a:ext cx="1563" cy="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730240" imgH="850680" progId="Equation.DSMT4">
                    <p:embed/>
                  </p:oleObj>
                </mc:Choice>
                <mc:Fallback>
                  <p:oleObj name="Equation" r:id="rId3" imgW="2730240" imgH="850680" progId="Equation.DSMT4">
                    <p:embed/>
                    <p:pic>
                      <p:nvPicPr>
                        <p:cNvPr id="17420" name="Object 24">
                          <a:extLst>
                            <a:ext uri="{FF2B5EF4-FFF2-40B4-BE49-F238E27FC236}">
                              <a16:creationId xmlns:a16="http://schemas.microsoft.com/office/drawing/2014/main" id="{ABFF80E3-26B4-41D2-A88B-22E104260B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7" y="382"/>
                          <a:ext cx="1563" cy="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25">
              <a:extLst>
                <a:ext uri="{FF2B5EF4-FFF2-40B4-BE49-F238E27FC236}">
                  <a16:creationId xmlns:a16="http://schemas.microsoft.com/office/drawing/2014/main" id="{C22D4B2A-C6C0-6F20-00AF-BE8E067716E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4398408"/>
                </p:ext>
              </p:extLst>
            </p:nvPr>
          </p:nvGraphicFramePr>
          <p:xfrm>
            <a:off x="3472" y="277"/>
            <a:ext cx="1324" cy="6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311200" imgH="1066680" progId="Equation.DSMT4">
                    <p:embed/>
                  </p:oleObj>
                </mc:Choice>
                <mc:Fallback>
                  <p:oleObj name="Equation" r:id="rId9" imgW="2311200" imgH="1066680" progId="Equation.DSMT4">
                    <p:embed/>
                    <p:pic>
                      <p:nvPicPr>
                        <p:cNvPr id="17421" name="Object 25">
                          <a:extLst>
                            <a:ext uri="{FF2B5EF4-FFF2-40B4-BE49-F238E27FC236}">
                              <a16:creationId xmlns:a16="http://schemas.microsoft.com/office/drawing/2014/main" id="{CFDB489B-6D4F-4662-9A7C-DCF7B7480B4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2" y="277"/>
                          <a:ext cx="1324" cy="6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27">
              <a:extLst>
                <a:ext uri="{FF2B5EF4-FFF2-40B4-BE49-F238E27FC236}">
                  <a16:creationId xmlns:a16="http://schemas.microsoft.com/office/drawing/2014/main" id="{AE5B42EC-B4C6-5434-2E45-0F29140503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90"/>
              <a:ext cx="105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/ </a:t>
              </a:r>
              <a:r>
                <a:rPr lang="en-US" alt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  <a:r>
                <a:rPr lang="en-US" alt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11" name="Text Box 28">
              <a:extLst>
                <a:ext uri="{FF2B5EF4-FFF2-40B4-BE49-F238E27FC236}">
                  <a16:creationId xmlns:a16="http://schemas.microsoft.com/office/drawing/2014/main" id="{F90A9378-7C59-204F-FCF6-C3D37B01AF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90"/>
              <a:ext cx="57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với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782209AC-0366-4101-B0CF-C111791AE9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VÍ DỤ</a:t>
            </a:r>
          </a:p>
        </p:txBody>
      </p:sp>
      <p:grpSp>
        <p:nvGrpSpPr>
          <p:cNvPr id="17411" name="Group 23">
            <a:extLst>
              <a:ext uri="{FF2B5EF4-FFF2-40B4-BE49-F238E27FC236}">
                <a16:creationId xmlns:a16="http://schemas.microsoft.com/office/drawing/2014/main" id="{945C67CF-5897-44EF-BC25-D515DA3C9F58}"/>
              </a:ext>
            </a:extLst>
          </p:cNvPr>
          <p:cNvGrpSpPr>
            <a:grpSpLocks/>
          </p:cNvGrpSpPr>
          <p:nvPr/>
        </p:nvGrpSpPr>
        <p:grpSpPr bwMode="auto">
          <a:xfrm>
            <a:off x="365760" y="1051930"/>
            <a:ext cx="7402513" cy="969963"/>
            <a:chOff x="192" y="277"/>
            <a:chExt cx="4663" cy="611"/>
          </a:xfrm>
        </p:grpSpPr>
        <p:graphicFrame>
          <p:nvGraphicFramePr>
            <p:cNvPr id="17420" name="Object 24">
              <a:extLst>
                <a:ext uri="{FF2B5EF4-FFF2-40B4-BE49-F238E27FC236}">
                  <a16:creationId xmlns:a16="http://schemas.microsoft.com/office/drawing/2014/main" id="{ABFF80E3-26B4-41D2-A88B-22E104260B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47" y="382"/>
            <a:ext cx="1563" cy="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730240" imgH="850680" progId="Equation.DSMT4">
                    <p:embed/>
                  </p:oleObj>
                </mc:Choice>
                <mc:Fallback>
                  <p:oleObj name="Equation" r:id="rId3" imgW="2730240" imgH="850680" progId="Equation.DSMT4">
                    <p:embed/>
                    <p:pic>
                      <p:nvPicPr>
                        <p:cNvPr id="17420" name="Object 24">
                          <a:extLst>
                            <a:ext uri="{FF2B5EF4-FFF2-40B4-BE49-F238E27FC236}">
                              <a16:creationId xmlns:a16="http://schemas.microsoft.com/office/drawing/2014/main" id="{ABFF80E3-26B4-41D2-A88B-22E104260B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7" y="382"/>
                          <a:ext cx="1563" cy="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1" name="Object 25">
              <a:extLst>
                <a:ext uri="{FF2B5EF4-FFF2-40B4-BE49-F238E27FC236}">
                  <a16:creationId xmlns:a16="http://schemas.microsoft.com/office/drawing/2014/main" id="{CFDB489B-6D4F-4662-9A7C-DCF7B7480B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1563112"/>
                </p:ext>
              </p:extLst>
            </p:nvPr>
          </p:nvGraphicFramePr>
          <p:xfrm>
            <a:off x="3414" y="277"/>
            <a:ext cx="1441" cy="6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514600" imgH="1066680" progId="Equation.DSMT4">
                    <p:embed/>
                  </p:oleObj>
                </mc:Choice>
                <mc:Fallback>
                  <p:oleObj name="Equation" r:id="rId5" imgW="2514600" imgH="1066680" progId="Equation.DSMT4">
                    <p:embed/>
                    <p:pic>
                      <p:nvPicPr>
                        <p:cNvPr id="17421" name="Object 25">
                          <a:extLst>
                            <a:ext uri="{FF2B5EF4-FFF2-40B4-BE49-F238E27FC236}">
                              <a16:creationId xmlns:a16="http://schemas.microsoft.com/office/drawing/2014/main" id="{CFDB489B-6D4F-4662-9A7C-DCF7B7480B4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4" y="277"/>
                          <a:ext cx="1441" cy="6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3" name="Text Box 27">
              <a:extLst>
                <a:ext uri="{FF2B5EF4-FFF2-40B4-BE49-F238E27FC236}">
                  <a16:creationId xmlns:a16="http://schemas.microsoft.com/office/drawing/2014/main" id="{991CBF1E-2D1F-4A28-9E2F-08ECE20EA5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90"/>
              <a:ext cx="105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/ </a:t>
              </a:r>
              <a:r>
                <a:rPr lang="en-US" alt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  <a:r>
                <a:rPr lang="en-US" alt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17424" name="Text Box 28">
              <a:extLst>
                <a:ext uri="{FF2B5EF4-FFF2-40B4-BE49-F238E27FC236}">
                  <a16:creationId xmlns:a16="http://schemas.microsoft.com/office/drawing/2014/main" id="{0C6EF300-8EA0-4406-9A94-42536E7216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90"/>
              <a:ext cx="57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với</a:t>
              </a:r>
            </a:p>
          </p:txBody>
        </p:sp>
      </p:grpSp>
      <p:grpSp>
        <p:nvGrpSpPr>
          <p:cNvPr id="2" name="Group 23">
            <a:extLst>
              <a:ext uri="{FF2B5EF4-FFF2-40B4-BE49-F238E27FC236}">
                <a16:creationId xmlns:a16="http://schemas.microsoft.com/office/drawing/2014/main" id="{77D4D5B1-AECD-5483-95DD-BDF4BBE6BA60}"/>
              </a:ext>
            </a:extLst>
          </p:cNvPr>
          <p:cNvGrpSpPr>
            <a:grpSpLocks/>
          </p:cNvGrpSpPr>
          <p:nvPr/>
        </p:nvGrpSpPr>
        <p:grpSpPr bwMode="auto">
          <a:xfrm>
            <a:off x="365760" y="2999475"/>
            <a:ext cx="6783388" cy="969963"/>
            <a:chOff x="192" y="243"/>
            <a:chExt cx="4273" cy="611"/>
          </a:xfrm>
        </p:grpSpPr>
        <p:graphicFrame>
          <p:nvGraphicFramePr>
            <p:cNvPr id="3" name="Object 24">
              <a:extLst>
                <a:ext uri="{FF2B5EF4-FFF2-40B4-BE49-F238E27FC236}">
                  <a16:creationId xmlns:a16="http://schemas.microsoft.com/office/drawing/2014/main" id="{EEEE8551-CDD0-4EFA-40BE-661A1903B3D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5577822"/>
                </p:ext>
              </p:extLst>
            </p:nvPr>
          </p:nvGraphicFramePr>
          <p:xfrm>
            <a:off x="1190" y="378"/>
            <a:ext cx="931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625400" imgH="799920" progId="Equation.DSMT4">
                    <p:embed/>
                  </p:oleObj>
                </mc:Choice>
                <mc:Fallback>
                  <p:oleObj name="Equation" r:id="rId7" imgW="1625400" imgH="799920" progId="Equation.DSMT4">
                    <p:embed/>
                    <p:pic>
                      <p:nvPicPr>
                        <p:cNvPr id="17420" name="Object 24">
                          <a:extLst>
                            <a:ext uri="{FF2B5EF4-FFF2-40B4-BE49-F238E27FC236}">
                              <a16:creationId xmlns:a16="http://schemas.microsoft.com/office/drawing/2014/main" id="{ABFF80E3-26B4-41D2-A88B-22E104260B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0" y="378"/>
                          <a:ext cx="931" cy="4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25">
              <a:extLst>
                <a:ext uri="{FF2B5EF4-FFF2-40B4-BE49-F238E27FC236}">
                  <a16:creationId xmlns:a16="http://schemas.microsoft.com/office/drawing/2014/main" id="{59D234F1-FC87-B9CC-4FCF-EB13CAE0EB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3270708"/>
                </p:ext>
              </p:extLst>
            </p:nvPr>
          </p:nvGraphicFramePr>
          <p:xfrm>
            <a:off x="2908" y="243"/>
            <a:ext cx="1557" cy="6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717640" imgH="1066680" progId="Equation.DSMT4">
                    <p:embed/>
                  </p:oleObj>
                </mc:Choice>
                <mc:Fallback>
                  <p:oleObj name="Equation" r:id="rId9" imgW="2717640" imgH="1066680" progId="Equation.DSMT4">
                    <p:embed/>
                    <p:pic>
                      <p:nvPicPr>
                        <p:cNvPr id="17421" name="Object 25">
                          <a:extLst>
                            <a:ext uri="{FF2B5EF4-FFF2-40B4-BE49-F238E27FC236}">
                              <a16:creationId xmlns:a16="http://schemas.microsoft.com/office/drawing/2014/main" id="{CFDB489B-6D4F-4662-9A7C-DCF7B7480B4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8" y="243"/>
                          <a:ext cx="1557" cy="6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Text Box 27">
              <a:extLst>
                <a:ext uri="{FF2B5EF4-FFF2-40B4-BE49-F238E27FC236}">
                  <a16:creationId xmlns:a16="http://schemas.microsoft.com/office/drawing/2014/main" id="{09FABF8A-468B-859F-E9A6-6780225794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90"/>
              <a:ext cx="105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/ </a:t>
              </a:r>
              <a:r>
                <a:rPr lang="en-US" alt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  <a:r>
                <a:rPr lang="en-US" alt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6" name="Text Box 28">
              <a:extLst>
                <a:ext uri="{FF2B5EF4-FFF2-40B4-BE49-F238E27FC236}">
                  <a16:creationId xmlns:a16="http://schemas.microsoft.com/office/drawing/2014/main" id="{F8AEE99E-F31E-587A-524E-A5F58C0BA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4" y="356"/>
              <a:ext cx="57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với</a:t>
              </a:r>
            </a:p>
          </p:txBody>
        </p:sp>
      </p:grpSp>
      <p:grpSp>
        <p:nvGrpSpPr>
          <p:cNvPr id="7" name="Group 23">
            <a:extLst>
              <a:ext uri="{FF2B5EF4-FFF2-40B4-BE49-F238E27FC236}">
                <a16:creationId xmlns:a16="http://schemas.microsoft.com/office/drawing/2014/main" id="{58CDD64B-3EFF-E389-982A-55ACE02B902C}"/>
              </a:ext>
            </a:extLst>
          </p:cNvPr>
          <p:cNvGrpSpPr>
            <a:grpSpLocks/>
          </p:cNvGrpSpPr>
          <p:nvPr/>
        </p:nvGrpSpPr>
        <p:grpSpPr bwMode="auto">
          <a:xfrm>
            <a:off x="365760" y="4846956"/>
            <a:ext cx="7396163" cy="969963"/>
            <a:chOff x="192" y="277"/>
            <a:chExt cx="4659" cy="611"/>
          </a:xfrm>
        </p:grpSpPr>
        <p:graphicFrame>
          <p:nvGraphicFramePr>
            <p:cNvPr id="8" name="Object 24">
              <a:extLst>
                <a:ext uri="{FF2B5EF4-FFF2-40B4-BE49-F238E27FC236}">
                  <a16:creationId xmlns:a16="http://schemas.microsoft.com/office/drawing/2014/main" id="{372794AC-ACE5-6B48-2AD6-69A303ACB3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7798866"/>
                </p:ext>
              </p:extLst>
            </p:nvPr>
          </p:nvGraphicFramePr>
          <p:xfrm>
            <a:off x="1201" y="382"/>
            <a:ext cx="1454" cy="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539800" imgH="850680" progId="Equation.DSMT4">
                    <p:embed/>
                  </p:oleObj>
                </mc:Choice>
                <mc:Fallback>
                  <p:oleObj name="Equation" r:id="rId11" imgW="2539800" imgH="850680" progId="Equation.DSMT4">
                    <p:embed/>
                    <p:pic>
                      <p:nvPicPr>
                        <p:cNvPr id="17420" name="Object 24">
                          <a:extLst>
                            <a:ext uri="{FF2B5EF4-FFF2-40B4-BE49-F238E27FC236}">
                              <a16:creationId xmlns:a16="http://schemas.microsoft.com/office/drawing/2014/main" id="{ABFF80E3-26B4-41D2-A88B-22E104260B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1" y="382"/>
                          <a:ext cx="1454" cy="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25">
              <a:extLst>
                <a:ext uri="{FF2B5EF4-FFF2-40B4-BE49-F238E27FC236}">
                  <a16:creationId xmlns:a16="http://schemas.microsoft.com/office/drawing/2014/main" id="{2DF13260-AE15-140E-EC63-1DAA4D0A0F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0727771"/>
                </p:ext>
              </p:extLst>
            </p:nvPr>
          </p:nvGraphicFramePr>
          <p:xfrm>
            <a:off x="3418" y="277"/>
            <a:ext cx="1433" cy="6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501640" imgH="1066680" progId="Equation.DSMT4">
                    <p:embed/>
                  </p:oleObj>
                </mc:Choice>
                <mc:Fallback>
                  <p:oleObj name="Equation" r:id="rId13" imgW="2501640" imgH="1066680" progId="Equation.DSMT4">
                    <p:embed/>
                    <p:pic>
                      <p:nvPicPr>
                        <p:cNvPr id="17421" name="Object 25">
                          <a:extLst>
                            <a:ext uri="{FF2B5EF4-FFF2-40B4-BE49-F238E27FC236}">
                              <a16:creationId xmlns:a16="http://schemas.microsoft.com/office/drawing/2014/main" id="{CFDB489B-6D4F-4662-9A7C-DCF7B7480B4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8" y="277"/>
                          <a:ext cx="1433" cy="6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27">
              <a:extLst>
                <a:ext uri="{FF2B5EF4-FFF2-40B4-BE49-F238E27FC236}">
                  <a16:creationId xmlns:a16="http://schemas.microsoft.com/office/drawing/2014/main" id="{6CDA8F1C-DAB7-FD50-F07F-EAC0845424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90"/>
              <a:ext cx="105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/ </a:t>
              </a:r>
              <a:r>
                <a:rPr lang="en-US" alt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  <a:r>
                <a:rPr lang="en-US" alt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11" name="Text Box 28">
              <a:extLst>
                <a:ext uri="{FF2B5EF4-FFF2-40B4-BE49-F238E27FC236}">
                  <a16:creationId xmlns:a16="http://schemas.microsoft.com/office/drawing/2014/main" id="{F34607CE-1A78-75BF-6C3A-7FE83F3C93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90"/>
              <a:ext cx="57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với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7808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782209AC-0366-4101-B0CF-C111791AE9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VÍ DỤ</a:t>
            </a:r>
          </a:p>
        </p:txBody>
      </p:sp>
      <p:grpSp>
        <p:nvGrpSpPr>
          <p:cNvPr id="17412" name="Group 45">
            <a:extLst>
              <a:ext uri="{FF2B5EF4-FFF2-40B4-BE49-F238E27FC236}">
                <a16:creationId xmlns:a16="http://schemas.microsoft.com/office/drawing/2014/main" id="{43D2D04C-5308-4D27-9DCA-1EBD13DCFD85}"/>
              </a:ext>
            </a:extLst>
          </p:cNvPr>
          <p:cNvGrpSpPr>
            <a:grpSpLocks/>
          </p:cNvGrpSpPr>
          <p:nvPr/>
        </p:nvGrpSpPr>
        <p:grpSpPr bwMode="auto">
          <a:xfrm>
            <a:off x="628648" y="1354381"/>
            <a:ext cx="6391275" cy="735013"/>
            <a:chOff x="672" y="342"/>
            <a:chExt cx="4026" cy="463"/>
          </a:xfrm>
        </p:grpSpPr>
        <p:graphicFrame>
          <p:nvGraphicFramePr>
            <p:cNvPr id="17416" name="Object 41">
              <a:extLst>
                <a:ext uri="{FF2B5EF4-FFF2-40B4-BE49-F238E27FC236}">
                  <a16:creationId xmlns:a16="http://schemas.microsoft.com/office/drawing/2014/main" id="{255E9C75-36D7-4F08-8A94-FF68A86580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5387782"/>
                </p:ext>
              </p:extLst>
            </p:nvPr>
          </p:nvGraphicFramePr>
          <p:xfrm>
            <a:off x="1592" y="347"/>
            <a:ext cx="1389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425680" imgH="799920" progId="Equation.DSMT4">
                    <p:embed/>
                  </p:oleObj>
                </mc:Choice>
                <mc:Fallback>
                  <p:oleObj name="Equation" r:id="rId3" imgW="2425680" imgH="799920" progId="Equation.DSMT4">
                    <p:embed/>
                    <p:pic>
                      <p:nvPicPr>
                        <p:cNvPr id="17416" name="Object 41">
                          <a:extLst>
                            <a:ext uri="{FF2B5EF4-FFF2-40B4-BE49-F238E27FC236}">
                              <a16:creationId xmlns:a16="http://schemas.microsoft.com/office/drawing/2014/main" id="{255E9C75-36D7-4F08-8A94-FF68A86580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2" y="347"/>
                          <a:ext cx="1389" cy="4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7" name="Object 42">
              <a:extLst>
                <a:ext uri="{FF2B5EF4-FFF2-40B4-BE49-F238E27FC236}">
                  <a16:creationId xmlns:a16="http://schemas.microsoft.com/office/drawing/2014/main" id="{0A7DAFE0-763A-46AA-BF13-69303C73BC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7900991"/>
                </p:ext>
              </p:extLst>
            </p:nvPr>
          </p:nvGraphicFramePr>
          <p:xfrm>
            <a:off x="3214" y="386"/>
            <a:ext cx="1484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590560" imgH="495000" progId="Equation.DSMT4">
                    <p:embed/>
                  </p:oleObj>
                </mc:Choice>
                <mc:Fallback>
                  <p:oleObj name="Equation" r:id="rId5" imgW="2590560" imgH="495000" progId="Equation.DSMT4">
                    <p:embed/>
                    <p:pic>
                      <p:nvPicPr>
                        <p:cNvPr id="17417" name="Object 42">
                          <a:extLst>
                            <a:ext uri="{FF2B5EF4-FFF2-40B4-BE49-F238E27FC236}">
                              <a16:creationId xmlns:a16="http://schemas.microsoft.com/office/drawing/2014/main" id="{0A7DAFE0-763A-46AA-BF13-69303C73BC7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4" y="386"/>
                          <a:ext cx="1484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9" name="Text Box 44">
              <a:extLst>
                <a:ext uri="{FF2B5EF4-FFF2-40B4-BE49-F238E27FC236}">
                  <a16:creationId xmlns:a16="http://schemas.microsoft.com/office/drawing/2014/main" id="{C4C7A277-7825-42FC-82FF-B65CF4D3AF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342"/>
              <a:ext cx="85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 7/ Tính:</a:t>
              </a:r>
            </a:p>
          </p:txBody>
        </p:sp>
      </p:grpSp>
      <p:grpSp>
        <p:nvGrpSpPr>
          <p:cNvPr id="2" name="Group 45">
            <a:extLst>
              <a:ext uri="{FF2B5EF4-FFF2-40B4-BE49-F238E27FC236}">
                <a16:creationId xmlns:a16="http://schemas.microsoft.com/office/drawing/2014/main" id="{4561CC82-D5A6-F3E1-6BD3-039E0BEAEC9E}"/>
              </a:ext>
            </a:extLst>
          </p:cNvPr>
          <p:cNvGrpSpPr>
            <a:grpSpLocks/>
          </p:cNvGrpSpPr>
          <p:nvPr/>
        </p:nvGrpSpPr>
        <p:grpSpPr bwMode="auto">
          <a:xfrm>
            <a:off x="628648" y="3234785"/>
            <a:ext cx="7596190" cy="833438"/>
            <a:chOff x="672" y="280"/>
            <a:chExt cx="4785" cy="525"/>
          </a:xfrm>
        </p:grpSpPr>
        <p:graphicFrame>
          <p:nvGraphicFramePr>
            <p:cNvPr id="3" name="Object 41">
              <a:extLst>
                <a:ext uri="{FF2B5EF4-FFF2-40B4-BE49-F238E27FC236}">
                  <a16:creationId xmlns:a16="http://schemas.microsoft.com/office/drawing/2014/main" id="{CE22AE5E-199D-2CFE-2344-18F4023B32A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8411379"/>
                </p:ext>
              </p:extLst>
            </p:nvPr>
          </p:nvGraphicFramePr>
          <p:xfrm>
            <a:off x="1592" y="347"/>
            <a:ext cx="1389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425680" imgH="799920" progId="Equation.DSMT4">
                    <p:embed/>
                  </p:oleObj>
                </mc:Choice>
                <mc:Fallback>
                  <p:oleObj name="Equation" r:id="rId3" imgW="2425680" imgH="799920" progId="Equation.DSMT4">
                    <p:embed/>
                    <p:pic>
                      <p:nvPicPr>
                        <p:cNvPr id="17416" name="Object 41">
                          <a:extLst>
                            <a:ext uri="{FF2B5EF4-FFF2-40B4-BE49-F238E27FC236}">
                              <a16:creationId xmlns:a16="http://schemas.microsoft.com/office/drawing/2014/main" id="{255E9C75-36D7-4F08-8A94-FF68A86580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2" y="347"/>
                          <a:ext cx="1389" cy="4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42">
              <a:extLst>
                <a:ext uri="{FF2B5EF4-FFF2-40B4-BE49-F238E27FC236}">
                  <a16:creationId xmlns:a16="http://schemas.microsoft.com/office/drawing/2014/main" id="{FCF1B1E7-48B2-FAE6-6E60-2729508F1EB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2767586"/>
                </p:ext>
              </p:extLst>
            </p:nvPr>
          </p:nvGraphicFramePr>
          <p:xfrm>
            <a:off x="3195" y="280"/>
            <a:ext cx="2262" cy="4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949560" imgH="863280" progId="Equation.DSMT4">
                    <p:embed/>
                  </p:oleObj>
                </mc:Choice>
                <mc:Fallback>
                  <p:oleObj name="Equation" r:id="rId7" imgW="3949560" imgH="863280" progId="Equation.DSMT4">
                    <p:embed/>
                    <p:pic>
                      <p:nvPicPr>
                        <p:cNvPr id="17417" name="Object 42">
                          <a:extLst>
                            <a:ext uri="{FF2B5EF4-FFF2-40B4-BE49-F238E27FC236}">
                              <a16:creationId xmlns:a16="http://schemas.microsoft.com/office/drawing/2014/main" id="{0A7DAFE0-763A-46AA-BF13-69303C73BC7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5" y="280"/>
                          <a:ext cx="2262" cy="4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Text Box 44">
              <a:extLst>
                <a:ext uri="{FF2B5EF4-FFF2-40B4-BE49-F238E27FC236}">
                  <a16:creationId xmlns:a16="http://schemas.microsoft.com/office/drawing/2014/main" id="{74C371B3-BB71-2AAD-FA9F-10E4FE4DDC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342"/>
              <a:ext cx="85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 8/ Tính: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5301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782209AC-0366-4101-B0CF-C111791AE9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VÍ DỤ</a:t>
            </a:r>
          </a:p>
        </p:txBody>
      </p:sp>
      <p:graphicFrame>
        <p:nvGraphicFramePr>
          <p:cNvPr id="17414" name="Object 5">
            <a:extLst>
              <a:ext uri="{FF2B5EF4-FFF2-40B4-BE49-F238E27FC236}">
                <a16:creationId xmlns:a16="http://schemas.microsoft.com/office/drawing/2014/main" id="{C80A2B34-C6F4-41ED-8805-483C3DF4F8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7240374"/>
              </p:ext>
            </p:extLst>
          </p:nvPr>
        </p:nvGraphicFramePr>
        <p:xfrm>
          <a:off x="1412874" y="1668462"/>
          <a:ext cx="499104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991040" imgH="431640" progId="Equation.DSMT4">
                  <p:embed/>
                </p:oleObj>
              </mc:Choice>
              <mc:Fallback>
                <p:oleObj name="Equation" r:id="rId3" imgW="4991040" imgH="431640" progId="Equation.DSMT4">
                  <p:embed/>
                  <p:pic>
                    <p:nvPicPr>
                      <p:cNvPr id="17414" name="Object 5">
                        <a:extLst>
                          <a:ext uri="{FF2B5EF4-FFF2-40B4-BE49-F238E27FC236}">
                            <a16:creationId xmlns:a16="http://schemas.microsoft.com/office/drawing/2014/main" id="{C80A2B34-C6F4-41ED-8805-483C3DF4F8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74" y="1668462"/>
                        <a:ext cx="4991040" cy="431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7">
            <a:extLst>
              <a:ext uri="{FF2B5EF4-FFF2-40B4-BE49-F238E27FC236}">
                <a16:creationId xmlns:a16="http://schemas.microsoft.com/office/drawing/2014/main" id="{49D11ABA-5A38-4612-ACA7-BC43384B9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838" y="964579"/>
            <a:ext cx="578052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3/ Tính diện tích miền D giới hạn bởi:</a:t>
            </a:r>
          </a:p>
        </p:txBody>
      </p:sp>
    </p:spTree>
    <p:extLst>
      <p:ext uri="{BB962C8B-B14F-4D97-AF65-F5344CB8AC3E}">
        <p14:creationId xmlns:p14="http://schemas.microsoft.com/office/powerpoint/2010/main" val="3038638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4">
            <a:extLst>
              <a:ext uri="{FF2B5EF4-FFF2-40B4-BE49-F238E27FC236}">
                <a16:creationId xmlns:a16="http://schemas.microsoft.com/office/drawing/2014/main" id="{1E69179C-FFCF-45B3-A2C3-0F2C2ACBB3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8337994"/>
              </p:ext>
            </p:extLst>
          </p:nvPr>
        </p:nvGraphicFramePr>
        <p:xfrm>
          <a:off x="3241675" y="1546225"/>
          <a:ext cx="2120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20760" imgH="812520" progId="Equation.DSMT4">
                  <p:embed/>
                </p:oleObj>
              </mc:Choice>
              <mc:Fallback>
                <p:oleObj name="Equation" r:id="rId2" imgW="2120760" imgH="812520" progId="Equation.DSMT4">
                  <p:embed/>
                  <p:pic>
                    <p:nvPicPr>
                      <p:cNvPr id="9218" name="Object 4">
                        <a:extLst>
                          <a:ext uri="{FF2B5EF4-FFF2-40B4-BE49-F238E27FC236}">
                            <a16:creationId xmlns:a16="http://schemas.microsoft.com/office/drawing/2014/main" id="{1E69179C-FFCF-45B3-A2C3-0F2C2ACBB3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1675" y="1546225"/>
                        <a:ext cx="21209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Title 1">
            <a:extLst>
              <a:ext uri="{FF2B5EF4-FFF2-40B4-BE49-F238E27FC236}">
                <a16:creationId xmlns:a16="http://schemas.microsoft.com/office/drawing/2014/main" id="{84384716-5D67-4429-A764-56E0DD3EC6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Ví</a:t>
            </a:r>
            <a:r>
              <a:rPr lang="en-US" altLang="en-US" dirty="0"/>
              <a:t> </a:t>
            </a:r>
            <a:r>
              <a:rPr lang="en-US" altLang="en-US" dirty="0" err="1"/>
              <a:t>dụ</a:t>
            </a:r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9A44C5-8D7C-FC85-35EA-2EFC2E83DEE8}"/>
              </a:ext>
            </a:extLst>
          </p:cNvPr>
          <p:cNvSpPr txBox="1"/>
          <p:nvPr/>
        </p:nvSpPr>
        <p:spPr>
          <a:xfrm>
            <a:off x="419100" y="762000"/>
            <a:ext cx="5105400" cy="620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Trong hệ tọa độ cực tương ứng 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1C50AA5C-3BE4-B3B8-C78E-B4764D81BE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999085"/>
              </p:ext>
            </p:extLst>
          </p:nvPr>
        </p:nvGraphicFramePr>
        <p:xfrm>
          <a:off x="4714875" y="990600"/>
          <a:ext cx="2933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33640" imgH="368280" progId="Equation.DSMT4">
                  <p:embed/>
                </p:oleObj>
              </mc:Choice>
              <mc:Fallback>
                <p:oleObj name="Equation" r:id="rId4" imgW="2933640" imgH="3682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7A140E8D-818F-542A-DEF7-10447FD59E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14875" y="990600"/>
                        <a:ext cx="2933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ABD5BA3-A774-0D4E-EF25-9EA01D899812}"/>
              </a:ext>
            </a:extLst>
          </p:cNvPr>
          <p:cNvSpPr txBox="1"/>
          <p:nvPr/>
        </p:nvSpPr>
        <p:spPr>
          <a:xfrm>
            <a:off x="419100" y="1536047"/>
            <a:ext cx="7886700" cy="620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cho miền phẳng D:						Tính diện tích 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440360-B7D6-3B94-58C8-5FCD363B91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724" y="2369203"/>
            <a:ext cx="3918151" cy="26861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>
            <a:extLst>
              <a:ext uri="{FF2B5EF4-FFF2-40B4-BE49-F238E27FC236}">
                <a16:creationId xmlns:a16="http://schemas.microsoft.com/office/drawing/2014/main" id="{D533BD9E-B3B2-423D-9B62-9FCB3FB1D5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ĐỔI BIẾN TỔNG QUÁT</a:t>
            </a:r>
          </a:p>
        </p:txBody>
      </p:sp>
      <p:graphicFrame>
        <p:nvGraphicFramePr>
          <p:cNvPr id="32780" name="Object 12">
            <a:extLst>
              <a:ext uri="{FF2B5EF4-FFF2-40B4-BE49-F238E27FC236}">
                <a16:creationId xmlns:a16="http://schemas.microsoft.com/office/drawing/2014/main" id="{2513C014-6512-491D-9D58-AB08D442F003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428519448"/>
              </p:ext>
            </p:extLst>
          </p:nvPr>
        </p:nvGraphicFramePr>
        <p:xfrm>
          <a:off x="1117393" y="996760"/>
          <a:ext cx="3046508" cy="353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22700" imgH="444500" progId="Equation.DSMT4">
                  <p:embed/>
                </p:oleObj>
              </mc:Choice>
              <mc:Fallback>
                <p:oleObj name="Equation" r:id="rId2" imgW="3822700" imgH="444500" progId="Equation.DSMT4">
                  <p:embed/>
                  <p:pic>
                    <p:nvPicPr>
                      <p:cNvPr id="32780" name="Object 12">
                        <a:extLst>
                          <a:ext uri="{FF2B5EF4-FFF2-40B4-BE49-F238E27FC236}">
                            <a16:creationId xmlns:a16="http://schemas.microsoft.com/office/drawing/2014/main" id="{2513C014-6512-491D-9D58-AB08D442F003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393" y="996760"/>
                        <a:ext cx="3046508" cy="3534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2" name="Object 24">
            <a:extLst>
              <a:ext uri="{FF2B5EF4-FFF2-40B4-BE49-F238E27FC236}">
                <a16:creationId xmlns:a16="http://schemas.microsoft.com/office/drawing/2014/main" id="{6C383E18-3825-4990-A579-C89A3D948436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927224462"/>
              </p:ext>
            </p:extLst>
          </p:nvPr>
        </p:nvGraphicFramePr>
        <p:xfrm>
          <a:off x="5023129" y="3262667"/>
          <a:ext cx="1546304" cy="12120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01800" imgH="1333500" progId="Equation.DSMT4">
                  <p:embed/>
                </p:oleObj>
              </mc:Choice>
              <mc:Fallback>
                <p:oleObj name="Equation" r:id="rId4" imgW="1701800" imgH="1333500" progId="Equation.DSMT4">
                  <p:embed/>
                  <p:pic>
                    <p:nvPicPr>
                      <p:cNvPr id="32792" name="Object 24">
                        <a:extLst>
                          <a:ext uri="{FF2B5EF4-FFF2-40B4-BE49-F238E27FC236}">
                            <a16:creationId xmlns:a16="http://schemas.microsoft.com/office/drawing/2014/main" id="{6C383E18-3825-4990-A579-C89A3D948436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3129" y="3262667"/>
                        <a:ext cx="1546304" cy="121207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9" name="Object 31">
            <a:extLst>
              <a:ext uri="{FF2B5EF4-FFF2-40B4-BE49-F238E27FC236}">
                <a16:creationId xmlns:a16="http://schemas.microsoft.com/office/drawing/2014/main" id="{217B283F-03EB-4BA0-BE52-FF74E95330AA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542076657"/>
              </p:ext>
            </p:extLst>
          </p:nvPr>
        </p:nvGraphicFramePr>
        <p:xfrm>
          <a:off x="4549648" y="2197058"/>
          <a:ext cx="2950464" cy="923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68700" imgH="1117600" progId="Equation.DSMT4">
                  <p:embed/>
                </p:oleObj>
              </mc:Choice>
              <mc:Fallback>
                <p:oleObj name="Equation" r:id="rId6" imgW="3568700" imgH="1117600" progId="Equation.DSMT4">
                  <p:embed/>
                  <p:pic>
                    <p:nvPicPr>
                      <p:cNvPr id="32799" name="Object 31">
                        <a:extLst>
                          <a:ext uri="{FF2B5EF4-FFF2-40B4-BE49-F238E27FC236}">
                            <a16:creationId xmlns:a16="http://schemas.microsoft.com/office/drawing/2014/main" id="{217B283F-03EB-4BA0-BE52-FF74E95330AA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9648" y="2197058"/>
                        <a:ext cx="2950464" cy="9239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02" name="Group 10">
            <a:extLst>
              <a:ext uri="{FF2B5EF4-FFF2-40B4-BE49-F238E27FC236}">
                <a16:creationId xmlns:a16="http://schemas.microsoft.com/office/drawing/2014/main" id="{6B3D06E2-3623-4825-A553-3C1D2FE7B9CC}"/>
              </a:ext>
            </a:extLst>
          </p:cNvPr>
          <p:cNvGrpSpPr>
            <a:grpSpLocks/>
          </p:cNvGrpSpPr>
          <p:nvPr/>
        </p:nvGrpSpPr>
        <p:grpSpPr bwMode="auto">
          <a:xfrm>
            <a:off x="0" y="762000"/>
            <a:ext cx="4114800" cy="3505200"/>
            <a:chOff x="288" y="720"/>
            <a:chExt cx="2592" cy="2208"/>
          </a:xfrm>
        </p:grpSpPr>
        <p:sp>
          <p:nvSpPr>
            <p:cNvPr id="29708" name="AutoShape 5">
              <a:extLst>
                <a:ext uri="{FF2B5EF4-FFF2-40B4-BE49-F238E27FC236}">
                  <a16:creationId xmlns:a16="http://schemas.microsoft.com/office/drawing/2014/main" id="{60298DDE-3A83-4841-BBC8-693F0C7C6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344"/>
              <a:ext cx="1248" cy="1104"/>
            </a:xfrm>
            <a:prstGeom prst="wave">
              <a:avLst>
                <a:gd name="adj1" fmla="val 13005"/>
                <a:gd name="adj2" fmla="val -10000"/>
              </a:avLst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29709" name="Line 6">
              <a:extLst>
                <a:ext uri="{FF2B5EF4-FFF2-40B4-BE49-F238E27FC236}">
                  <a16:creationId xmlns:a16="http://schemas.microsoft.com/office/drawing/2014/main" id="{CB047408-D1C1-4B6D-BEC5-CD61325401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816"/>
              <a:ext cx="0" cy="2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0" name="Line 7">
              <a:extLst>
                <a:ext uri="{FF2B5EF4-FFF2-40B4-BE49-F238E27FC236}">
                  <a16:creationId xmlns:a16="http://schemas.microsoft.com/office/drawing/2014/main" id="{4D60BF31-433A-4289-BC4A-3601F8300E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2592"/>
              <a:ext cx="25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1" name="Text Box 8">
              <a:extLst>
                <a:ext uri="{FF2B5EF4-FFF2-40B4-BE49-F238E27FC236}">
                  <a16:creationId xmlns:a16="http://schemas.microsoft.com/office/drawing/2014/main" id="{6D9AE04E-EAFE-42F6-A11D-B4A37B612B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59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9712" name="Text Box 9">
              <a:extLst>
                <a:ext uri="{FF2B5EF4-FFF2-40B4-BE49-F238E27FC236}">
                  <a16:creationId xmlns:a16="http://schemas.microsoft.com/office/drawing/2014/main" id="{6F1F64A4-7B12-4596-976C-A7C2AF36A8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72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</p:grpSp>
      <p:sp>
        <p:nvSpPr>
          <p:cNvPr id="32788" name="Rectangle 20">
            <a:extLst>
              <a:ext uri="{FF2B5EF4-FFF2-40B4-BE49-F238E27FC236}">
                <a16:creationId xmlns:a16="http://schemas.microsoft.com/office/drawing/2014/main" id="{F4B11CA9-D03E-4DF4-822B-E7E01D517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1190" y="5522611"/>
            <a:ext cx="5954020" cy="107057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91" name="Text Box 23">
            <a:extLst>
              <a:ext uri="{FF2B5EF4-FFF2-40B4-BE49-F238E27FC236}">
                <a16:creationId xmlns:a16="http://schemas.microsoft.com/office/drawing/2014/main" id="{B2A1E388-4C1F-4026-BDA3-7FB7C3B2C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4863124"/>
            <a:ext cx="41148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6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en-US" sz="2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en-US" sz="2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altLang="en-US" sz="2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altLang="en-US" sz="2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endParaRPr lang="en-US" altLang="en-US" sz="2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98" name="Rectangle 30">
            <a:extLst>
              <a:ext uri="{FF2B5EF4-FFF2-40B4-BE49-F238E27FC236}">
                <a16:creationId xmlns:a16="http://schemas.microsoft.com/office/drawing/2014/main" id="{37781703-6F33-4F63-95B8-9CC50F731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8396" y="2146543"/>
            <a:ext cx="3206011" cy="104091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28">
            <a:extLst>
              <a:ext uri="{FF2B5EF4-FFF2-40B4-BE49-F238E27FC236}">
                <a16:creationId xmlns:a16="http://schemas.microsoft.com/office/drawing/2014/main" id="{908B3C1E-6323-44A6-8452-61EAD5CAAE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4860702"/>
              </p:ext>
            </p:extLst>
          </p:nvPr>
        </p:nvGraphicFramePr>
        <p:xfrm>
          <a:off x="1745297" y="5791199"/>
          <a:ext cx="5587920" cy="749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920" imgH="749160" progId="Equation.DSMT4">
                  <p:embed/>
                </p:oleObj>
              </mc:Choice>
              <mc:Fallback>
                <p:oleObj name="Equation" r:id="rId8" imgW="5587920" imgH="749160" progId="Equation.DSMT4">
                  <p:embed/>
                  <p:pic>
                    <p:nvPicPr>
                      <p:cNvPr id="17" name="Object 28">
                        <a:extLst>
                          <a:ext uri="{FF2B5EF4-FFF2-40B4-BE49-F238E27FC236}">
                            <a16:creationId xmlns:a16="http://schemas.microsoft.com/office/drawing/2014/main" id="{908B3C1E-6323-44A6-8452-61EAD5CAAE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5297" y="5791199"/>
                        <a:ext cx="5587920" cy="749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A10C566-0CE1-48CC-A395-B21E7F6758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1857065"/>
              </p:ext>
            </p:extLst>
          </p:nvPr>
        </p:nvGraphicFramePr>
        <p:xfrm>
          <a:off x="4991101" y="1039516"/>
          <a:ext cx="3073400" cy="476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9800" imgH="393480" progId="Equation.DSMT4">
                  <p:embed/>
                </p:oleObj>
              </mc:Choice>
              <mc:Fallback>
                <p:oleObj name="Equation" r:id="rId10" imgW="25398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991101" y="1039516"/>
                        <a:ext cx="3073400" cy="4763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CC57987-7EB1-4E65-90C9-2AEADCFD467C}"/>
              </a:ext>
            </a:extLst>
          </p:cNvPr>
          <p:cNvSpPr txBox="1"/>
          <p:nvPr/>
        </p:nvSpPr>
        <p:spPr>
          <a:xfrm>
            <a:off x="7866612" y="2287757"/>
            <a:ext cx="1277388" cy="539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Jacobi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2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8" grpId="0" animBg="1"/>
      <p:bldP spid="32791" grpId="0"/>
      <p:bldP spid="32798" grpId="0" animBg="1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D9A7DF69-F350-4D7A-B91E-3B52E0D807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err="1"/>
              <a:t>Hình</a:t>
            </a:r>
            <a:r>
              <a:rPr lang="en-US" altLang="en-US"/>
              <a:t> tròn </a:t>
            </a:r>
            <a:r>
              <a:rPr lang="en-US" altLang="en-US" dirty="0" err="1"/>
              <a:t>tổng</a:t>
            </a:r>
            <a:r>
              <a:rPr lang="en-US" altLang="en-US" dirty="0"/>
              <a:t> </a:t>
            </a:r>
            <a:r>
              <a:rPr lang="en-US" altLang="en-US" dirty="0" err="1"/>
              <a:t>quát</a:t>
            </a:r>
            <a:endParaRPr lang="en-US" altLang="en-US" dirty="0"/>
          </a:p>
        </p:txBody>
      </p:sp>
      <p:graphicFrame>
        <p:nvGraphicFramePr>
          <p:cNvPr id="38940" name="Object 28">
            <a:extLst>
              <a:ext uri="{FF2B5EF4-FFF2-40B4-BE49-F238E27FC236}">
                <a16:creationId xmlns:a16="http://schemas.microsoft.com/office/drawing/2014/main" id="{9AA9A7DA-E589-475E-B440-23BA5A3E5B29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162223650"/>
              </p:ext>
            </p:extLst>
          </p:nvPr>
        </p:nvGraphicFramePr>
        <p:xfrm>
          <a:off x="3490913" y="4238625"/>
          <a:ext cx="4799012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03560" imgH="990360" progId="Equation.DSMT4">
                  <p:embed/>
                </p:oleObj>
              </mc:Choice>
              <mc:Fallback>
                <p:oleObj name="Equation" r:id="rId2" imgW="5803560" imgH="990360" progId="Equation.DSMT4">
                  <p:embed/>
                  <p:pic>
                    <p:nvPicPr>
                      <p:cNvPr id="38940" name="Object 28">
                        <a:extLst>
                          <a:ext uri="{FF2B5EF4-FFF2-40B4-BE49-F238E27FC236}">
                            <a16:creationId xmlns:a16="http://schemas.microsoft.com/office/drawing/2014/main" id="{9AA9A7DA-E589-475E-B440-23BA5A3E5B29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0913" y="4238625"/>
                        <a:ext cx="4799012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43" name="Object 31">
            <a:extLst>
              <a:ext uri="{FF2B5EF4-FFF2-40B4-BE49-F238E27FC236}">
                <a16:creationId xmlns:a16="http://schemas.microsoft.com/office/drawing/2014/main" id="{9901C9E2-F8FC-4062-9E8F-C5EF87082187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781091277"/>
              </p:ext>
            </p:extLst>
          </p:nvPr>
        </p:nvGraphicFramePr>
        <p:xfrm>
          <a:off x="4313396" y="5395279"/>
          <a:ext cx="2807970" cy="356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97200" imgH="381000" progId="Equation.DSMT4">
                  <p:embed/>
                </p:oleObj>
              </mc:Choice>
              <mc:Fallback>
                <p:oleObj name="Equation" r:id="rId4" imgW="2997200" imgH="381000" progId="Equation.DSMT4">
                  <p:embed/>
                  <p:pic>
                    <p:nvPicPr>
                      <p:cNvPr id="38943" name="Object 31">
                        <a:extLst>
                          <a:ext uri="{FF2B5EF4-FFF2-40B4-BE49-F238E27FC236}">
                            <a16:creationId xmlns:a16="http://schemas.microsoft.com/office/drawing/2014/main" id="{9901C9E2-F8FC-4062-9E8F-C5EF87082187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3396" y="5395279"/>
                        <a:ext cx="2807970" cy="3562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47" name="Object 35">
            <a:extLst>
              <a:ext uri="{FF2B5EF4-FFF2-40B4-BE49-F238E27FC236}">
                <a16:creationId xmlns:a16="http://schemas.microsoft.com/office/drawing/2014/main" id="{70FEBEF7-D5D7-48EC-A33B-6E6F3839607A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699288663"/>
              </p:ext>
            </p:extLst>
          </p:nvPr>
        </p:nvGraphicFramePr>
        <p:xfrm>
          <a:off x="4343399" y="2693525"/>
          <a:ext cx="3096101" cy="923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746500" imgH="1117600" progId="Equation.DSMT4">
                  <p:embed/>
                </p:oleObj>
              </mc:Choice>
              <mc:Fallback>
                <p:oleObj name="Equation" r:id="rId6" imgW="3746500" imgH="1117600" progId="Equation.DSMT4">
                  <p:embed/>
                  <p:pic>
                    <p:nvPicPr>
                      <p:cNvPr id="38947" name="Object 35">
                        <a:extLst>
                          <a:ext uri="{FF2B5EF4-FFF2-40B4-BE49-F238E27FC236}">
                            <a16:creationId xmlns:a16="http://schemas.microsoft.com/office/drawing/2014/main" id="{70FEBEF7-D5D7-48EC-A33B-6E6F3839607A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399" y="2693525"/>
                        <a:ext cx="3096101" cy="9237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6" name="Text Box 13">
            <a:extLst>
              <a:ext uri="{FF2B5EF4-FFF2-40B4-BE49-F238E27FC236}">
                <a16:creationId xmlns:a16="http://schemas.microsoft.com/office/drawing/2014/main" id="{62E5A32A-F22D-418C-9C40-5FB36ED6B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971802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38931" name="Text Box 19">
            <a:extLst>
              <a:ext uri="{FF2B5EF4-FFF2-40B4-BE49-F238E27FC236}">
                <a16:creationId xmlns:a16="http://schemas.microsoft.com/office/drawing/2014/main" id="{1FAAD74A-3489-4560-B88E-8AB730FEA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833688"/>
            <a:ext cx="38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38936" name="Text Box 24">
            <a:extLst>
              <a:ext uri="{FF2B5EF4-FFF2-40B4-BE49-F238E27FC236}">
                <a16:creationId xmlns:a16="http://schemas.microsoft.com/office/drawing/2014/main" id="{82F0FF4E-7EB2-41EB-A691-304DAD035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1808482"/>
            <a:ext cx="364426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Dời gốc tọa độ đến tâm</a:t>
            </a:r>
          </a:p>
        </p:txBody>
      </p:sp>
      <p:sp>
        <p:nvSpPr>
          <p:cNvPr id="38942" name="Text Box 30">
            <a:extLst>
              <a:ext uri="{FF2B5EF4-FFF2-40B4-BE49-F238E27FC236}">
                <a16:creationId xmlns:a16="http://schemas.microsoft.com/office/drawing/2014/main" id="{B861732C-4A6F-417A-8138-A21AB7A88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" y="5290346"/>
            <a:ext cx="359664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6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 tiếp sang tọa độ cực:</a:t>
            </a:r>
          </a:p>
        </p:txBody>
      </p:sp>
      <p:grpSp>
        <p:nvGrpSpPr>
          <p:cNvPr id="30731" name="Group 44">
            <a:extLst>
              <a:ext uri="{FF2B5EF4-FFF2-40B4-BE49-F238E27FC236}">
                <a16:creationId xmlns:a16="http://schemas.microsoft.com/office/drawing/2014/main" id="{0D48381A-1C93-4D17-91B9-9BE992E9DEA2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1981200"/>
            <a:ext cx="3429000" cy="2782888"/>
            <a:chOff x="48" y="413"/>
            <a:chExt cx="2160" cy="1753"/>
          </a:xfrm>
        </p:grpSpPr>
        <p:sp>
          <p:nvSpPr>
            <p:cNvPr id="30743" name="Oval 7">
              <a:extLst>
                <a:ext uri="{FF2B5EF4-FFF2-40B4-BE49-F238E27FC236}">
                  <a16:creationId xmlns:a16="http://schemas.microsoft.com/office/drawing/2014/main" id="{C172BA33-AF56-451A-9ED6-19052BB2B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605"/>
              <a:ext cx="1248" cy="1248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24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</a:t>
              </a:r>
            </a:p>
          </p:txBody>
        </p:sp>
        <p:sp>
          <p:nvSpPr>
            <p:cNvPr id="30744" name="Line 9">
              <a:extLst>
                <a:ext uri="{FF2B5EF4-FFF2-40B4-BE49-F238E27FC236}">
                  <a16:creationId xmlns:a16="http://schemas.microsoft.com/office/drawing/2014/main" id="{DC10BCED-4B2A-4208-8666-E6EDE429BA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486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5" name="Text Box 12">
              <a:extLst>
                <a:ext uri="{FF2B5EF4-FFF2-40B4-BE49-F238E27FC236}">
                  <a16:creationId xmlns:a16="http://schemas.microsoft.com/office/drawing/2014/main" id="{44A8D5EC-AF5F-4B18-84FC-0665A42BED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1494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0746" name="Text Box 17">
              <a:extLst>
                <a:ext uri="{FF2B5EF4-FFF2-40B4-BE49-F238E27FC236}">
                  <a16:creationId xmlns:a16="http://schemas.microsoft.com/office/drawing/2014/main" id="{1AAA4E79-CDFA-4955-8B24-D1CB08BAC2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565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30747" name="Text Box 18">
              <a:extLst>
                <a:ext uri="{FF2B5EF4-FFF2-40B4-BE49-F238E27FC236}">
                  <a16:creationId xmlns:a16="http://schemas.microsoft.com/office/drawing/2014/main" id="{26763E4A-B7B0-4AE5-BB6E-3CE39CC5CE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" y="413"/>
              <a:ext cx="2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30748" name="Line 34">
              <a:extLst>
                <a:ext uri="{FF2B5EF4-FFF2-40B4-BE49-F238E27FC236}">
                  <a16:creationId xmlns:a16="http://schemas.microsoft.com/office/drawing/2014/main" id="{5C640EFC-9C64-4B14-99AE-4B5AF64357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1542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45">
            <a:extLst>
              <a:ext uri="{FF2B5EF4-FFF2-40B4-BE49-F238E27FC236}">
                <a16:creationId xmlns:a16="http://schemas.microsoft.com/office/drawing/2014/main" id="{941AA248-7D5A-4390-9567-6B377D7B16F6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017715"/>
            <a:ext cx="2743200" cy="2249487"/>
            <a:chOff x="336" y="432"/>
            <a:chExt cx="1728" cy="1417"/>
          </a:xfrm>
        </p:grpSpPr>
        <p:sp>
          <p:nvSpPr>
            <p:cNvPr id="30741" name="Line 46">
              <a:extLst>
                <a:ext uri="{FF2B5EF4-FFF2-40B4-BE49-F238E27FC236}">
                  <a16:creationId xmlns:a16="http://schemas.microsoft.com/office/drawing/2014/main" id="{3C8EDA96-822B-42E4-A4AF-5EBC5B005B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432"/>
              <a:ext cx="0" cy="141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2" name="Line 47">
              <a:extLst>
                <a:ext uri="{FF2B5EF4-FFF2-40B4-BE49-F238E27FC236}">
                  <a16:creationId xmlns:a16="http://schemas.microsoft.com/office/drawing/2014/main" id="{4F34AE95-65E7-4D39-9370-67769FE3EF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1236"/>
              <a:ext cx="172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733" name="Group 49">
            <a:extLst>
              <a:ext uri="{FF2B5EF4-FFF2-40B4-BE49-F238E27FC236}">
                <a16:creationId xmlns:a16="http://schemas.microsoft.com/office/drawing/2014/main" id="{DA6C6093-E0C9-4A6B-B69F-EC6C04F9B767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276600"/>
            <a:ext cx="1295400" cy="533400"/>
            <a:chOff x="384" y="1229"/>
            <a:chExt cx="816" cy="336"/>
          </a:xfrm>
        </p:grpSpPr>
        <p:sp>
          <p:nvSpPr>
            <p:cNvPr id="30739" name="Line 50">
              <a:extLst>
                <a:ext uri="{FF2B5EF4-FFF2-40B4-BE49-F238E27FC236}">
                  <a16:creationId xmlns:a16="http://schemas.microsoft.com/office/drawing/2014/main" id="{15A37E5F-6E1F-4A1F-918D-3A77DDF7C1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229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0" name="Line 51">
              <a:extLst>
                <a:ext uri="{FF2B5EF4-FFF2-40B4-BE49-F238E27FC236}">
                  <a16:creationId xmlns:a16="http://schemas.microsoft.com/office/drawing/2014/main" id="{CAE90944-82C7-4A93-B2B2-4884028ABC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236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966" name="Text Box 54">
            <a:extLst>
              <a:ext uri="{FF2B5EF4-FFF2-40B4-BE49-F238E27FC236}">
                <a16:creationId xmlns:a16="http://schemas.microsoft.com/office/drawing/2014/main" id="{98EDED75-C2D3-4157-9CE0-6C1F3B829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570038"/>
            <a:ext cx="38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grpSp>
        <p:nvGrpSpPr>
          <p:cNvPr id="5" name="Group 30">
            <a:extLst>
              <a:ext uri="{FF2B5EF4-FFF2-40B4-BE49-F238E27FC236}">
                <a16:creationId xmlns:a16="http://schemas.microsoft.com/office/drawing/2014/main" id="{5522E7DE-CB4F-4106-9613-0123096E5B93}"/>
              </a:ext>
            </a:extLst>
          </p:cNvPr>
          <p:cNvGrpSpPr>
            <a:grpSpLocks/>
          </p:cNvGrpSpPr>
          <p:nvPr/>
        </p:nvGrpSpPr>
        <p:grpSpPr bwMode="auto">
          <a:xfrm>
            <a:off x="1346200" y="2514602"/>
            <a:ext cx="1358900" cy="1546225"/>
            <a:chOff x="1358900" y="1489075"/>
            <a:chExt cx="1358900" cy="1546225"/>
          </a:xfrm>
        </p:grpSpPr>
        <p:sp>
          <p:nvSpPr>
            <p:cNvPr id="30737" name="Line 15">
              <a:extLst>
                <a:ext uri="{FF2B5EF4-FFF2-40B4-BE49-F238E27FC236}">
                  <a16:creationId xmlns:a16="http://schemas.microsoft.com/office/drawing/2014/main" id="{D4CD6EF4-6A3A-440C-A2C7-81B9252E30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8900" y="2235200"/>
              <a:ext cx="685800" cy="80010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8" name="Line 52">
              <a:extLst>
                <a:ext uri="{FF2B5EF4-FFF2-40B4-BE49-F238E27FC236}">
                  <a16:creationId xmlns:a16="http://schemas.microsoft.com/office/drawing/2014/main" id="{AD1A34F3-52F6-400E-821A-833853ADDA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8200" y="1489075"/>
              <a:ext cx="609600" cy="73342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4326C51-0E07-4AE4-806F-69AEBABC6B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8410821"/>
              </p:ext>
            </p:extLst>
          </p:nvPr>
        </p:nvGraphicFramePr>
        <p:xfrm>
          <a:off x="6260547" y="1907438"/>
          <a:ext cx="227711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70000" imgH="317160" progId="Equation.DSMT4">
                  <p:embed/>
                </p:oleObj>
              </mc:Choice>
              <mc:Fallback>
                <p:oleObj name="Equation" r:id="rId8" imgW="2070000" imgH="31716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F4326C51-0E07-4AE4-806F-69AEBABC6B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0547" y="1907438"/>
                        <a:ext cx="227711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F0BB3A7-131D-468C-99A4-E143719D8F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41194"/>
              </p:ext>
            </p:extLst>
          </p:nvPr>
        </p:nvGraphicFramePr>
        <p:xfrm>
          <a:off x="612140" y="1028066"/>
          <a:ext cx="3296920" cy="502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97000" imgH="457200" progId="Equation.DSMT4">
                  <p:embed/>
                </p:oleObj>
              </mc:Choice>
              <mc:Fallback>
                <p:oleObj name="Equation" r:id="rId10" imgW="29970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12140" y="1028066"/>
                        <a:ext cx="3296920" cy="502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8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8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8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5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31" grpId="0"/>
      <p:bldP spid="38936" grpId="0"/>
      <p:bldP spid="38942" grpId="0"/>
      <p:bldP spid="3896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Oval 4">
            <a:extLst>
              <a:ext uri="{FF2B5EF4-FFF2-40B4-BE49-F238E27FC236}">
                <a16:creationId xmlns:a16="http://schemas.microsoft.com/office/drawing/2014/main" id="{66ED1EDE-8017-4063-A602-B0D6C893D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513013"/>
            <a:ext cx="1981200" cy="198120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31747" name="Line 5">
            <a:extLst>
              <a:ext uri="{FF2B5EF4-FFF2-40B4-BE49-F238E27FC236}">
                <a16:creationId xmlns:a16="http://schemas.microsoft.com/office/drawing/2014/main" id="{91B810DD-3EDA-4332-B760-6BEC287554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4075113"/>
            <a:ext cx="411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48" name="Line 6">
            <a:extLst>
              <a:ext uri="{FF2B5EF4-FFF2-40B4-BE49-F238E27FC236}">
                <a16:creationId xmlns:a16="http://schemas.microsoft.com/office/drawing/2014/main" id="{5FFABAE0-9F22-4AC3-B667-7049EFE9EF9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322513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49" name="Text Box 7">
            <a:extLst>
              <a:ext uri="{FF2B5EF4-FFF2-40B4-BE49-F238E27FC236}">
                <a16:creationId xmlns:a16="http://schemas.microsoft.com/office/drawing/2014/main" id="{7C4434E9-354C-4BA9-AD80-2FB1E425D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99891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1750" name="Text Box 8">
            <a:extLst>
              <a:ext uri="{FF2B5EF4-FFF2-40B4-BE49-F238E27FC236}">
                <a16:creationId xmlns:a16="http://schemas.microsoft.com/office/drawing/2014/main" id="{E91582AE-1825-485A-B4E0-E2681987D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31311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31751" name="Line 9">
            <a:extLst>
              <a:ext uri="{FF2B5EF4-FFF2-40B4-BE49-F238E27FC236}">
                <a16:creationId xmlns:a16="http://schemas.microsoft.com/office/drawing/2014/main" id="{BEEDF9AD-1B6E-4E96-A0A7-369440261F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282827"/>
            <a:ext cx="0" cy="2822575"/>
          </a:xfrm>
          <a:prstGeom prst="line">
            <a:avLst/>
          </a:prstGeom>
          <a:noFill/>
          <a:ln w="19050">
            <a:solidFill>
              <a:srgbClr val="00B05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2" name="Line 10">
            <a:extLst>
              <a:ext uri="{FF2B5EF4-FFF2-40B4-BE49-F238E27FC236}">
                <a16:creationId xmlns:a16="http://schemas.microsoft.com/office/drawing/2014/main" id="{C3962E3A-4351-47C4-B9C6-8B304E0A51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541713"/>
            <a:ext cx="3733800" cy="0"/>
          </a:xfrm>
          <a:prstGeom prst="line">
            <a:avLst/>
          </a:prstGeom>
          <a:noFill/>
          <a:ln w="19050">
            <a:solidFill>
              <a:srgbClr val="00B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3" name="Text Box 11">
            <a:extLst>
              <a:ext uri="{FF2B5EF4-FFF2-40B4-BE49-F238E27FC236}">
                <a16:creationId xmlns:a16="http://schemas.microsoft.com/office/drawing/2014/main" id="{BB6169EB-94B2-407B-ACB5-99ADAEE80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07511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31754" name="Text Box 12">
            <a:extLst>
              <a:ext uri="{FF2B5EF4-FFF2-40B4-BE49-F238E27FC236}">
                <a16:creationId xmlns:a16="http://schemas.microsoft.com/office/drawing/2014/main" id="{EEEF2296-3A5E-4E3D-B78E-5035CD32A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224631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31755" name="Text Box 13">
            <a:extLst>
              <a:ext uri="{FF2B5EF4-FFF2-40B4-BE49-F238E27FC236}">
                <a16:creationId xmlns:a16="http://schemas.microsoft.com/office/drawing/2014/main" id="{A650859C-3B58-436C-BA4B-D4D7DA8A9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08451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31756" name="Text Box 14">
            <a:extLst>
              <a:ext uri="{FF2B5EF4-FFF2-40B4-BE49-F238E27FC236}">
                <a16:creationId xmlns:a16="http://schemas.microsoft.com/office/drawing/2014/main" id="{4DC12E1F-FBA2-40FD-A810-431E04C42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09391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31757" name="Line 15">
            <a:extLst>
              <a:ext uri="{FF2B5EF4-FFF2-40B4-BE49-F238E27FC236}">
                <a16:creationId xmlns:a16="http://schemas.microsoft.com/office/drawing/2014/main" id="{13F434D9-6FE4-4F91-AC7C-BA262F95E9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2743200"/>
            <a:ext cx="685800" cy="80010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8" name="Text Box 17">
            <a:extLst>
              <a:ext uri="{FF2B5EF4-FFF2-40B4-BE49-F238E27FC236}">
                <a16:creationId xmlns:a16="http://schemas.microsoft.com/office/drawing/2014/main" id="{8926988F-DDA2-4355-A459-961B70346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1680" y="1045257"/>
            <a:ext cx="3965513" cy="49244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en-US" sz="2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(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en-US" sz="2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6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1759" name="Text Box 18">
            <a:extLst>
              <a:ext uri="{FF2B5EF4-FFF2-40B4-BE49-F238E27FC236}">
                <a16:creationId xmlns:a16="http://schemas.microsoft.com/office/drawing/2014/main" id="{21EE8448-0129-41E5-BA32-CC27FD365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1680" y="1781865"/>
            <a:ext cx="4273423" cy="109260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en-US" sz="2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lang="en-US" alt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sin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</a:t>
            </a:r>
            <a:r>
              <a:rPr lang="en-US" altLang="en-US" sz="2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en-US" sz="2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</a:p>
        </p:txBody>
      </p:sp>
      <p:sp>
        <p:nvSpPr>
          <p:cNvPr id="31760" name="Text Box 19">
            <a:extLst>
              <a:ext uri="{FF2B5EF4-FFF2-40B4-BE49-F238E27FC236}">
                <a16:creationId xmlns:a16="http://schemas.microsoft.com/office/drawing/2014/main" id="{03628391-E6E2-4D79-8A46-F3EFA6B82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066802"/>
            <a:ext cx="25146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Tóm tắt:</a:t>
            </a:r>
          </a:p>
        </p:txBody>
      </p:sp>
      <p:sp>
        <p:nvSpPr>
          <p:cNvPr id="31761" name="Text Box 20">
            <a:extLst>
              <a:ext uri="{FF2B5EF4-FFF2-40B4-BE49-F238E27FC236}">
                <a16:creationId xmlns:a16="http://schemas.microsoft.com/office/drawing/2014/main" id="{3A4E6208-37F4-4452-AB0B-8497610EB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743202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31762" name="Text Box 21">
            <a:extLst>
              <a:ext uri="{FF2B5EF4-FFF2-40B4-BE49-F238E27FC236}">
                <a16:creationId xmlns:a16="http://schemas.microsoft.com/office/drawing/2014/main" id="{183073AE-A84D-47AA-A4FC-41B9A3B30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032127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1028DA8-754D-4646-9B3A-82794B58A9A5}"/>
              </a:ext>
            </a:extLst>
          </p:cNvPr>
          <p:cNvGrpSpPr/>
          <p:nvPr/>
        </p:nvGrpSpPr>
        <p:grpSpPr>
          <a:xfrm>
            <a:off x="4776262" y="3139359"/>
            <a:ext cx="2644959" cy="1033307"/>
            <a:chOff x="6983321" y="3887396"/>
            <a:chExt cx="2644959" cy="1033307"/>
          </a:xfrm>
        </p:grpSpPr>
        <p:sp>
          <p:nvSpPr>
            <p:cNvPr id="31763" name="Rectangle 22">
              <a:extLst>
                <a:ext uri="{FF2B5EF4-FFF2-40B4-BE49-F238E27FC236}">
                  <a16:creationId xmlns:a16="http://schemas.microsoft.com/office/drawing/2014/main" id="{A8CF635A-402D-4EE5-B232-1C54D9732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3321" y="3887396"/>
              <a:ext cx="2644959" cy="1033307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1764" name="Object 23">
              <a:extLst>
                <a:ext uri="{FF2B5EF4-FFF2-40B4-BE49-F238E27FC236}">
                  <a16:creationId xmlns:a16="http://schemas.microsoft.com/office/drawing/2014/main" id="{FC0F4157-D7A4-4669-96D2-112DADAEA8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8290874"/>
                </p:ext>
              </p:extLst>
            </p:nvPr>
          </p:nvGraphicFramePr>
          <p:xfrm>
            <a:off x="7233817" y="3954690"/>
            <a:ext cx="2069355" cy="874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286000" imgH="965200" progId="Equation.DSMT4">
                    <p:embed/>
                  </p:oleObj>
                </mc:Choice>
                <mc:Fallback>
                  <p:oleObj name="Equation" r:id="rId2" imgW="2286000" imgH="965200" progId="Equation.DSMT4">
                    <p:embed/>
                    <p:pic>
                      <p:nvPicPr>
                        <p:cNvPr id="31764" name="Object 23">
                          <a:extLst>
                            <a:ext uri="{FF2B5EF4-FFF2-40B4-BE49-F238E27FC236}">
                              <a16:creationId xmlns:a16="http://schemas.microsoft.com/office/drawing/2014/main" id="{FC0F4157-D7A4-4669-96D2-112DADAEA8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3817" y="3954690"/>
                          <a:ext cx="2069355" cy="874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765" name="Group 28">
            <a:extLst>
              <a:ext uri="{FF2B5EF4-FFF2-40B4-BE49-F238E27FC236}">
                <a16:creationId xmlns:a16="http://schemas.microsoft.com/office/drawing/2014/main" id="{36C5A5E9-80EF-41C2-B55A-784B07A75833}"/>
              </a:ext>
            </a:extLst>
          </p:cNvPr>
          <p:cNvGrpSpPr>
            <a:grpSpLocks/>
          </p:cNvGrpSpPr>
          <p:nvPr/>
        </p:nvGrpSpPr>
        <p:grpSpPr bwMode="auto">
          <a:xfrm>
            <a:off x="692151" y="5585738"/>
            <a:ext cx="7829550" cy="936625"/>
            <a:chOff x="439" y="3017"/>
            <a:chExt cx="4932" cy="590"/>
          </a:xfrm>
        </p:grpSpPr>
        <p:sp>
          <p:nvSpPr>
            <p:cNvPr id="31768" name="Rectangle 25">
              <a:extLst>
                <a:ext uri="{FF2B5EF4-FFF2-40B4-BE49-F238E27FC236}">
                  <a16:creationId xmlns:a16="http://schemas.microsoft.com/office/drawing/2014/main" id="{B9758FD4-1738-4A39-9792-E87004999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" y="3017"/>
              <a:ext cx="4932" cy="59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1769" name="Object 26">
              <a:extLst>
                <a:ext uri="{FF2B5EF4-FFF2-40B4-BE49-F238E27FC236}">
                  <a16:creationId xmlns:a16="http://schemas.microsoft.com/office/drawing/2014/main" id="{1792DA19-A99A-426E-9A3D-CA32EEB7CD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3818786"/>
                </p:ext>
              </p:extLst>
            </p:nvPr>
          </p:nvGraphicFramePr>
          <p:xfrm>
            <a:off x="789" y="3118"/>
            <a:ext cx="4373" cy="4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934200" imgH="711200" progId="Equation.DSMT4">
                    <p:embed/>
                  </p:oleObj>
                </mc:Choice>
                <mc:Fallback>
                  <p:oleObj name="Equation" r:id="rId4" imgW="6934200" imgH="711200" progId="Equation.DSMT4">
                    <p:embed/>
                    <p:pic>
                      <p:nvPicPr>
                        <p:cNvPr id="31769" name="Object 26">
                          <a:extLst>
                            <a:ext uri="{FF2B5EF4-FFF2-40B4-BE49-F238E27FC236}">
                              <a16:creationId xmlns:a16="http://schemas.microsoft.com/office/drawing/2014/main" id="{1792DA19-A99A-426E-9A3D-CA32EEB7CD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9" y="3118"/>
                          <a:ext cx="4373" cy="449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66" name="Arc 29">
            <a:extLst>
              <a:ext uri="{FF2B5EF4-FFF2-40B4-BE49-F238E27FC236}">
                <a16:creationId xmlns:a16="http://schemas.microsoft.com/office/drawing/2014/main" id="{0569A58A-703F-4E98-8CFE-91E6DF55C3C6}"/>
              </a:ext>
            </a:extLst>
          </p:cNvPr>
          <p:cNvSpPr>
            <a:spLocks/>
          </p:cNvSpPr>
          <p:nvPr/>
        </p:nvSpPr>
        <p:spPr bwMode="auto">
          <a:xfrm rot="5641821">
            <a:off x="1998665" y="3149602"/>
            <a:ext cx="719137" cy="754063"/>
          </a:xfrm>
          <a:custGeom>
            <a:avLst/>
            <a:gdLst>
              <a:gd name="T0" fmla="*/ 2147483646 w 43200"/>
              <a:gd name="T1" fmla="*/ 0 h 43200"/>
              <a:gd name="T2" fmla="*/ 2147483646 w 43200"/>
              <a:gd name="T3" fmla="*/ 2147483646 h 43200"/>
              <a:gd name="T4" fmla="*/ 2147483646 w 43200"/>
              <a:gd name="T5" fmla="*/ 2147483646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0669"/>
                  <a:pt x="8165" y="1461"/>
                  <a:pt x="19017" y="154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0669"/>
                  <a:pt x="8165" y="1461"/>
                  <a:pt x="19017" y="154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19050">
            <a:solidFill>
              <a:srgbClr val="0000CC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7" name="Title 1">
            <a:extLst>
              <a:ext uri="{FF2B5EF4-FFF2-40B4-BE49-F238E27FC236}">
                <a16:creationId xmlns:a16="http://schemas.microsoft.com/office/drawing/2014/main" id="{6EC16C5F-D835-4BC0-8A33-5235198BE8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Hình tròn tổng quát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>
            <a:extLst>
              <a:ext uri="{FF2B5EF4-FFF2-40B4-BE49-F238E27FC236}">
                <a16:creationId xmlns:a16="http://schemas.microsoft.com/office/drawing/2014/main" id="{378D0C2E-8CD7-427F-8185-DB50DD6874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Ellipse</a:t>
            </a:r>
          </a:p>
        </p:txBody>
      </p:sp>
      <p:graphicFrame>
        <p:nvGraphicFramePr>
          <p:cNvPr id="32771" name="Object 8">
            <a:extLst>
              <a:ext uri="{FF2B5EF4-FFF2-40B4-BE49-F238E27FC236}">
                <a16:creationId xmlns:a16="http://schemas.microsoft.com/office/drawing/2014/main" id="{F1E98795-EC99-4C84-992D-AD15CAC15B2D}"/>
              </a:ext>
            </a:extLst>
          </p:cNvPr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52201203"/>
              </p:ext>
            </p:extLst>
          </p:nvPr>
        </p:nvGraphicFramePr>
        <p:xfrm>
          <a:off x="2177330" y="842037"/>
          <a:ext cx="2093754" cy="941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500" imgH="939800" progId="Equation.DSMT4">
                  <p:embed/>
                </p:oleObj>
              </mc:Choice>
              <mc:Fallback>
                <p:oleObj name="Equation" r:id="rId2" imgW="2095500" imgH="939800" progId="Equation.DSMT4">
                  <p:embed/>
                  <p:pic>
                    <p:nvPicPr>
                      <p:cNvPr id="32771" name="Object 8">
                        <a:extLst>
                          <a:ext uri="{FF2B5EF4-FFF2-40B4-BE49-F238E27FC236}">
                            <a16:creationId xmlns:a16="http://schemas.microsoft.com/office/drawing/2014/main" id="{F1E98795-EC99-4C84-992D-AD15CAC15B2D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7330" y="842037"/>
                        <a:ext cx="2093754" cy="9412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Oval 5">
            <a:extLst>
              <a:ext uri="{FF2B5EF4-FFF2-40B4-BE49-F238E27FC236}">
                <a16:creationId xmlns:a16="http://schemas.microsoft.com/office/drawing/2014/main" id="{1E47D03F-12C6-4063-8690-199E106DF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141538"/>
            <a:ext cx="3124200" cy="1371600"/>
          </a:xfrm>
          <a:prstGeom prst="ellipse">
            <a:avLst/>
          </a:prstGeom>
          <a:solidFill>
            <a:srgbClr val="FF9900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32773" name="Line 6">
            <a:extLst>
              <a:ext uri="{FF2B5EF4-FFF2-40B4-BE49-F238E27FC236}">
                <a16:creationId xmlns:a16="http://schemas.microsoft.com/office/drawing/2014/main" id="{9DE11D17-9EA0-4D6F-A1A7-8106C26EF563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2827338"/>
            <a:ext cx="396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4" name="Line 7">
            <a:extLst>
              <a:ext uri="{FF2B5EF4-FFF2-40B4-BE49-F238E27FC236}">
                <a16:creationId xmlns:a16="http://schemas.microsoft.com/office/drawing/2014/main" id="{8B43492F-6F1F-446B-A540-C514C84501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4050" y="1455738"/>
            <a:ext cx="0" cy="2514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5" name="Text Box 10">
            <a:extLst>
              <a:ext uri="{FF2B5EF4-FFF2-40B4-BE49-F238E27FC236}">
                <a16:creationId xmlns:a16="http://schemas.microsoft.com/office/drawing/2014/main" id="{13F0F81A-ACE2-492A-815B-3D1E4AB97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753507"/>
            <a:ext cx="381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2776" name="Text Box 11">
            <a:extLst>
              <a:ext uri="{FF2B5EF4-FFF2-40B4-BE49-F238E27FC236}">
                <a16:creationId xmlns:a16="http://schemas.microsoft.com/office/drawing/2014/main" id="{32274129-44E0-4EB8-B554-ED3DC18A5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0771" y="1725858"/>
            <a:ext cx="381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49164" name="Text Box 12">
            <a:extLst>
              <a:ext uri="{FF2B5EF4-FFF2-40B4-BE49-F238E27FC236}">
                <a16:creationId xmlns:a16="http://schemas.microsoft.com/office/drawing/2014/main" id="{3626E08F-FFD4-421E-A431-D69C684AE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49" y="1683583"/>
            <a:ext cx="3467099" cy="109260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6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en-US" sz="26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sin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 </a:t>
            </a:r>
            <a:r>
              <a:rPr lang="en-US" alt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en-US" sz="26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abr</a:t>
            </a:r>
            <a:endParaRPr lang="en-US" altLang="en-US" sz="26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2" name="Group 28">
            <a:extLst>
              <a:ext uri="{FF2B5EF4-FFF2-40B4-BE49-F238E27FC236}">
                <a16:creationId xmlns:a16="http://schemas.microsoft.com/office/drawing/2014/main" id="{2D95DAC8-2DD1-438E-97B3-A6413AA19936}"/>
              </a:ext>
            </a:extLst>
          </p:cNvPr>
          <p:cNvGrpSpPr>
            <a:grpSpLocks/>
          </p:cNvGrpSpPr>
          <p:nvPr/>
        </p:nvGrpSpPr>
        <p:grpSpPr bwMode="auto">
          <a:xfrm>
            <a:off x="5038143" y="2827089"/>
            <a:ext cx="2174875" cy="1100138"/>
            <a:chOff x="3011" y="2217"/>
            <a:chExt cx="1370" cy="693"/>
          </a:xfrm>
        </p:grpSpPr>
        <p:sp>
          <p:nvSpPr>
            <p:cNvPr id="32783" name="Rectangle 22">
              <a:extLst>
                <a:ext uri="{FF2B5EF4-FFF2-40B4-BE49-F238E27FC236}">
                  <a16:creationId xmlns:a16="http://schemas.microsoft.com/office/drawing/2014/main" id="{A63D18B5-0F95-4D51-98EB-6AFD942B0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1" y="2217"/>
              <a:ext cx="1370" cy="693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2784" name="Object 24">
              <a:extLst>
                <a:ext uri="{FF2B5EF4-FFF2-40B4-BE49-F238E27FC236}">
                  <a16:creationId xmlns:a16="http://schemas.microsoft.com/office/drawing/2014/main" id="{AA9421D3-2C18-4D9B-A3A5-9351DFCC55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8090945"/>
                </p:ext>
              </p:extLst>
            </p:nvPr>
          </p:nvGraphicFramePr>
          <p:xfrm>
            <a:off x="3041" y="2300"/>
            <a:ext cx="1309" cy="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286000" imgH="965200" progId="Equation.DSMT4">
                    <p:embed/>
                  </p:oleObj>
                </mc:Choice>
                <mc:Fallback>
                  <p:oleObj name="Equation" r:id="rId4" imgW="2286000" imgH="965200" progId="Equation.DSMT4">
                    <p:embed/>
                    <p:pic>
                      <p:nvPicPr>
                        <p:cNvPr id="32784" name="Object 24">
                          <a:extLst>
                            <a:ext uri="{FF2B5EF4-FFF2-40B4-BE49-F238E27FC236}">
                              <a16:creationId xmlns:a16="http://schemas.microsoft.com/office/drawing/2014/main" id="{AA9421D3-2C18-4D9B-A3A5-9351DFCC550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1" y="2300"/>
                          <a:ext cx="1309" cy="5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9178" name="Object 26">
            <a:extLst>
              <a:ext uri="{FF2B5EF4-FFF2-40B4-BE49-F238E27FC236}">
                <a16:creationId xmlns:a16="http://schemas.microsoft.com/office/drawing/2014/main" id="{D62095FD-ECDE-47EC-8FA9-4A66230F12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773126"/>
              </p:ext>
            </p:extLst>
          </p:nvPr>
        </p:nvGraphicFramePr>
        <p:xfrm>
          <a:off x="1558609" y="3970338"/>
          <a:ext cx="1612900" cy="939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12900" imgH="939800" progId="Equation.DSMT4">
                  <p:embed/>
                </p:oleObj>
              </mc:Choice>
              <mc:Fallback>
                <p:oleObj name="Equation" r:id="rId6" imgW="1612900" imgH="939800" progId="Equation.DSMT4">
                  <p:embed/>
                  <p:pic>
                    <p:nvPicPr>
                      <p:cNvPr id="49178" name="Object 26">
                        <a:extLst>
                          <a:ext uri="{FF2B5EF4-FFF2-40B4-BE49-F238E27FC236}">
                            <a16:creationId xmlns:a16="http://schemas.microsoft.com/office/drawing/2014/main" id="{D62095FD-ECDE-47EC-8FA9-4A66230F12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609" y="3970338"/>
                        <a:ext cx="1612900" cy="9398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9" name="Line 27">
            <a:extLst>
              <a:ext uri="{FF2B5EF4-FFF2-40B4-BE49-F238E27FC236}">
                <a16:creationId xmlns:a16="http://schemas.microsoft.com/office/drawing/2014/main" id="{80998F2B-DA69-4158-AD86-2B367BCA74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600" y="351313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D856D1D-5DB6-AB9D-B7CA-59800A28BBFB}"/>
              </a:ext>
            </a:extLst>
          </p:cNvPr>
          <p:cNvGrpSpPr/>
          <p:nvPr/>
        </p:nvGrpSpPr>
        <p:grpSpPr>
          <a:xfrm>
            <a:off x="550311" y="5552232"/>
            <a:ext cx="6927273" cy="893018"/>
            <a:chOff x="550311" y="5552232"/>
            <a:chExt cx="6927273" cy="893018"/>
          </a:xfrm>
        </p:grpSpPr>
        <p:sp>
          <p:nvSpPr>
            <p:cNvPr id="49165" name="Rectangle 13">
              <a:extLst>
                <a:ext uri="{FF2B5EF4-FFF2-40B4-BE49-F238E27FC236}">
                  <a16:creationId xmlns:a16="http://schemas.microsoft.com/office/drawing/2014/main" id="{ED9FEFDD-0B2E-4618-8135-871F951B3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311" y="5552232"/>
              <a:ext cx="6927273" cy="884335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3806" name="Object 2">
              <a:extLst>
                <a:ext uri="{FF2B5EF4-FFF2-40B4-BE49-F238E27FC236}">
                  <a16:creationId xmlns:a16="http://schemas.microsoft.com/office/drawing/2014/main" id="{AD0A3902-4B39-44C8-8461-B349907CC1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1502929"/>
                </p:ext>
              </p:extLst>
            </p:nvPr>
          </p:nvGraphicFramePr>
          <p:xfrm>
            <a:off x="903288" y="5668963"/>
            <a:ext cx="6118225" cy="776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7403760" imgH="939600" progId="Equation.DSMT4">
                    <p:embed/>
                  </p:oleObj>
                </mc:Choice>
                <mc:Fallback>
                  <p:oleObj name="Equation" r:id="rId8" imgW="7403760" imgH="939600" progId="Equation.DSMT4">
                    <p:embed/>
                    <p:pic>
                      <p:nvPicPr>
                        <p:cNvPr id="33806" name="Object 2">
                          <a:extLst>
                            <a:ext uri="{FF2B5EF4-FFF2-40B4-BE49-F238E27FC236}">
                              <a16:creationId xmlns:a16="http://schemas.microsoft.com/office/drawing/2014/main" id="{AD0A3902-4B39-44C8-8461-B349907CC1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3288" y="5668963"/>
                          <a:ext cx="6118225" cy="776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9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8" name="Text Box 10">
            <a:extLst>
              <a:ext uri="{FF2B5EF4-FFF2-40B4-BE49-F238E27FC236}">
                <a16:creationId xmlns:a16="http://schemas.microsoft.com/office/drawing/2014/main" id="{4A3123D7-1D68-417E-A61D-62E517319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819401"/>
            <a:ext cx="4648200" cy="109260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6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= 2 + </a:t>
            </a:r>
            <a:r>
              <a:rPr lang="en-US" altLang="en-US" sz="2600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altLang="en-US" sz="26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en-US" sz="26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1 + </a:t>
            </a:r>
            <a:r>
              <a:rPr lang="en-US" altLang="en-US" sz="26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sin</a:t>
            </a:r>
            <a:r>
              <a:rPr lang="en-US" altLang="en-US" sz="26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6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en-US" sz="2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en-US" sz="26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</a:p>
        </p:txBody>
      </p:sp>
      <p:graphicFrame>
        <p:nvGraphicFramePr>
          <p:cNvPr id="68619" name="Object 11">
            <a:extLst>
              <a:ext uri="{FF2B5EF4-FFF2-40B4-BE49-F238E27FC236}">
                <a16:creationId xmlns:a16="http://schemas.microsoft.com/office/drawing/2014/main" id="{D48BF404-23D1-4CAB-B348-85C6E174E3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587599"/>
              </p:ext>
            </p:extLst>
          </p:nvPr>
        </p:nvGraphicFramePr>
        <p:xfrm>
          <a:off x="3379459" y="5962732"/>
          <a:ext cx="4366281" cy="776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83200" imgH="939800" progId="Equation.DSMT4">
                  <p:embed/>
                </p:oleObj>
              </mc:Choice>
              <mc:Fallback>
                <p:oleObj name="Equation" r:id="rId2" imgW="5283200" imgH="939800" progId="Equation.DSMT4">
                  <p:embed/>
                  <p:pic>
                    <p:nvPicPr>
                      <p:cNvPr id="68619" name="Object 11">
                        <a:extLst>
                          <a:ext uri="{FF2B5EF4-FFF2-40B4-BE49-F238E27FC236}">
                            <a16:creationId xmlns:a16="http://schemas.microsoft.com/office/drawing/2014/main" id="{D48BF404-23D1-4CAB-B348-85C6E174E3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9459" y="5962732"/>
                        <a:ext cx="4366281" cy="7766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0" name="Object 12">
            <a:extLst>
              <a:ext uri="{FF2B5EF4-FFF2-40B4-BE49-F238E27FC236}">
                <a16:creationId xmlns:a16="http://schemas.microsoft.com/office/drawing/2014/main" id="{8C6A48BE-0785-40E7-BEF4-868D80530E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81865"/>
              </p:ext>
            </p:extLst>
          </p:nvPr>
        </p:nvGraphicFramePr>
        <p:xfrm>
          <a:off x="5365463" y="4615873"/>
          <a:ext cx="1835727" cy="877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19300" imgH="965200" progId="Equation.DSMT4">
                  <p:embed/>
                </p:oleObj>
              </mc:Choice>
              <mc:Fallback>
                <p:oleObj name="Equation" r:id="rId4" imgW="2019300" imgH="965200" progId="Equation.DSMT4">
                  <p:embed/>
                  <p:pic>
                    <p:nvPicPr>
                      <p:cNvPr id="68620" name="Object 12">
                        <a:extLst>
                          <a:ext uri="{FF2B5EF4-FFF2-40B4-BE49-F238E27FC236}">
                            <a16:creationId xmlns:a16="http://schemas.microsoft.com/office/drawing/2014/main" id="{8C6A48BE-0785-40E7-BEF4-868D80530E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463" y="4615873"/>
                        <a:ext cx="1835727" cy="8774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804" name="Group 17">
            <a:extLst>
              <a:ext uri="{FF2B5EF4-FFF2-40B4-BE49-F238E27FC236}">
                <a16:creationId xmlns:a16="http://schemas.microsoft.com/office/drawing/2014/main" id="{0B81FBE8-F10B-44B7-840F-DDD49D7F149A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030287"/>
            <a:ext cx="5718175" cy="1314450"/>
            <a:chOff x="288" y="361"/>
            <a:chExt cx="3602" cy="828"/>
          </a:xfrm>
        </p:grpSpPr>
        <p:graphicFrame>
          <p:nvGraphicFramePr>
            <p:cNvPr id="33805" name="Object 2">
              <a:extLst>
                <a:ext uri="{FF2B5EF4-FFF2-40B4-BE49-F238E27FC236}">
                  <a16:creationId xmlns:a16="http://schemas.microsoft.com/office/drawing/2014/main" id="{E7C3BCAA-CBA3-41EE-85C0-1CB9205971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0312275"/>
                </p:ext>
              </p:extLst>
            </p:nvPr>
          </p:nvGraphicFramePr>
          <p:xfrm>
            <a:off x="1079" y="401"/>
            <a:ext cx="899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726920" imgH="723600" progId="Equation.DSMT4">
                    <p:embed/>
                  </p:oleObj>
                </mc:Choice>
                <mc:Fallback>
                  <p:oleObj name="Equation" r:id="rId6" imgW="1726920" imgH="723600" progId="Equation.DSMT4">
                    <p:embed/>
                    <p:pic>
                      <p:nvPicPr>
                        <p:cNvPr id="33805" name="Object 2">
                          <a:extLst>
                            <a:ext uri="{FF2B5EF4-FFF2-40B4-BE49-F238E27FC236}">
                              <a16:creationId xmlns:a16="http://schemas.microsoft.com/office/drawing/2014/main" id="{E7C3BCAA-CBA3-41EE-85C0-1CB9205971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9" y="401"/>
                          <a:ext cx="899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6" name="Text Box 4">
              <a:extLst>
                <a:ext uri="{FF2B5EF4-FFF2-40B4-BE49-F238E27FC236}">
                  <a16:creationId xmlns:a16="http://schemas.microsoft.com/office/drawing/2014/main" id="{91A73CEF-35CC-40EF-8285-17936D6E45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72"/>
              <a:ext cx="105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Tính</a:t>
              </a:r>
            </a:p>
          </p:txBody>
        </p:sp>
        <p:sp>
          <p:nvSpPr>
            <p:cNvPr id="33807" name="Text Box 5">
              <a:extLst>
                <a:ext uri="{FF2B5EF4-FFF2-40B4-BE49-F238E27FC236}">
                  <a16:creationId xmlns:a16="http://schemas.microsoft.com/office/drawing/2014/main" id="{2F77B558-F6A2-4EF4-8271-5E6D92E90C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879"/>
              <a:ext cx="312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hình tròn: (</a:t>
              </a:r>
              <a:r>
                <a:rPr lang="en-US" altLang="en-US" sz="2600" i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2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2)</a:t>
              </a:r>
              <a:r>
                <a:rPr lang="en-US" altLang="en-US" sz="2600" baseline="30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en-US" altLang="en-US" sz="2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(</a:t>
              </a:r>
              <a:r>
                <a:rPr lang="en-US" altLang="en-US" sz="2600" i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en-US" sz="2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+ 1)</a:t>
              </a:r>
              <a:r>
                <a:rPr lang="en-US" altLang="en-US" sz="2600" baseline="300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2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 9</a:t>
              </a:r>
            </a:p>
          </p:txBody>
        </p:sp>
        <p:sp>
          <p:nvSpPr>
            <p:cNvPr id="33808" name="Rectangle 16">
              <a:extLst>
                <a:ext uri="{FF2B5EF4-FFF2-40B4-BE49-F238E27FC236}">
                  <a16:creationId xmlns:a16="http://schemas.microsoft.com/office/drawing/2014/main" id="{A102861E-D406-4B4D-B563-CEAB453AB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" y="361"/>
              <a:ext cx="188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60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với D là nửa trên của</a:t>
              </a:r>
            </a:p>
          </p:txBody>
        </p:sp>
      </p:grpSp>
      <p:sp>
        <p:nvSpPr>
          <p:cNvPr id="33802" name="Title 2">
            <a:extLst>
              <a:ext uri="{FF2B5EF4-FFF2-40B4-BE49-F238E27FC236}">
                <a16:creationId xmlns:a16="http://schemas.microsoft.com/office/drawing/2014/main" id="{27B66318-CB95-4989-90A2-0A6C046261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err="1"/>
              <a:t>Ví</a:t>
            </a:r>
            <a:r>
              <a:rPr lang="en-US" altLang="en-US" dirty="0"/>
              <a:t> </a:t>
            </a:r>
            <a:r>
              <a:rPr lang="en-US" altLang="en-US" dirty="0" err="1"/>
              <a:t>dụ</a:t>
            </a:r>
            <a:endParaRPr lang="en-US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53A587-B098-6661-1BA0-44FF408168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661" y="3641614"/>
            <a:ext cx="2997354" cy="21527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6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68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">
            <a:extLst>
              <a:ext uri="{FF2B5EF4-FFF2-40B4-BE49-F238E27FC236}">
                <a16:creationId xmlns:a16="http://schemas.microsoft.com/office/drawing/2014/main" id="{D4143A00-A1EE-40E2-9828-D3E3139602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1040" y="19687"/>
            <a:ext cx="7741920" cy="650873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Ví</a:t>
            </a:r>
            <a:r>
              <a:rPr lang="en-US" altLang="en-US" dirty="0"/>
              <a:t> </a:t>
            </a:r>
            <a:r>
              <a:rPr lang="en-US" altLang="en-US" dirty="0" err="1"/>
              <a:t>dụ</a:t>
            </a:r>
            <a:endParaRPr lang="en-US" altLang="en-US" dirty="0"/>
          </a:p>
        </p:txBody>
      </p:sp>
      <p:sp>
        <p:nvSpPr>
          <p:cNvPr id="35844" name="Rectangle 26">
            <a:extLst>
              <a:ext uri="{FF2B5EF4-FFF2-40B4-BE49-F238E27FC236}">
                <a16:creationId xmlns:a16="http://schemas.microsoft.com/office/drawing/2014/main" id="{573BAC0F-9711-43EF-B19C-C5A92167F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470" y="823397"/>
            <a:ext cx="6985562" cy="11776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EE38CC-85DE-1F09-448F-7A69A2037542}"/>
              </a:ext>
            </a:extLst>
          </p:cNvPr>
          <p:cNvGrpSpPr/>
          <p:nvPr/>
        </p:nvGrpSpPr>
        <p:grpSpPr>
          <a:xfrm>
            <a:off x="957734" y="688940"/>
            <a:ext cx="6379390" cy="1198498"/>
            <a:chOff x="284480" y="688940"/>
            <a:chExt cx="6498688" cy="1198498"/>
          </a:xfrm>
        </p:grpSpPr>
        <p:graphicFrame>
          <p:nvGraphicFramePr>
            <p:cNvPr id="35843" name="Object 25">
              <a:extLst>
                <a:ext uri="{FF2B5EF4-FFF2-40B4-BE49-F238E27FC236}">
                  <a16:creationId xmlns:a16="http://schemas.microsoft.com/office/drawing/2014/main" id="{790D7B97-02B7-4AAA-A8D8-1DE12BF439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918126"/>
                </p:ext>
              </p:extLst>
            </p:nvPr>
          </p:nvGraphicFramePr>
          <p:xfrm>
            <a:off x="1621413" y="960438"/>
            <a:ext cx="5161755" cy="927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067000" imgH="927000" progId="Equation.DSMT4">
                    <p:embed/>
                  </p:oleObj>
                </mc:Choice>
                <mc:Fallback>
                  <p:oleObj name="Equation" r:id="rId2" imgW="5067000" imgH="927000" progId="Equation.DSMT4">
                    <p:embed/>
                    <p:pic>
                      <p:nvPicPr>
                        <p:cNvPr id="35843" name="Object 25">
                          <a:extLst>
                            <a:ext uri="{FF2B5EF4-FFF2-40B4-BE49-F238E27FC236}">
                              <a16:creationId xmlns:a16="http://schemas.microsoft.com/office/drawing/2014/main" id="{790D7B97-02B7-4AAA-A8D8-1DE12BF439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1413" y="960438"/>
                          <a:ext cx="5161755" cy="927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45" name="Text Box 27">
              <a:extLst>
                <a:ext uri="{FF2B5EF4-FFF2-40B4-BE49-F238E27FC236}">
                  <a16:creationId xmlns:a16="http://schemas.microsoft.com/office/drawing/2014/main" id="{C6FCA60B-9D9B-42A8-829E-B0EEEC1D68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480" y="688940"/>
              <a:ext cx="968932" cy="892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  <a:r>
                <a:rPr lang="en-US" alt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</p:grpSp>
      <p:sp>
        <p:nvSpPr>
          <p:cNvPr id="54306" name="Text Box 34">
            <a:extLst>
              <a:ext uri="{FF2B5EF4-FFF2-40B4-BE49-F238E27FC236}">
                <a16:creationId xmlns:a16="http://schemas.microsoft.com/office/drawing/2014/main" id="{58A48A4B-3C08-459D-940F-147F28C63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064" y="2286001"/>
            <a:ext cx="3791895" cy="109260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sin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 = 3.2.</a:t>
            </a:r>
            <a:r>
              <a:rPr lang="en-US" altLang="en-US" sz="2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en-US" sz="2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6r</a:t>
            </a:r>
          </a:p>
        </p:txBody>
      </p:sp>
      <p:graphicFrame>
        <p:nvGraphicFramePr>
          <p:cNvPr id="59396" name="Object 4">
            <a:extLst>
              <a:ext uri="{FF2B5EF4-FFF2-40B4-BE49-F238E27FC236}">
                <a16:creationId xmlns:a16="http://schemas.microsoft.com/office/drawing/2014/main" id="{5E090A93-32CD-4637-AEEE-AB741CB60A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260552"/>
              </p:ext>
            </p:extLst>
          </p:nvPr>
        </p:nvGraphicFramePr>
        <p:xfrm>
          <a:off x="2956470" y="4592953"/>
          <a:ext cx="5134078" cy="1246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53100" imgH="1371600" progId="Equation.DSMT4">
                  <p:embed/>
                </p:oleObj>
              </mc:Choice>
              <mc:Fallback>
                <p:oleObj name="Equation" r:id="rId4" imgW="5753100" imgH="1371600" progId="Equation.DSMT4">
                  <p:embed/>
                  <p:pic>
                    <p:nvPicPr>
                      <p:cNvPr id="59396" name="Object 4">
                        <a:extLst>
                          <a:ext uri="{FF2B5EF4-FFF2-40B4-BE49-F238E27FC236}">
                            <a16:creationId xmlns:a16="http://schemas.microsoft.com/office/drawing/2014/main" id="{5E090A93-32CD-4637-AEEE-AB741CB60A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6470" y="4592953"/>
                        <a:ext cx="5134078" cy="12469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7" name="Object 5">
            <a:extLst>
              <a:ext uri="{FF2B5EF4-FFF2-40B4-BE49-F238E27FC236}">
                <a16:creationId xmlns:a16="http://schemas.microsoft.com/office/drawing/2014/main" id="{59A0B5E7-C52A-452A-86B4-6925C41DA7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434678"/>
              </p:ext>
            </p:extLst>
          </p:nvPr>
        </p:nvGraphicFramePr>
        <p:xfrm>
          <a:off x="8119918" y="4851340"/>
          <a:ext cx="464675" cy="750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20700" imgH="825500" progId="Equation.DSMT4">
                  <p:embed/>
                </p:oleObj>
              </mc:Choice>
              <mc:Fallback>
                <p:oleObj name="Equation" r:id="rId6" imgW="520700" imgH="825500" progId="Equation.DSMT4">
                  <p:embed/>
                  <p:pic>
                    <p:nvPicPr>
                      <p:cNvPr id="59397" name="Object 5">
                        <a:extLst>
                          <a:ext uri="{FF2B5EF4-FFF2-40B4-BE49-F238E27FC236}">
                            <a16:creationId xmlns:a16="http://schemas.microsoft.com/office/drawing/2014/main" id="{59A0B5E7-C52A-452A-86B4-6925C41DA7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9918" y="4851340"/>
                        <a:ext cx="464675" cy="7504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9" name="Object 7">
            <a:extLst>
              <a:ext uri="{FF2B5EF4-FFF2-40B4-BE49-F238E27FC236}">
                <a16:creationId xmlns:a16="http://schemas.microsoft.com/office/drawing/2014/main" id="{8AFFE511-9B65-4091-B5B5-50257F0168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856125"/>
              </p:ext>
            </p:extLst>
          </p:nvPr>
        </p:nvGraphicFramePr>
        <p:xfrm>
          <a:off x="4109287" y="3503493"/>
          <a:ext cx="2006030" cy="1062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47900" imgH="1168400" progId="Equation.DSMT4">
                  <p:embed/>
                </p:oleObj>
              </mc:Choice>
              <mc:Fallback>
                <p:oleObj name="Equation" r:id="rId8" imgW="2247900" imgH="1168400" progId="Equation.DSMT4">
                  <p:embed/>
                  <p:pic>
                    <p:nvPicPr>
                      <p:cNvPr id="59399" name="Object 7">
                        <a:extLst>
                          <a:ext uri="{FF2B5EF4-FFF2-40B4-BE49-F238E27FC236}">
                            <a16:creationId xmlns:a16="http://schemas.microsoft.com/office/drawing/2014/main" id="{8AFFE511-9B65-4091-B5B5-50257F0168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9287" y="3503493"/>
                        <a:ext cx="2006030" cy="10621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FC24474-BA03-17E8-1684-F596EA3EAB2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121" y="2274092"/>
            <a:ext cx="3098174" cy="24131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4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0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1">
            <a:extLst>
              <a:ext uri="{FF2B5EF4-FFF2-40B4-BE49-F238E27FC236}">
                <a16:creationId xmlns:a16="http://schemas.microsoft.com/office/drawing/2014/main" id="{1A22AA29-F135-494D-B9B6-4D3A50E6EEEB}"/>
              </a:ext>
            </a:extLst>
          </p:cNvPr>
          <p:cNvGrpSpPr>
            <a:grpSpLocks/>
          </p:cNvGrpSpPr>
          <p:nvPr/>
        </p:nvGrpSpPr>
        <p:grpSpPr bwMode="auto">
          <a:xfrm>
            <a:off x="356407" y="2671881"/>
            <a:ext cx="3263260" cy="2394098"/>
            <a:chOff x="144" y="1574"/>
            <a:chExt cx="3265" cy="2482"/>
          </a:xfrm>
        </p:grpSpPr>
        <p:grpSp>
          <p:nvGrpSpPr>
            <p:cNvPr id="36876" name="Group 4">
              <a:extLst>
                <a:ext uri="{FF2B5EF4-FFF2-40B4-BE49-F238E27FC236}">
                  <a16:creationId xmlns:a16="http://schemas.microsoft.com/office/drawing/2014/main" id="{6252A241-7AE4-4397-BCC6-E36CA24C3A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8" y="2159"/>
              <a:ext cx="2721" cy="1452"/>
              <a:chOff x="3720" y="1860"/>
              <a:chExt cx="2087" cy="2131"/>
            </a:xfrm>
          </p:grpSpPr>
          <p:sp>
            <p:nvSpPr>
              <p:cNvPr id="36886" name="Oval 5">
                <a:extLst>
                  <a:ext uri="{FF2B5EF4-FFF2-40B4-BE49-F238E27FC236}">
                    <a16:creationId xmlns:a16="http://schemas.microsoft.com/office/drawing/2014/main" id="{40693EFC-C384-43BF-A8FC-2FD53504CC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0" y="1860"/>
                <a:ext cx="2087" cy="2131"/>
              </a:xfrm>
              <a:prstGeom prst="ellipse">
                <a:avLst/>
              </a:prstGeom>
              <a:noFill/>
              <a:ln w="1905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0000CC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36887" name="Object 6">
                <a:extLst>
                  <a:ext uri="{FF2B5EF4-FFF2-40B4-BE49-F238E27FC236}">
                    <a16:creationId xmlns:a16="http://schemas.microsoft.com/office/drawing/2014/main" id="{64017EE8-7425-4714-B3F7-70B7F7AC6CF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718" y="2858"/>
              <a:ext cx="112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77569" imgH="215619" progId="Equation.DSMT4">
                      <p:embed/>
                    </p:oleObj>
                  </mc:Choice>
                  <mc:Fallback>
                    <p:oleObj name="Equation" r:id="rId2" imgW="177569" imgH="215619" progId="Equation.DSMT4">
                      <p:embed/>
                      <p:pic>
                        <p:nvPicPr>
                          <p:cNvPr id="36887" name="Object 6">
                            <a:extLst>
                              <a:ext uri="{FF2B5EF4-FFF2-40B4-BE49-F238E27FC236}">
                                <a16:creationId xmlns:a16="http://schemas.microsoft.com/office/drawing/2014/main" id="{64017EE8-7425-4714-B3F7-70B7F7AC6CF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18" y="2858"/>
                            <a:ext cx="112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6877" name="Group 7">
              <a:extLst>
                <a:ext uri="{FF2B5EF4-FFF2-40B4-BE49-F238E27FC236}">
                  <a16:creationId xmlns:a16="http://schemas.microsoft.com/office/drawing/2014/main" id="{1C286BA2-28F6-43D2-8D6B-7FEBCA3ADB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574"/>
              <a:ext cx="3265" cy="2482"/>
              <a:chOff x="3357" y="1089"/>
              <a:chExt cx="3265" cy="3493"/>
            </a:xfrm>
          </p:grpSpPr>
          <p:sp>
            <p:nvSpPr>
              <p:cNvPr id="36884" name="Line 8">
                <a:extLst>
                  <a:ext uri="{FF2B5EF4-FFF2-40B4-BE49-F238E27FC236}">
                    <a16:creationId xmlns:a16="http://schemas.microsoft.com/office/drawing/2014/main" id="{C6F7993D-BCF0-4D4B-8C37-44C982A208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63" y="1089"/>
                <a:ext cx="0" cy="349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600"/>
              </a:p>
            </p:txBody>
          </p:sp>
          <p:sp>
            <p:nvSpPr>
              <p:cNvPr id="36885" name="Line 9">
                <a:extLst>
                  <a:ext uri="{FF2B5EF4-FFF2-40B4-BE49-F238E27FC236}">
                    <a16:creationId xmlns:a16="http://schemas.microsoft.com/office/drawing/2014/main" id="{89F1B962-470F-4B93-B42F-BECD4B9424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7" y="2912"/>
                <a:ext cx="326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600"/>
              </a:p>
            </p:txBody>
          </p:sp>
        </p:grpSp>
        <p:sp>
          <p:nvSpPr>
            <p:cNvPr id="36878" name="Line 10">
              <a:extLst>
                <a:ext uri="{FF2B5EF4-FFF2-40B4-BE49-F238E27FC236}">
                  <a16:creationId xmlns:a16="http://schemas.microsoft.com/office/drawing/2014/main" id="{D8D0F6C6-4A7D-4C21-B0BA-9831EEDA32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5" y="1842"/>
              <a:ext cx="2404" cy="181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600"/>
            </a:p>
          </p:txBody>
        </p:sp>
        <p:grpSp>
          <p:nvGrpSpPr>
            <p:cNvPr id="36879" name="Group 11">
              <a:extLst>
                <a:ext uri="{FF2B5EF4-FFF2-40B4-BE49-F238E27FC236}">
                  <a16:creationId xmlns:a16="http://schemas.microsoft.com/office/drawing/2014/main" id="{2728A3C0-9E9A-42B6-9D61-A7E9869998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9" y="2450"/>
              <a:ext cx="1180" cy="335"/>
              <a:chOff x="4944" y="2450"/>
              <a:chExt cx="1180" cy="335"/>
            </a:xfrm>
          </p:grpSpPr>
          <p:sp>
            <p:nvSpPr>
              <p:cNvPr id="36880" name="Line 12">
                <a:extLst>
                  <a:ext uri="{FF2B5EF4-FFF2-40B4-BE49-F238E27FC236}">
                    <a16:creationId xmlns:a16="http://schemas.microsoft.com/office/drawing/2014/main" id="{31931890-6C74-42E5-B04C-11D847A336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53" y="2450"/>
                <a:ext cx="499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600"/>
              </a:p>
            </p:txBody>
          </p:sp>
          <p:sp>
            <p:nvSpPr>
              <p:cNvPr id="36881" name="Line 13">
                <a:extLst>
                  <a:ext uri="{FF2B5EF4-FFF2-40B4-BE49-F238E27FC236}">
                    <a16:creationId xmlns:a16="http://schemas.microsoft.com/office/drawing/2014/main" id="{7BF544D9-FD6B-4EF0-ABD8-E45AFB0FDA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98" y="2567"/>
                <a:ext cx="771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600"/>
              </a:p>
            </p:txBody>
          </p:sp>
          <p:sp>
            <p:nvSpPr>
              <p:cNvPr id="36882" name="Line 14">
                <a:extLst>
                  <a:ext uri="{FF2B5EF4-FFF2-40B4-BE49-F238E27FC236}">
                    <a16:creationId xmlns:a16="http://schemas.microsoft.com/office/drawing/2014/main" id="{6AFF76D7-F282-438F-82E5-E96B532CF7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1" y="2685"/>
                <a:ext cx="952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600"/>
              </a:p>
            </p:txBody>
          </p:sp>
          <p:sp>
            <p:nvSpPr>
              <p:cNvPr id="36883" name="Line 15">
                <a:extLst>
                  <a:ext uri="{FF2B5EF4-FFF2-40B4-BE49-F238E27FC236}">
                    <a16:creationId xmlns:a16="http://schemas.microsoft.com/office/drawing/2014/main" id="{06D1FA41-427F-448B-9B22-E3969A9BD7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2785"/>
                <a:ext cx="118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60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868BB48-671A-486F-AA00-6CABDF9BCA18}"/>
              </a:ext>
            </a:extLst>
          </p:cNvPr>
          <p:cNvGrpSpPr/>
          <p:nvPr/>
        </p:nvGrpSpPr>
        <p:grpSpPr>
          <a:xfrm>
            <a:off x="583474" y="1024854"/>
            <a:ext cx="5541223" cy="1367521"/>
            <a:chOff x="2133600" y="949326"/>
            <a:chExt cx="5541223" cy="1367521"/>
          </a:xfrm>
        </p:grpSpPr>
        <p:sp>
          <p:nvSpPr>
            <p:cNvPr id="36868" name="Text Box 18">
              <a:extLst>
                <a:ext uri="{FF2B5EF4-FFF2-40B4-BE49-F238E27FC236}">
                  <a16:creationId xmlns:a16="http://schemas.microsoft.com/office/drawing/2014/main" id="{BCFDA669-B80A-471E-B7C0-10BE86E6E4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949326"/>
              <a:ext cx="4953000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0000CC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600"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 diện tích miền giới hạn bởi</a:t>
              </a:r>
            </a:p>
          </p:txBody>
        </p:sp>
        <p:graphicFrame>
          <p:nvGraphicFramePr>
            <p:cNvPr id="36869" name="Object 19">
              <a:extLst>
                <a:ext uri="{FF2B5EF4-FFF2-40B4-BE49-F238E27FC236}">
                  <a16:creationId xmlns:a16="http://schemas.microsoft.com/office/drawing/2014/main" id="{ADBB9ECA-1476-44BD-B688-E2185CEE66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7256441"/>
                </p:ext>
              </p:extLst>
            </p:nvPr>
          </p:nvGraphicFramePr>
          <p:xfrm>
            <a:off x="2175723" y="1415147"/>
            <a:ext cx="5499100" cy="901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499100" imgH="901700" progId="Equation.DSMT4">
                    <p:embed/>
                  </p:oleObj>
                </mc:Choice>
                <mc:Fallback>
                  <p:oleObj name="Equation" r:id="rId4" imgW="5499100" imgH="901700" progId="Equation.DSMT4">
                    <p:embed/>
                    <p:pic>
                      <p:nvPicPr>
                        <p:cNvPr id="36869" name="Object 19">
                          <a:extLst>
                            <a:ext uri="{FF2B5EF4-FFF2-40B4-BE49-F238E27FC236}">
                              <a16:creationId xmlns:a16="http://schemas.microsoft.com/office/drawing/2014/main" id="{ADBB9ECA-1476-44BD-B688-E2185CEE66B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5723" y="1415147"/>
                          <a:ext cx="5499100" cy="901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436" name="Object 20">
            <a:extLst>
              <a:ext uri="{FF2B5EF4-FFF2-40B4-BE49-F238E27FC236}">
                <a16:creationId xmlns:a16="http://schemas.microsoft.com/office/drawing/2014/main" id="{685FE20D-07B3-4265-90C5-8A9DBD41F7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8030821"/>
              </p:ext>
            </p:extLst>
          </p:nvPr>
        </p:nvGraphicFramePr>
        <p:xfrm>
          <a:off x="3761101" y="2360687"/>
          <a:ext cx="34417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41700" imgH="495300" progId="Equation.DSMT4">
                  <p:embed/>
                </p:oleObj>
              </mc:Choice>
              <mc:Fallback>
                <p:oleObj name="Equation" r:id="rId6" imgW="3441700" imgH="495300" progId="Equation.DSMT4">
                  <p:embed/>
                  <p:pic>
                    <p:nvPicPr>
                      <p:cNvPr id="60436" name="Object 20">
                        <a:extLst>
                          <a:ext uri="{FF2B5EF4-FFF2-40B4-BE49-F238E27FC236}">
                            <a16:creationId xmlns:a16="http://schemas.microsoft.com/office/drawing/2014/main" id="{685FE20D-07B3-4265-90C5-8A9DBD41F7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1101" y="2360687"/>
                        <a:ext cx="34417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38" name="Text Box 22">
            <a:extLst>
              <a:ext uri="{FF2B5EF4-FFF2-40B4-BE49-F238E27FC236}">
                <a16:creationId xmlns:a16="http://schemas.microsoft.com/office/drawing/2014/main" id="{8DE72F2C-5C2E-4385-996D-51A2FFE33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0355" y="3864783"/>
            <a:ext cx="372337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Miền D được viết lại:</a:t>
            </a:r>
          </a:p>
        </p:txBody>
      </p:sp>
      <p:graphicFrame>
        <p:nvGraphicFramePr>
          <p:cNvPr id="60439" name="Object 23">
            <a:extLst>
              <a:ext uri="{FF2B5EF4-FFF2-40B4-BE49-F238E27FC236}">
                <a16:creationId xmlns:a16="http://schemas.microsoft.com/office/drawing/2014/main" id="{C7169253-1D41-4430-A938-3130628504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887852"/>
              </p:ext>
            </p:extLst>
          </p:nvPr>
        </p:nvGraphicFramePr>
        <p:xfrm>
          <a:off x="3818041" y="4311126"/>
          <a:ext cx="30861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86100" imgH="901700" progId="Equation.DSMT4">
                  <p:embed/>
                </p:oleObj>
              </mc:Choice>
              <mc:Fallback>
                <p:oleObj name="Equation" r:id="rId8" imgW="3086100" imgH="901700" progId="Equation.DSMT4">
                  <p:embed/>
                  <p:pic>
                    <p:nvPicPr>
                      <p:cNvPr id="60439" name="Object 23">
                        <a:extLst>
                          <a:ext uri="{FF2B5EF4-FFF2-40B4-BE49-F238E27FC236}">
                            <a16:creationId xmlns:a16="http://schemas.microsoft.com/office/drawing/2014/main" id="{C7169253-1D41-4430-A938-3130628504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8041" y="4311126"/>
                        <a:ext cx="30861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0" name="Object 24">
            <a:extLst>
              <a:ext uri="{FF2B5EF4-FFF2-40B4-BE49-F238E27FC236}">
                <a16:creationId xmlns:a16="http://schemas.microsoft.com/office/drawing/2014/main" id="{25A039CC-68FF-4599-B9AF-74214A83A3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448226"/>
              </p:ext>
            </p:extLst>
          </p:nvPr>
        </p:nvGraphicFramePr>
        <p:xfrm>
          <a:off x="3374661" y="5443833"/>
          <a:ext cx="3394364" cy="969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733800" imgH="1066800" progId="Equation.DSMT4">
                  <p:embed/>
                </p:oleObj>
              </mc:Choice>
              <mc:Fallback>
                <p:oleObj name="Equation" r:id="rId10" imgW="3733800" imgH="1066800" progId="Equation.DSMT4">
                  <p:embed/>
                  <p:pic>
                    <p:nvPicPr>
                      <p:cNvPr id="60440" name="Object 24">
                        <a:extLst>
                          <a:ext uri="{FF2B5EF4-FFF2-40B4-BE49-F238E27FC236}">
                            <a16:creationId xmlns:a16="http://schemas.microsoft.com/office/drawing/2014/main" id="{25A039CC-68FF-4599-B9AF-74214A83A3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4661" y="5443833"/>
                        <a:ext cx="3394364" cy="9698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2" name="Object 26">
            <a:extLst>
              <a:ext uri="{FF2B5EF4-FFF2-40B4-BE49-F238E27FC236}">
                <a16:creationId xmlns:a16="http://schemas.microsoft.com/office/drawing/2014/main" id="{1DC1776A-E4D4-439D-8596-84D403B19F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1647228"/>
              </p:ext>
            </p:extLst>
          </p:nvPr>
        </p:nvGraphicFramePr>
        <p:xfrm>
          <a:off x="4744485" y="3129615"/>
          <a:ext cx="1062182" cy="392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67893" imgH="431613" progId="Equation.DSMT4">
                  <p:embed/>
                </p:oleObj>
              </mc:Choice>
              <mc:Fallback>
                <p:oleObj name="Equation" r:id="rId12" imgW="1167893" imgH="431613" progId="Equation.DSMT4">
                  <p:embed/>
                  <p:pic>
                    <p:nvPicPr>
                      <p:cNvPr id="60442" name="Object 26">
                        <a:extLst>
                          <a:ext uri="{FF2B5EF4-FFF2-40B4-BE49-F238E27FC236}">
                            <a16:creationId xmlns:a16="http://schemas.microsoft.com/office/drawing/2014/main" id="{1DC1776A-E4D4-439D-8596-84D403B19F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4485" y="3129615"/>
                        <a:ext cx="1062182" cy="3925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5" name="Title 2">
            <a:extLst>
              <a:ext uri="{FF2B5EF4-FFF2-40B4-BE49-F238E27FC236}">
                <a16:creationId xmlns:a16="http://schemas.microsoft.com/office/drawing/2014/main" id="{D3319F3D-AE4D-44C8-A512-D9108EC85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Ví</a:t>
            </a:r>
            <a:r>
              <a:rPr lang="en-US" altLang="en-US" dirty="0"/>
              <a:t> </a:t>
            </a:r>
            <a:r>
              <a:rPr lang="en-US" altLang="en-US" dirty="0" err="1"/>
              <a:t>dụ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0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0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0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0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3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4">
            <a:extLst>
              <a:ext uri="{FF2B5EF4-FFF2-40B4-BE49-F238E27FC236}">
                <a16:creationId xmlns:a16="http://schemas.microsoft.com/office/drawing/2014/main" id="{3BA3D17D-DF69-448B-B9E1-659BDF3155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Tính đối xứng của miền D trong tính tp kép</a:t>
            </a:r>
          </a:p>
        </p:txBody>
      </p:sp>
      <p:graphicFrame>
        <p:nvGraphicFramePr>
          <p:cNvPr id="43011" name="Object 17">
            <a:extLst>
              <a:ext uri="{FF2B5EF4-FFF2-40B4-BE49-F238E27FC236}">
                <a16:creationId xmlns:a16="http://schemas.microsoft.com/office/drawing/2014/main" id="{C888E38B-107D-45EB-B156-A3788369E6BE}"/>
              </a:ext>
            </a:extLst>
          </p:cNvPr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776222593"/>
              </p:ext>
            </p:extLst>
          </p:nvPr>
        </p:nvGraphicFramePr>
        <p:xfrm>
          <a:off x="3581400" y="4546600"/>
          <a:ext cx="377507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165560" imgH="1015920" progId="Equation.DSMT4">
                  <p:embed/>
                </p:oleObj>
              </mc:Choice>
              <mc:Fallback>
                <p:oleObj name="Equation" r:id="rId3" imgW="4165560" imgH="1015920" progId="Equation.DSMT4">
                  <p:embed/>
                  <p:pic>
                    <p:nvPicPr>
                      <p:cNvPr id="43011" name="Object 17">
                        <a:extLst>
                          <a:ext uri="{FF2B5EF4-FFF2-40B4-BE49-F238E27FC236}">
                            <a16:creationId xmlns:a16="http://schemas.microsoft.com/office/drawing/2014/main" id="{C888E38B-107D-45EB-B156-A3788369E6BE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546600"/>
                        <a:ext cx="3775075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2" name="AutoShape 5">
            <a:extLst>
              <a:ext uri="{FF2B5EF4-FFF2-40B4-BE49-F238E27FC236}">
                <a16:creationId xmlns:a16="http://schemas.microsoft.com/office/drawing/2014/main" id="{4F417F52-6B8C-4558-95C9-189CC7C6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676400"/>
            <a:ext cx="2895600" cy="22098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43013" name="AutoShape 6">
            <a:extLst>
              <a:ext uri="{FF2B5EF4-FFF2-40B4-BE49-F238E27FC236}">
                <a16:creationId xmlns:a16="http://schemas.microsoft.com/office/drawing/2014/main" id="{12102745-DA3B-4F12-BD7F-95F849D7A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676400"/>
            <a:ext cx="2895600" cy="22098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14" name="Rectangle 7">
            <a:extLst>
              <a:ext uri="{FF2B5EF4-FFF2-40B4-BE49-F238E27FC236}">
                <a16:creationId xmlns:a16="http://schemas.microsoft.com/office/drawing/2014/main" id="{1EB4F97C-41FF-41CA-BA1D-C674F3A8C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524000"/>
            <a:ext cx="1447800" cy="2514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15" name="Text Box 9">
            <a:extLst>
              <a:ext uri="{FF2B5EF4-FFF2-40B4-BE49-F238E27FC236}">
                <a16:creationId xmlns:a16="http://schemas.microsoft.com/office/drawing/2014/main" id="{99E84422-9FE1-4C4D-AF07-0D377E4A1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971802"/>
            <a:ext cx="609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2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16" name="Line 10">
            <a:extLst>
              <a:ext uri="{FF2B5EF4-FFF2-40B4-BE49-F238E27FC236}">
                <a16:creationId xmlns:a16="http://schemas.microsoft.com/office/drawing/2014/main" id="{37FEA85F-CB22-4B14-8B01-7911D416F2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1143000"/>
            <a:ext cx="0" cy="342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200"/>
          </a:p>
        </p:txBody>
      </p:sp>
      <p:sp>
        <p:nvSpPr>
          <p:cNvPr id="43017" name="Line 11">
            <a:extLst>
              <a:ext uri="{FF2B5EF4-FFF2-40B4-BE49-F238E27FC236}">
                <a16:creationId xmlns:a16="http://schemas.microsoft.com/office/drawing/2014/main" id="{C71052B1-E338-487B-846D-856BB971477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1910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200"/>
          </a:p>
        </p:txBody>
      </p:sp>
      <p:sp>
        <p:nvSpPr>
          <p:cNvPr id="43018" name="Line 12">
            <a:extLst>
              <a:ext uri="{FF2B5EF4-FFF2-40B4-BE49-F238E27FC236}">
                <a16:creationId xmlns:a16="http://schemas.microsoft.com/office/drawing/2014/main" id="{296CC60D-4030-4A12-B343-5195F1EC14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1066800"/>
            <a:ext cx="0" cy="342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200"/>
          </a:p>
        </p:txBody>
      </p:sp>
      <p:sp>
        <p:nvSpPr>
          <p:cNvPr id="43019" name="Line 13">
            <a:extLst>
              <a:ext uri="{FF2B5EF4-FFF2-40B4-BE49-F238E27FC236}">
                <a16:creationId xmlns:a16="http://schemas.microsoft.com/office/drawing/2014/main" id="{939C192D-B50A-4D42-93A0-1E91E3FEFC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1910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200"/>
          </a:p>
        </p:txBody>
      </p:sp>
      <p:sp>
        <p:nvSpPr>
          <p:cNvPr id="43020" name="Text Box 14">
            <a:extLst>
              <a:ext uri="{FF2B5EF4-FFF2-40B4-BE49-F238E27FC236}">
                <a16:creationId xmlns:a16="http://schemas.microsoft.com/office/drawing/2014/main" id="{04CD9E2F-E91B-42BF-8022-B1B9AB667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990602"/>
            <a:ext cx="36576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D đối xứng qua oy</a:t>
            </a:r>
          </a:p>
        </p:txBody>
      </p:sp>
      <p:sp>
        <p:nvSpPr>
          <p:cNvPr id="43021" name="Text Box 15">
            <a:extLst>
              <a:ext uri="{FF2B5EF4-FFF2-40B4-BE49-F238E27FC236}">
                <a16:creationId xmlns:a16="http://schemas.microsoft.com/office/drawing/2014/main" id="{D4E1F4DD-F5EE-48E2-847F-63F57994A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1066802"/>
            <a:ext cx="41148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6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 {(</a:t>
            </a:r>
            <a:r>
              <a:rPr lang="en-US" altLang="en-US" sz="2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en-US" sz="2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/</a:t>
            </a:r>
            <a:r>
              <a:rPr lang="en-US" altLang="en-US" sz="2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 0}</a:t>
            </a:r>
          </a:p>
        </p:txBody>
      </p:sp>
      <p:sp>
        <p:nvSpPr>
          <p:cNvPr id="43022" name="Text Box 16">
            <a:extLst>
              <a:ext uri="{FF2B5EF4-FFF2-40B4-BE49-F238E27FC236}">
                <a16:creationId xmlns:a16="http://schemas.microsoft.com/office/drawing/2014/main" id="{227AFFD8-FDD4-4D69-8A7A-5085D094C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1" y="4648202"/>
            <a:ext cx="29209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chẵn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3023" name="Text Box 19">
            <a:extLst>
              <a:ext uri="{FF2B5EF4-FFF2-40B4-BE49-F238E27FC236}">
                <a16:creationId xmlns:a16="http://schemas.microsoft.com/office/drawing/2014/main" id="{71E562D3-6DC5-4CA4-9544-6D286F36B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394" y="5600701"/>
            <a:ext cx="244773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1pPr>
            <a:lvl2pPr marL="742950" indent="-28575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2pPr>
            <a:lvl3pPr marL="11430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3pPr>
            <a:lvl4pPr marL="16002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4pPr>
            <a:lvl5pPr marL="2057400" indent="-228600"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CC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lẻ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43024" name="Object 20">
            <a:extLst>
              <a:ext uri="{FF2B5EF4-FFF2-40B4-BE49-F238E27FC236}">
                <a16:creationId xmlns:a16="http://schemas.microsoft.com/office/drawing/2014/main" id="{FB77FC8C-3D4C-4EC3-B761-5E7757CC75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9267175"/>
              </p:ext>
            </p:extLst>
          </p:nvPr>
        </p:nvGraphicFramePr>
        <p:xfrm>
          <a:off x="2971800" y="5613400"/>
          <a:ext cx="214788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61960" imgH="939600" progId="Equation.DSMT4">
                  <p:embed/>
                </p:oleObj>
              </mc:Choice>
              <mc:Fallback>
                <p:oleObj name="Equation" r:id="rId5" imgW="2361960" imgH="939600" progId="Equation.DSMT4">
                  <p:embed/>
                  <p:pic>
                    <p:nvPicPr>
                      <p:cNvPr id="43024" name="Object 20">
                        <a:extLst>
                          <a:ext uri="{FF2B5EF4-FFF2-40B4-BE49-F238E27FC236}">
                            <a16:creationId xmlns:a16="http://schemas.microsoft.com/office/drawing/2014/main" id="{FB77FC8C-3D4C-4EC3-B761-5E7757CC75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613400"/>
                        <a:ext cx="2147888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50000"/>
          </a:lnSpc>
          <a:defRPr sz="2600" smtClean="0">
            <a:latin typeface="Times New Roman" pitchFamily="18" charset="0"/>
            <a:cs typeface="Times New Roman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2445</TotalTime>
  <Words>505</Words>
  <Application>Microsoft Office PowerPoint</Application>
  <PresentationFormat>On-screen Show (4:3)</PresentationFormat>
  <Paragraphs>148</Paragraphs>
  <Slides>32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Calibri Light</vt:lpstr>
      <vt:lpstr>Times New Roman</vt:lpstr>
      <vt:lpstr>Office Theme</vt:lpstr>
      <vt:lpstr>Equation</vt:lpstr>
      <vt:lpstr>Bitmap Image</vt:lpstr>
      <vt:lpstr>MathType 7.0 Equation</vt:lpstr>
      <vt:lpstr>TÍCH PHÂN BỘI (Multiple Integrals)</vt:lpstr>
      <vt:lpstr>ĐỔI BIẾN TRONG TÍCH PHÂN KÉP </vt:lpstr>
      <vt:lpstr>PowerPoint Presentation</vt:lpstr>
      <vt:lpstr>PowerPoint Presentation</vt:lpstr>
      <vt:lpstr>TỌA ĐỘ CỰC</vt:lpstr>
      <vt:lpstr>Xác định tọa độ các điểm sau trong tọa độ cực </vt:lpstr>
      <vt:lpstr>Xác định tọa độ các điểm sau trong tọa độ cực </vt:lpstr>
      <vt:lpstr>5 Hình tròn cơ bản</vt:lpstr>
      <vt:lpstr>5 Hình tròn cơ bản</vt:lpstr>
      <vt:lpstr>5 Hình tròn cơ bản</vt:lpstr>
      <vt:lpstr>Các hình tròn cơ bản</vt:lpstr>
      <vt:lpstr>TỌA ĐỘ CỰC</vt:lpstr>
      <vt:lpstr>CÔNG THỨC ĐỔI BIẾN SANG TỌA ĐỘ CỰC</vt:lpstr>
      <vt:lpstr>Mô tả miền phẳng theo tọa độ Descartes và tọa độ cực.</vt:lpstr>
      <vt:lpstr>Chọn hình tương ứng với mô tả miền phẳng</vt:lpstr>
      <vt:lpstr>Chọn hình tương ứng với mô tả miền phẳng</vt:lpstr>
      <vt:lpstr>Mô tả miền phẳng theo tđ Descartes và tđ cực</vt:lpstr>
      <vt:lpstr>Mô tả miền phẳng theo tọa độ cực</vt:lpstr>
      <vt:lpstr>Vẽ miền phẳng mô tả theo tọa độ cực</vt:lpstr>
      <vt:lpstr>VÍ DỤ</vt:lpstr>
      <vt:lpstr>VÍ DỤ</vt:lpstr>
      <vt:lpstr>VÍ DỤ</vt:lpstr>
      <vt:lpstr>VÍ DỤ</vt:lpstr>
      <vt:lpstr>Ví dụ</vt:lpstr>
      <vt:lpstr>ĐỔI BIẾN TỔNG QUÁT</vt:lpstr>
      <vt:lpstr>Hình tròn tổng quát</vt:lpstr>
      <vt:lpstr>Hình tròn tổng quát</vt:lpstr>
      <vt:lpstr>Ellipse</vt:lpstr>
      <vt:lpstr>Ví dụ</vt:lpstr>
      <vt:lpstr>Ví dụ</vt:lpstr>
      <vt:lpstr>Ví dụ</vt:lpstr>
      <vt:lpstr>Tính đối xứng của miền D trong tính tp kép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MẶT BẬC HAI (Quadratic surfaces)</dc:title>
  <dc:creator>Trần Ngọc Diễm</dc:creator>
  <cp:lastModifiedBy>Trần Ngọc Diễm</cp:lastModifiedBy>
  <cp:revision>34</cp:revision>
  <dcterms:created xsi:type="dcterms:W3CDTF">2022-01-14T15:08:57Z</dcterms:created>
  <dcterms:modified xsi:type="dcterms:W3CDTF">2023-11-03T14:00:26Z</dcterms:modified>
</cp:coreProperties>
</file>