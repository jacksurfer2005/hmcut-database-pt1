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318" r:id="rId6"/>
    <p:sldId id="307" r:id="rId7"/>
    <p:sldId id="308" r:id="rId8"/>
    <p:sldId id="309" r:id="rId9"/>
    <p:sldId id="359" r:id="rId10"/>
    <p:sldId id="365" r:id="rId11"/>
    <p:sldId id="366" r:id="rId12"/>
    <p:sldId id="361" r:id="rId13"/>
    <p:sldId id="330" r:id="rId14"/>
    <p:sldId id="350" r:id="rId15"/>
    <p:sldId id="364" r:id="rId16"/>
    <p:sldId id="362" r:id="rId17"/>
    <p:sldId id="360" r:id="rId18"/>
    <p:sldId id="331" r:id="rId19"/>
    <p:sldId id="332" r:id="rId20"/>
    <p:sldId id="346" r:id="rId21"/>
    <p:sldId id="338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D05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11:12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1805 3110 667 0,'0'0'78'0,"0"0"-62"0,0 0-14 15,0 0 12 1,0 0 11-16,6-1-2 0,-3 1 22 16,1 0-21-16,1 0-24 15,1 4 48-15,4 8 20 16,2 4-20-16,1 5 12 15,1 5-28-15,1 0-1 16,3 1-30-16,1 0-1 16,4-4-6-16,-1-5 6 15,3-4-15-15,2-7 4 0,1-6 11 16,4-1 12 0,-1-10-4-16,5-11 15 0,4-7 1 15,0-5-6 1,1-1-8-16,-4-2-10 0,-1 4 0 15,-3 4 0-15,-2 5 0 16,-4 8-14-16,1 7-1 16,-2 5 8-16,-4 3-7 15,1 0-11-15,-1 10 25 16,0 6 4-16,0 4-3 16,1 1 13-16,2 2-12 15,1 2-1-15,-1-2 10 16,3-4-11-16,-1-4 0 15,4-3-26-15,2-10 9 16,0-2 8-16,3-5 9 16,1-15 19-16,5-9-11 15,4-8-1-15,5-4 1 0,0-3 2 16,1-1-9-16,-3 3 12 16,-7 5 9-16,-6 7-10 15,-9 11 0-15,-8 7-12 16,-7 9-6-16,0 3 6 15,-2 0 0-15,1 0 8 16,1 6 11-16,-2 5-6 16,5 5 25-16,-2 4-4 15,1 5 14-15,1 5-7 16,-2 3-19-16,1 0-11 16,5-2 1-16,0-2-10 15,1-7-2-15,2-7-14 16,4-5 14-16,2-5 9 0,2-5 7 15,1 0-7-15,2-10-9 16,10-20-106-16,-8 3-93 16,-7 0-478-16</inkml:trace>
  <inkml:trace contextRef="#ctx0" brushRef="#br0" timeOffset="2055.92">2551 4295 550 0,'0'0'154'0,"0"0"-73"0,0 0-3 16,0 0-22-16,0 0 48 16,0 0-34-16,0 0-38 15,-5-7-18-15,5 7-14 16,0 0-7-16,0 0-13 16,0 1 20-16,0 9 13 15,3 4 3-15,2 2 1 16,1-2-8-16,0-1-1 15,-3-2-7-15,4-4-1 16,-4-3 0-16,2-2-1 16,-4-2 1-16,-1 0 2 0,2 0 17 15,-2 0 17-15,0 0-7 16,0-5 11-16,0-4-1 16,0-5-30-16,0-2 29 15,-3 1-25-15,-5-1-3 16,1 4-1-16,-2 3-18 15,1 2-23-15,2 4 23 16,-1 3 9-16,1 0 21 16,0 0-21-16,3 0-18 15,0 0 11-15,0 8 6 16,1 2 0-16,1 0 0 16,1 0 0-16,0-1-9 15,0-2 9-15,1-2-7 0,4 0-12 16,4-4-18-1,3-1 37-15,-3 0-16 0,1 0 9 16,-2-8 8-16,2-5 0 16,-5-2-17-16,-4 1-55 15,-1 2-24-15,0 1 48 16,0 2-134-16,-3 6 28 16,-3 3-27-16,-1 0-28 0</inkml:trace>
  <inkml:trace contextRef="#ctx0" brushRef="#br0" timeOffset="3142.74">2579 4352 317 0,'0'0'143'0,"0"0"-78"16,0 0 29-16,0 0 96 15,0 0-1-15,0 0-43 0,0 0-66 16,0-6-3 0,0-2-45-16,0-4-31 0,0-3 26 15,0-4-14-15,-3-2-13 16,0-4-27-16,-1-5 27 15,-1-2 5-15,-1-4-5 16,0-3 0-16,0-5 0 16,-1-3 0-16,1-5-22 15,0-2 20-15,0-5-15 16,1 2-45-16,-3-2 5 16,2-1 24-16,-2 1 24 15,-1 1 9-15,2 1 10 16,1 0-2-16,1 0-8 15,1 1 1-15,-1-1-1 16,2 2 0-16,-1 2 3 0,-2 2-3 16,0 4 10-16,3 7-9 15,-3 1 26-15,1 5-26 16,2 3 7-16,-2 2-7 16,0-1 0-16,2 2 16 15,0-1-14-15,0 6-3 16,2 2 6-16,-4 5 7 15,5 2 11-15,-3 5-24 16,3 1 0-16,0 2 1 16,0 3-1-16,0 0 12 15,0 3-12-15,0 0 6 16,0-1-6-16,0 1 1 0,0-1-1 16,0-1 1-1,0 2 1-15,0 0 5 0,0 0-7 16,0 0 7-16,0 0-6 15,0 0-1-15,0 0 0 16,0 0 0-16,0 0 0 16,0 0-16-16,0 0-14 15,0 0-11-15,0 0-2 16,0 0 2-16,0 0 15 16,0 0 26-16,0 0-1 15,0 0-17-15,0-1 6 16,0-2 11-16,0-2-49 15,0 0-260-15,0 0-216 0</inkml:trace>
  <inkml:trace contextRef="#ctx0" brushRef="#br0" timeOffset="12230.74">12648 3039 3 0,'0'0'319'0,"0"0"-215"16,0 0-49-16,0 0 11 15,0 0-24-15,0 0-5 16,-4-4 12-16,4 4 11 16,0 0 0-16,0-1 15 0,0 1 15 15,0-2-21-15,0 1-18 16,0-2-51-16,4 0 28 16,4-2-28-16,1-2 1 15,4-1 28-15,2-2 11 16,4 2-17-16,1-4-7 15,5 1 18-15,4-1-8 16,-1 1-13-16,3-1-5 16,-2 2 3-16,0 2 0 15,-2 1-10-15,0 1 0 16,0 2-1-16,0-1 10 16,1 3-10-16,1-1 1 0,0 0 6 15,1 2-6 1,0-1-1-16,0 2 7 0,-2 0 5 15,-1 0-12-15,-2 0 0 16,1 2 0-16,-4 5-1 16,2 0 1-16,-2 3 0 15,2 2-1-15,-1 1 1 16,2 2 5-16,0-2 2 16,2 1-7-16,0 2 1 15,1-2-1-15,1 0 2 16,-2-1-1-16,3 1 1 15,4 0-2-15,1-1 0 16,3-2 6-16,4-2-4 16,5-5-2-16,3-4 1 15,6 0 25-15,6-10-14 0,2-6-12 16,6-3 9-16,0-1-2 16,15-5 6-16,12-4 6 15,12-4 28-15,6-1-23 16,-23 5-18-16,-23 8 10 15,-20 9-16-15,-9 3-20 16,5 1 20-16,0 2 1 16,4 0 2-16,-9 5-3 15,-4 1-2-15,-4 0 2 16,-7 0 1-16,-4 3-1 16,-3 5-13-16,-2 4 5 15,-1 0 8-15,-2 4 12 16,-1 0-6-16,2 1 23 15,-4-1-29-15,4 0 16 16,0-2-3-16,5-3-13 0,4-1 1 16,9-3-1-16,11-5 1 15,19-2 9-15,25-5-10 16,27-17 7-16,9-8-1 16,0-3 1-16,-10 0-7 15,-11 3-12-15,-7 4 12 16,-15 8 0-16,-17 6-47 15,-15 5 47-15,-5 2 0 16,8 3 13-16,7-1-26 16,11 1 15-16,-5 2-2 15,1 0 0-15,0 2 1 16,2 6 10-16,-1 5-11 16,1 1-7-16,1 2 7 0,-2 3 12 15,-2 1-12-15,0 1-14 16,-1-1 10-16,0-1 4 15,-1-3 0-15,1-2-7 16,1-2 5-16,-1-3-24 16,13-2-84-16,-15-1-134 15,-16-3-368-15</inkml:trace>
  <inkml:trace contextRef="#ctx0" brushRef="#br0" timeOffset="13583.85">12692 3632 537 0,'0'0'95'16,"0"0"-70"-16,0 0-24 15,0 0 9-15,0 0 8 16,0 0 37-16,-8 78 10 16,20-66-17-16,3 0 4 15,0-1 14-15,6-1 34 16,4-3-51-16,6-5 27 16,11-2-55-16,19 0 24 15,26-19-17-15,26-15-18 16,12-7 35-16,2-1 26 15,-4 3-39-15,-14 7-15 16,-1 5-11-16,-6 4 14 0,-17 7-7 16,-19 5-11-1,-16 4-2-15,-5 1-1 0,6 2 1 16,1 0 0-16,3 4-9 16,-9 0 8-16,-11 0 1 15,-10 2-22-15,-8 7 14 16,-4 1 0-16,-4-1 8 15,-1 2-6-15,-1 1 6 16,3-2 9-16,1 1-2 16,5-2-7-16,4-2 0 15,8-3 0-15,6-4 0 16,11 0 27-16,8-1-21 16,21-16-5-16,21-8-1 15,22-5 10-15,3-1-5 16,-19 5-4-16,-27 9-1 0,-29 10 16 15,-6 4-16-15,0 2-11 16,4 1 11-16,0 0 6 16,-7 0-6-16,-5 0 1 15,-4 5-2-15,-5 2 1 16,-5 2-6-16,1 2 0 16,-2 2 5-16,1 1 2 15,3 0 6-15,6 2-7 16,2-4-4-16,12-1 4 15,10-3 0-15,21-8 1 16,28 0-1-16,28-15 0 16,13-8-15-16,-7-3 4 15,-11 4 11-15,-16 5 3 0,0 3-3 16,-5 1 0-16,1 6 1 16,-3 1 0-16,-5 4 7 15,-3 0-8-15,-7 1 0 16,0-2-42-16,-16 0-63 15,10-4-216-15,-22 1-291 16,-12-1 306-16</inkml:trace>
  <inkml:trace contextRef="#ctx0" brushRef="#br0" timeOffset="17526.05">15617 4871 16 0,'0'0'62'0,"0"0"-40"0,0 0-11 16,0 0 5-16,0 0 12 15,0 0-26-15,0 0 6 16,8 34 2-16,-7-33 11 16,1 0-15-16,-2-1 14 15,0 0 11-15,1 0 6 16,-1 0 18-16,0 0 34 15,0 0 17-15,0 0-18 16,0 0-25-16,0 0-9 16,0-4-28-16,0-1 13 15,0-1-18-15,0 0 1 16,0 1 0-16,0-1-9 16,0 2-5-16,0 1 27 15,0 0 11-15,0 2-20 16,0 1 12-16,-1 0 24 15,-1 0-26-15,2 0 8 16,-1 0-21-16,1 0-23 0,0 0-21 16,-2 0-19-16,2 0 12 15,-1 4 17-15,-2 3 2 16,1 0 8-16,2 0-12 16,0-3 12-16,0-1-18 15,0-1 9-15,0-2-36 16,0 0-25-16,0 0 54 15,0 0 17-15,0 0 20 16,0 0 13-16,0 0 2 16,0 0 4-16,0 0-19 15,0-2-7-15,0-1 3 16,-3 3 7-16,0 0-23 16,2 0-27-16,-2 0-148 0,1 0-176 15,2 0-47-15</inkml:trace>
  <inkml:trace contextRef="#ctx0" brushRef="#br0" timeOffset="18817.34">15658 4818 461 0,'0'0'146'0,"0"0"-97"0,0 0-38 15,0 0 4-15,0 0 42 16,0 0-8-16,0 0-4 15,-17-9-16-15,14 9-14 16,1 0-2-16,-1 0-11 16,-1 2-1-16,1 4 1 15,0 1-1-15,2 2 6 16,-1-1-7-16,2-1 0 16,0 2 0-16,0-2-6 15,0-1-1-15,0-2 7 16,2 0 30-16,1-2-17 15,0-2-13-15,2 0 24 16,-3 0 8-16,1 0 20 16,0 0 31-16,-1-2 22 15,-1-3-35-15,1-1-45 0,-2-1-14 16,0 0 2-16,0 1-3 16,0 3-10-16,0 2 0 15,0 1 8-15,-2 0-7 16,-3 0 26-16,2 0-18 15,-4 0-9-15,1 0-1 16,0 2-13-16,0 4 13 16,0 1 0-16,2 2-1 15,0 1 0-15,2-1-6 16,0 1-3-16,2-1-17 16,0-2-41-16,0-2-27 15,5 0 38-15,2-3 28 16,-2-2 25-16,1 0 5 0,-2 0 16 15,-1 0 35 1,0 0 16-16,-1-2-4 0,-2-4-31 16,0-1-16-16,0 0-6 15,0 0-10-15,0 1-8 16,0 2-14-16,-3 1 22 16,-2 2 13-16,2 1-13 15,0 0 19-15,2 0-19 16,-2 0-74-16,1 4-94 15,2 9-51-15,0-2-80 16,0-4-208-16</inkml:trace>
  <inkml:trace contextRef="#ctx0" brushRef="#br0" timeOffset="21165.13">15602 4939 55 0,'0'0'58'15,"0"0"-28"-15,0 0 25 16,0 0 13-16,0 0 2 16,0 0 2-16,0 0-11 15,0 1 10-15,0-1 11 16,0 0-30-16,0 0-4 15,0 0-7-15,0 0 42 0,0 0 8 16,0 0 0 0,0 0 36-16,0 0-13 0,0-4-43 15,0-2-2-15,0-2-42 16,2-1-4-16,-2-2 5 16,1-2 8-16,1-2-18 15,1-5 18-15,1-3-11 16,1-5-24-16,2-6 11 15,3-4-5-15,0-4-7 16,0-2 0-16,2 2 32 16,-3-2-16-16,-2 2-9 15,2-1-5-15,-3 1 5 16,2-1-6-16,-2 2 4 16,0-5 3-16,1 1-1 15,1 0-7-15,-1-3-8 16,4 0 0-16,-1-4 16 15,0-2-4-15,0-4 3 0,1-2-2 16,-3-2 2-16,-1-1-7 16,0 3-9-16,-1 1-1 15,-1 2 9-15,-2 3-1 16,2 5-8-16,-4 2 1 16,2 2 9-16,-1 4-15 15,-1 0 7-15,-1 3 8 16,2 0-2-16,2 0 1 15,-3 0-45-15,2 0 45 16,0-2-19-16,0 1-3 16,0-1-39-16,0-1 56 15,3 2 6-15,-1-2 8 0,2 2-8 16,-1 0 0-16,0 4 0 16,-1 1 0-16,-1 2-15 15,2 4-1-15,-5 1-14 16,1 4 4-16,-1 5 21 15,-1 3 5-15,0 3 0 16,0 5-16-16,0 3 10 16,0 1 0-16,0 3-10 15,0 0-17-15,0 0-44 16,0 0-30-16,0 0-7 16,0 0-70-16,0 0 14 15,0 0-55-15,0 0 43 0</inkml:trace>
  <inkml:trace contextRef="#ctx0" brushRef="#br0" timeOffset="22520.67">15824 3213 58 0,'0'0'78'0,"0"0"-78"16,0 0-3-16,0 0 0 15,0 0 3-15,0 0 10 16,0 0 7-16,23 0-9 15,-22 0 59-15,-1 0 50 0,2 0 38 16,-2 0-31-16,0 0-36 16,0 0-41-16,1 0-22 15,-1 0-2-15,0-1 13 16,0-2-11-16,0 0 24 16,0-1 16-16,-3 0-6 15,-4-2 6-15,-2 2-47 16,0-2 35-16,-1 2-15 15,-1 1 52-15,1 0-51 16,-2 1-22-16,1 1-16 16,2 1 12-16,1 0-12 15,3 0 0-15,1 0-1 16,-1 4 0-16,1 3 0 16,-1 3-5-16,2 2-1 15,0-1 6-15,0 1 0 0,3 1 0 16,0-2-3-16,0 2-3 15,3 1 6-15,6-1-6 16,0-2-8-16,4-1 13 16,-1-1-8-16,-1-4 9 15,2-1 2-15,-2-4-2 16,-2 0 10-16,1 0-1 16,1-1-9-16,-2-7 29 15,-1 1-16-15,0-3 0 16,-2 0-12-16,0-1 9 15,-1-2 3-15,0-1-13 16,-2-2 1-16,0 1 12 0,-3-1-12 16,0 1 11-16,0-1-12 15,0 2 0-15,0 2 0 16,0 4-7-16,-4 3-3 16,-7 2 10-16,1 1 0 15,-2 2 14-15,-4 0-14 16,-2 0 0-16,1 9 1 15,1-1-1-15,5 3 0 16,2 2 0-16,5 2 0 16,4 0-11-16,0 5-39 15,4-5-98-15,7-2-341 0</inkml:trace>
  <inkml:trace contextRef="#ctx0" brushRef="#br0" timeOffset="32497.9">19352 2655 85 0,'0'0'186'16,"0"0"-106"-16,0 0 5 15,0 0-33-15,0 0 39 16,0 0 39-16,0-20-54 16,0 19 28-16,0-2-17 15,0 2-28-15,0-1-7 16,0 1-3-16,0 0-4 15,0-1 1-15,0 2-14 0,0 0 2 16,0-1-26-16,0 1 7 16,-3 0-2-16,0-2 9 15,-2 2 7-15,-4 0-21 16,-4 0-7-16,-2 0 15 16,-3 0-15-16,0 0 4 15,-3 5-3-15,-3 3-2 16,-1 3 1-16,-3 2-1 15,0 3 1-15,-3 1 8 16,0 2-8-16,-5 7 10 16,-1 4-9-16,0 3-1 15,-2 3 12-15,-1 0 1 16,4 1-8-16,1 0 4 0,3-1 0 16,0 4-1-16,2 2-8 15,2 4 21-15,4 0-6 16,5 2-2-16,2-2-13 15,5 3 20-15,5-2-20 16,3 0-1-16,4 0 0 16,0-4-1-16,7 0-8 15,11-5 2-15,6-3 7 16,6-2 3-16,2-4-3 16,4-1 0-16,3-2 0 15,4-1 23-15,2-1-23 16,4-3 0-16,3 1-16 15,4-5 15-15,7-3-12 0,3-5-1 16,15-3-4-16,18-5-24 16,14-1 20-16,2-5-60 15,-23-6 16-15,-22 1-23 16,-24 3 41-16,-5-2-13 16,5 1-1-16,5-4 24 15,1-2-61-15,-8-1 91 16,-7-1 8-16,-7 0 19 15,-5 0 14-15,-6-1 112 16,-4-2 29-16,0 1-34 16,-3-3-32-16,1-2-60 15,-2-1-10-15,0-1-12 16,-1-3 12-16,-1-2-23 0,-2-1-15 16,-1 0 0-16,1-3-13 15,-2 1 13-15,0-3 0 16,-2-1-10-16,-2 2-24 15,1-3 33-15,-1 2 1 16,-1 0 0-16,0 2 14 16,0 2 10-16,-4 2-9 15,-9 1-15-15,-1 2-4 16,-3 0 4-16,-4 0 6 16,1 0-5-16,-2 2 23 15,2-1-12-15,-1 1-12 16,1 0 0-16,1 2-2 15,-3 0 1-15,1 4-17 16,-3 0 7-16,-3 1-4 0,-1 1 14 16,-1 2 0-1,0 1-1-15,-1-1 2 0,2 3-13 16,-1-1 13-16,1 1 0 16,0 3 0-16,-2 0-1 15,1 2-8-15,-2 0-7 16,-5 5-21-16,0 2-4 15,-3 0-17-15,-3 0-32 16,-1 9-18-16,-2 4-70 16,1 1-109-16,-16 10 76 0,12-4 39 15,4-2-147-15</inkml:trace>
  <inkml:trace contextRef="#ctx0" brushRef="#br0" timeOffset="39025.58">19278 4224 202 0,'0'0'150'0,"0"0"-125"0,0 0 100 16,0 0-63-16,0 0 90 15,0 0 5-15,-64-12-31 16,55 9-22-16,-1 1-39 16,-1 1 15-16,1 0-47 15,-5 1-24-15,0 0-4 16,-3 0-3-16,-1 8-2 15,-1 1 2-15,0-1-2 16,-1 1 0-16,1 1 1 16,-1-2 8-16,1 2-1 15,-1 0 2-15,0 1 11 16,-1 2 0-16,2-1-5 16,-1 3-14-16,2 0 18 15,1 1-2-15,0 0 3 0,3 1-5 16,0 2-4-1,2-2 4-15,1 1-16 0,3-3 0 16,1 2 2-16,1-1-1 16,0 1 5-16,2 2-6 15,2-1 0-15,1 3 0 16,1 0 0-16,1 3-1 16,0 0 0-16,0 0 0 15,0 2-10-15,1-3 3 16,9 0 7-16,0-3 1 15,2 0 0-15,2-2 11 16,0-1-1-16,5 1 1 16,1-1 5-16,7 2-16 0,3-1-7 15,4-3 6-15,7 1 1 16,1-4-1-16,3-2 1 16,1-2 0-16,-1-1 12 15,0-3-12-15,-3 0 0 16,-1-1 7-16,0 1-7 15,-1 0 2-15,2 2-2 16,-2-2-3-16,0-1-14 16,3 0 4-16,1-3 2 15,-1 0 10-15,0 0-10 16,1 0 10-16,0 0-8 16,-2-6 9-16,0-2-1 15,1-1-6-15,-5-1-5 16,-1 1 6-16,-4-3-3 15,-3 2 9-15,-2-1 6 0,-4-2 1 16,-1 2 5-16,-3 0-3 16,-1-2-8-16,1-1 12 15,-4 0-12-15,2-2 5 16,-3 1-6-16,0-1-14 16,-5 2 13-16,0 0 2 15,-3 1 6-15,-3 0 22 16,-1 4-13-16,0-3-3 15,-3 3-6-15,0-3 3 16,0 2-8-16,0-1-2 16,0-2 1-16,-4 2 6 15,-6-2-7-15,2 1 12 16,-1-2-10-16,-3 0 14 0,3-2-14 16,0 0-2-1,-2 1 1-15,0 1 16 0,0-2-11 16,0 2-5-16,0-1 5 15,0 0 6-15,-2 1-11 16,0 0 0-16,-4 0 0 16,1 0 10-16,-3 1-10 15,0 0-1-15,-1 1 0 16,-3 1 0-16,4 0 11 16,-4 1-11-16,4 0 1 15,4 1 3-15,-1 1-3 16,4-1 0-16,-1 2 0 0,0-2 6 15,1 1-6 1,1 1-1-16,-3-1 1 0,1 1 2 16,-2 0-3-16,-1 0 0 15,-1 1 0-15,-1 0 0 16,1 1 4-16,-2-1-4 16,3 2-3-16,-4-1 3 15,0 0 0-15,-4-2-1 16,1 0-4-16,-4 0 5 15,-1 0 1-15,0 0-1 16,-1 3-5-16,1-1 5 16,1 3 0-16,1 0-1 15,0 1-8-15,-3 1 1 16,3 0 0-16,-3 0-5 16,1 0 0-16,0 0 6 0,-1 0-6 15,3 0-15-15,-1 0 8 16,3 0 12-16,1 0 8 15,1 1-10-15,4 2 0 16,0 0 10-16,5 1-29 16,-2 0-41-16,3 3-85 15,-1 3-75-15,2 0-134 16,3-3-29-16</inkml:trace>
  <inkml:trace contextRef="#ctx0" brushRef="#br0" timeOffset="41611.08">19687 4555 320 0,'0'0'146'16,"0"0"-94"-16,0 0-13 15,0 0-12-15,0 0-14 16,0 0-11-16,0 0 14 15,-19 7 7-15,16-2 4 16,0 1 19-16,2 1-4 16,-1 0-11-16,2 0-11 15,0 1-6-15,0-3 5 0,0 1-19 16,0-3 7-16,2-2-7 16,2 0 26-16,-1-1-11 15,-2 0 25-15,2 0 35 16,0-1 40-16,0-6-10 15,0-1-83-15,0-2 7 16,-3 1 16-16,0 0 10 16,0 1-22-16,0 2-11 15,-3 2 0-15,-4 0 7 16,1 1 14-16,-1 2-22 16,0 1-5-16,3 0-16 15,-2 0 1-15,1 0-1 16,-2 1 0-16,3 7 0 0,-1 1-4 15,4-1-4 1,1 1 7-16,0 0-15 0,0-4-58 16,7 0-69-16,15-5-13 15,-2 0-10-15,-2 0-379 0</inkml:trace>
  <inkml:trace contextRef="#ctx0" brushRef="#br0" timeOffset="43635.44">19678 4562 196 0,'0'0'158'0,"0"0"-114"15,0 0-44-15,0 0-1 16,0 0-10-16,0 0 9 15,0 0-6-15,0 0 8 16,0-3 1-16,0 0 82 16,0 0 18-16,0 0 2 15,0-1-21-15,0 1 16 16,0-1-62-16,0 0 11 16,0 0-11-16,0-2-28 15,0 2 4-15,0-2 10 0,0 1 25 16,0-2-5-1,0 1-21-15,0 0 16 0,0-1-12 16,0 0 30-16,2-2-20 16,-1 1-9-16,1-2 36 15,1-1-23-15,0-3-20 16,0 0 3-16,2-2 5 16,0 2-9-16,0-1-18 15,-1-1 11-15,-1-1-11 16,0-1 12-16,-1 1 17 15,-2 0-13-15,0 2 23 16,0 1-30-16,0-1 4 16,0 1 5-16,0 3 6 15,0-1-5-15,0 3-14 0,0-1-4 16,0-1 17-16,0-1-18 16,0-2-1-16,0-3 1 15,0 0 4-15,0-1-3 16,0 0 0-16,0 1 6 15,0 0 12-15,0 0-18 16,0 0-1-16,0-1 0 16,3-1-1-16,2-2 1 15,0-2-8-15,-1 1 3 16,1-1 5-16,-1-2 7 16,1 1-7-16,-2-1 0 15,1-1 14-15,-1 1 9 16,0 0-22-16,0-1 0 0,2 2 6 15,-1 0-6 1,1 2 0-16,-2-1-1 0,2 0-6 16,-2 1 6-16,2-1 0 15,0 2-9-15,-1-1 8 16,2 2-7-16,-1-1 8 16,2 1 0-16,0 0 1 15,1 1-1-15,0 1-23 16,2 1 23-16,-3 0 5 15,2 2-5-15,-3 1-6 16,1 0-8-16,0 1 14 16,-3 0 7-16,1 0-7 15,-2 1 0-15,0-3 10 16,1 3-10-16,-1-1 0 16,0-1-8-16,0-1 8 0,0-1 12 15,0-1-12-15,0 0 0 16,2-1-1-16,-4 1 1 15,2 0-2-15,1 0 1 16,-2 1-3-16,-1 3 4 16,-1 0 1-16,2 0 5 15,-2 2-5-15,1-1-1 16,1-1 0-16,-1 1 0 16,2-1 0-16,-1 1 0 15,1 0 0-15,-2 1 1 16,1 0 2-16,-1-1-2 15,1 0-1-15,-1-1-1 0,1 1-7 16,-2-1-8-16,0 3 0 16,0 1 10-16,0 2 5 15,0-1-8-15,0 0 8 16,-5 2-5-16,-1-4 6 16,2 1 10-16,-2 0-8 15,1-1 11-15,0 0-13 16,2 1 6-16,-1 2-6 15,3 1-1-15,-1 4-8 16,2 0-13-16,0 1-4 16,-1-1-2-16,1 1 15 15,-2-2-9-15,1-1-11 16,-2 0 21-16,0-2 12 0,-2 1-1 16,1 0-5-16,1 1-4 15,0 0 10-15,2 1-42 16,-1 2-63-16,2 1-41 15,0-2-87-15,0 1-24 16,0-3 2-16,3-2 34 16,6 0-23-16</inkml:trace>
  <inkml:trace contextRef="#ctx0" brushRef="#br0" timeOffset="44650.58">19995 2753 120 0,'0'0'121'0,"0"0"-96"16,0 0 24-16,0 0 60 15,0 0-96-15,0 0 42 16,0 0 89-16,-11-37 51 15,5 33-115-15,-3 1-21 16,0 1 52-16,0 2-69 16,-2 0-30-16,0 0-5 15,2 0-7-15,0 6 0 0,-1 0 0 16,2-1 0-16,0 3-1 16,1 2 1-16,3 0-1 15,1 2 0-15,1 2-11 16,2 2-4-16,0 0-8 15,0 0-28-15,8 0 8 16,4-3-9-16,0-4-50 16,2-4 6-16,1-4 51 15,2-1 14-15,-1 0 15 16,1-11-121-16,-2-2-24 16,-1-8-8-16,-3-1 52 15,-5 1 63-15</inkml:trace>
  <inkml:trace contextRef="#ctx0" brushRef="#br0" timeOffset="44668.09">19995 2753 36 0</inkml:trace>
  <inkml:trace contextRef="#ctx0" brushRef="#br0" timeOffset="44764.11">19995 2753 36 0,'34'-11'90'0,"-37"3"-50"0,-6 3 6 0,1 2-10 0,-2 3-20 16,1 0-16-16,-1 0-38 15,-1 6 11-15,5 1-120 0</inkml:trace>
  <inkml:trace contextRef="#ctx0" brushRef="#br0" timeOffset="46032.39">19708 3793 137 0,'0'0'170'0,"0"0"-66"16,0 0-7-16,0 0 70 16,0 0-37-16,0 0-73 15,0 0 34-15,5-23-31 16,-5 22-21-16,0 1-26 16,0 0-1-16,0 0 10 15,0 0 15-15,0 0-5 16,-3 0-15-16,-5 0-12 15,-1 2-5-15,2 7-2 16,-2 2-9-16,3 1 11 0,0 2 0 16,2-1-4-16,2-1 1 15,1-1 3-15,1-1-14 16,0-3-4-16,0 0 8 16,0-1 3-16,0-3-19 15,3-2-10-15,2-1 36 16,0 0 9-16,1 0 2 15,0 0 10-15,1-5 3 16,2-4-8-16,-3-1 4 16,0 0-5-16,-1-2-15 15,-2-1-19-15,-2 2 13 16,-1 2 5-16,0 2 1 0,0 4-18 16,0 2-86-16,-6 1-62 15,0 0-89-15,-2 3-109 0</inkml:trace>
  <inkml:trace contextRef="#ctx0" brushRef="#br0" timeOffset="66431.32">2670 14043 1252 0,'0'0'191'0,"0"0"-128"16,0 0-27-16,0 0 15 16,0 0 9-16,0 0-43 15,0-7-17-15,0 7-7 16,0 0-7-16,0 0-2 16,8 1 2-16,1 6 14 15,2 2 0-15,3-2 0 16,5 0-2-16,-2-4-30 15,7-3 24-15,-2 0 8 16,1 0 20-16,0-13 0 16,0-4 5-16,-3-4-25 15,-6-4-14-15,1-2 0 0,-9-3 0 16,-3 1 1-16,-3-3 5 16,0 2 8-16,-5 3 0 15,-8 4 1-15,4 7 21 16,0 7 2-16,0 3 35 15,2 5 11-15,-4 1-39 16,5 0-30-16,-6 9 8 16,2 7-9-16,-1 5-1 15,1 5 1-15,4 4 10 16,0 6 3-16,6 6 0 16,0 5 6-16,0 16 16 0,0 20-4 15,0 18-3 1,0 3-12-16,0-8 7 0,0-19-8 15,0-23-14-15,0-8 0 16,0-4 10-16,0 9-11 16,-5 5-6-16,1 9-4 15,-2-3-50-15,-4 9-82 16,-1-15-80-16,1-15-429 0</inkml:trace>
  <inkml:trace contextRef="#ctx0" brushRef="#br0" timeOffset="66627.6">2530 14473 1096 0,'0'0'336'0,"0"0"-265"15,0 0-27-15,0 0-5 16,0 0-33-16,0 0 20 16,0 0-14-16,91-53-1 15,-39 27 3-15,33-26-14 16,-9 5-90-16,-7 1-458 0</inkml:trace>
  <inkml:trace contextRef="#ctx0" brushRef="#br0" timeOffset="67072.55">3330 13713 1081 0,'0'0'197'0,"0"0"-123"0,0 0 59 16,0 0 2-16,0 0-53 16,0 0-19-16,0 0-21 15,-41-6-10-15,25 16-17 16,-2 6-9-16,-1 8 8 15,-2 5-2-15,3 10 10 16,-3 2 0-16,9 5-4 16,0 2 4-16,8 0-21 15,4 0 0-15,0 0 0 16,6-3-1-16,10-1 0 16,9-3-10-16,2-6 4 15,4-6 5-15,2-5-70 16,3-6-68-16,15-13-54 0,-11-5-69 15,-4 0-551-15</inkml:trace>
  <inkml:trace contextRef="#ctx0" brushRef="#br0" timeOffset="67522.33">3446 13901 1328 0,'0'0'169'0,"0"0"-119"0,0 0-50 15,0 0-1-15,0 0-23 16,0 0 24-16,0 0 29 15,25-27-15-15,-8 24-12 16,-1 1 10-16,2 2-12 16,-3 0-1-16,-3 0-7 15,3 5 0-15,-5 6-7 16,-2 5 2-16,-5 2 13 16,1 4 31-16,-4 7-17 15,0 2 4-15,0 1-2 16,-7 4-5-16,2-4-1 15,1-3-10-15,1-2 0 0,3-4 7 16,0-6-7-16,0-6-1 16,0-4-6-16,9-6-45 15,16-6-129-15,-3-12-59 16,-2-7-617-16</inkml:trace>
  <inkml:trace contextRef="#ctx0" brushRef="#br0" timeOffset="67764.47">3716 13875 772 0,'0'0'577'16,"0"0"-458"-16,0 0-28 0,0 0-27 16,0 0-16-1,0 0 14-15,0 0-35 0,-60-3-19 16,50 20 4 0,1 5-11-16,0 1 16 0,3 4-5 15,-3 2 23-15,5 2 13 16,1 2-28-16,3 2-5 15,0-1 3-15,0 0-12 16,10-2-6-16,2-5-8 16,6-2 8-16,1-5 0 15,2-5-31-15,2-5-115 16,17-10-21-16,-9 0-16 16,-1 0-576-16</inkml:trace>
  <inkml:trace contextRef="#ctx0" brushRef="#br0" timeOffset="68132.5">4073 14054 1352 0,'0'0'196'0,"0"0"-132"0,0 0-15 16,0 0 46-16,0 0-29 16,0 0-47-1,0 0-19-15,-3 16-16 0,3 1 16 16,0 8 1-16,-5 5 0 15,-1 4 11-15,-4 1-12 16,2-4 1-16,1-3 4 16,2-5-5-16,2-5-1 15,3-5-78-15,0-10-61 16,3-3-196-16,6 0-485 0</inkml:trace>
  <inkml:trace contextRef="#ctx0" brushRef="#br0" timeOffset="68731.32">4217 13901 316 0,'0'0'1078'0,"0"0"-978"0,0 0-89 16,0 0 48-16,0 0 22 15,0 0-7-15,0 0-43 16,0-7-18-16,0 11 6 15,0 12 6-15,0 4 1 16,0 8 29-16,-1 5-28 16,-1 2-6-16,2 4-14 15,0 0 8-15,0 0 5 16,6 0-19-16,5-6 0 16,2-3-2-16,1-7 1 0,2-8-15 15,2-8-64-15,1-7-61 16,2 0 111-16,0-15-46 15,3-13-79-15,-2-7 48 16,-5-4 55-16,1-3 34 16,-5 0 4-16,-3 0 26 15,-2 5 23-15,-5 3 28 16,0 8-7-16,-3 8 15 16,0 8 0-16,0 7-29 15,0 3 17-15,0 0-38 16,0 0-2-16,0 0-20 15,-3 9 0-15,-3 3 6 16,3 8 4-16,-3 6 12 16,0 3 4-16,2 6 37 15,1 7-12-15,0 1-21 0,1 7 2 16,1 3 1-16,-1 2-25 16,2 0 2-16,0-1-10 15,0-3 1-15,0-6 4 16,0-6-5-16,0-7-25 15,0-3-16-15,0-6-70 16,-1-4-54-16,-7-6-237 16,1-6-510-16</inkml:trace>
  <inkml:trace contextRef="#ctx0" brushRef="#br0" timeOffset="69097.53">4556 14104 461 0,'0'0'844'0,"0"0"-754"16,0 0-89-16,0 0 0 15,0 0 32-15,0 0 86 16,0 0-32-16,3 75-31 16,-3-43-8-16,-6 5-20 15,-2 1-9-15,-5 0-9 0,3-1-4 16,-2-5-6 0,3-4-35-16,4-2-81 0,2-11-121 15,3-7-515-15</inkml:trace>
  <inkml:trace contextRef="#ctx0" brushRef="#br0" timeOffset="69567.81">4783 13922 863 0,'0'0'244'0,"0"0"-134"16,0 0 19-16,0 0-16 16,0 0-64-16,0 0-12 15,0 0-13-15,52-18-15 16,-31 15 3-16,0 3-11 16,0 0 39-16,-1 0-11 15,-3 1-12-15,-1 9 8 16,-5 1 25-16,-2 3 7 15,-2 3-22-15,-4 3 1 16,-3 4 42-16,0 1-38 16,-6 5-10-16,-6 0-15 0,-1 1 5 15,-5 0 5-15,6 0-14 16,-1 0-10-16,2 0 29 16,2-1-22-16,2-3 0 15,7 0-8-15,0-2 0 16,0-3 0-16,0-2-6 15,7-5 0-15,7-2 5 16,2-4-44-16,2-5-20 16,3-4 35-16,4 0-21 15,2-12-94-15,9-20-59 16,-5 3-129-16,-6-1-522 0</inkml:trace>
  <inkml:trace contextRef="#ctx0" brushRef="#br0" timeOffset="69864.7">4811 14093 1347 0,'0'0'267'15,"0"0"-203"-15,0 0-62 16,0 0 59-16,0 0-29 0,0 0-31 16,0 0 42-1,55-2-33-15,-22 0 0 0,6-3 5 16,4 0-15-16,2-1 1 16,6-1-1-16,-3-3-35 15,-1 0-75-15,10-7-105 16,-14 2-501-1,-10 1-61-15</inkml:trace>
  <inkml:trace contextRef="#ctx0" brushRef="#br0" timeOffset="70128.99">5381 13701 1360 0,'0'0'207'16,"0"0"-207"-16,0 0-20 16,0 0 20-16,0 0 39 15,0 0-14-15,0 0-2 16,69 33-11-16,-44-10 22 15,3 3 24-15,-5 7-13 16,4 6-29-16,-8 7 22 16,-2 4-20-16,-9 7-8 15,-8 14-8-15,-10 17-2 0,-33 18-52 16,1-15-161 0,-4-21-520-16</inkml:trace>
  <inkml:trace contextRef="#ctx0" brushRef="#br0" timeOffset="72658.95">1618 13995 1147 0,'0'0'193'16,"0"0"-136"-16,0 0-33 15,0 0 5-15,0 0 32 16,0 0-7-16,0 0-23 16,-10-49 12-16,10 47 5 15,0 2 3-15,-3 0-1 16,3 0-3-16,0 0-11 0,-3 0 16 16,0 0-5-16,3 0-37 15,-3 3-10-15,0 4 0 16,-3 7 5-16,-4 9-5 15,-1 9 0-15,2 6 1 16,2 5 0-16,7-2 7 16,0-2-8-16,0-5 0 15,7-6-1-15,7-4-15 16,2-5 3-16,2-6 4 16,3-4 1-16,-3-6 0 15,4-3 8-15,-3 0 0 16,-2-6 12-16,4-9-12 0,-6-5 10 15,1-4-10 1,-4-1-6-16,-2-5-10 0,-2 2-10 16,-5-1-21-16,3 6 21 15,-6 6 14-15,0 6 12 16,0 6 2-16,0 5 11 16,0 0-12-16,0 0 18 15,0 0 13-15,0 0-2 16,0 0-30-16,0 3-1 15,-3 7-15-15,0 8 16 16,-3 7 7-16,3 7-7 16,-2 1 0-16,4 3 12 15,1-2-12-15,0-5-2 16,0 0-11-16,4-7 11 16,10-2-7-16,4-5-13 0,21-11-92 15,-5-4-137-15,-1 0-413 16</inkml:trace>
  <inkml:trace contextRef="#ctx0" brushRef="#br0" timeOffset="73029.78">2185 14027 1317 0,'0'0'232'0,"0"0"-162"16,0 0-47-16,0 0 60 15,0 0-27-15,0 0-39 16,0 0-6-16,32 0 9 16,-10-1-13-16,5 0 0 15,0-2-6-15,4 2 5 16,2 1-6-16,-2 0-7 16,-5 0-72-16,-1 0-79 0,-4 8-173 15,-12 0-421-15</inkml:trace>
  <inkml:trace contextRef="#ctx0" brushRef="#br0" timeOffset="73251.38">2232 14234 1020 0,'0'0'270'15,"0"0"-149"-15,0 0-69 0,0 0 16 16,0 0-23-16,0 0-32 15,0 0 31-15,35 0-18 16,-17 0-13-16,6 0-4 16,0 0-9-16,7 0 0 15,8 0-31-15,-9 0-256 16,0 0-865-16</inkml:trace>
  <inkml:trace contextRef="#ctx0" brushRef="#br0" timeOffset="81023.05">1508 14547 165 0,'0'0'206'15,"0"0"-124"-15,0 0 2 16,0 0 49-16,0 0 33 15,0 0-38-15,0 0 2 16,0 0-44-16,0 0-4 16,0 0-22-16,0 0-1 15,0 0-24-15,0 0-25 16,0 0-8-16,0 0-2 16,0 0-6-16,0 0 5 15,0 0-1-15,0 0 1 16,0 0 1-16,0 0-12 0,0 0-14 15,6-2 25-15,9 2-2 16,0 0 3-16,4 0 17 16,2 0-1-16,3 0-12 15,12 0-4-15,-5 0-156 16,-7 5-409-16</inkml:trace>
  <inkml:trace contextRef="#ctx0" brushRef="#br0" timeOffset="103423.15">7867 8683 2 0,'61'-145'26'0,"-12"20"-26"0,-22 34-28 15</inkml:trace>
  <inkml:trace contextRef="#ctx0" brushRef="#br0" timeOffset="114745.71">7295 7703 7 0,'0'0'78'15,"0"0"-53"-15,0 0-14 16,0 0-11-16,0 90-53 0</inkml:trace>
  <inkml:trace contextRef="#ctx0" brushRef="#br0" timeOffset="120582.37">8380 8698 22 0,'0'0'42'0,"0"0"-3"16,0 0-2-16,0 0-24 15,0 0-1-15,0 0-4 16,-3-16 24-16,1 15-7 16,-2 1 28-16,1 0-34 15,0 0-19-15,0 0-45 16,-3 0-16-16,3 2 31 16,0 4-15-16,0-2-27 15,3-1 32-15,0-3 40 16,0 0 29-16,-3 0 46 15,3 0-35-15,-3 0 21 16,1 0-15-16,-1 0 7 0,0 0 1 16,2 0-5-1,-2 0 4-15,0 0-28 0,2 0-7 16,-2 0-17-16,1 0 11 16,1 0 47-16,1 0 12 15,0 0-25-15,0 0 0 16,0 0-24-16,0 0-9 15,3 0-12-15,7 0 54 16,2 0-26-16,6 0 3 16,1 0-22-16,7-4 32 15,-1-3-19-15,3-2 6 16,-1 3-15-16,-4-1 2 16,-1 2-15-16,0 4-1 15,-5 1-13-15,-2 0 12 0,-3 0-8 16,-5 3 9-16,-1 4-13 15,-3 2-25-15,-3 1 38 16,0 2 14-16,0 1 5 16,-12-1 16-16,-1 4-15 15,-7-1 25-15,-2 5 1 16,-4 0-11-16,-2 3-8 16,-2 0-11-16,-1 1-14 15,6-1 24-15,1-3-16 16,6-2-3-16,3-3-6 15,4-2 6-15,7-3-4 16,2-3-3-16,2-1-13 16,0 0 13-16,5-1 3 0,7 0 34 15,4 0-31-15,1-1 17 16,4-1-11-16,2 0-12 16,2-3 0-16,0 0 0 15,3 0 0-15,-1 0-33 16,0 0-25-16,-3-4-70 15,-3 1-83-15,-2 0-1 16,-1 0-28-16,-11 2 49 0</inkml:trace>
  <inkml:trace contextRef="#ctx0" brushRef="#br0" timeOffset="120894.8">8323 8913 694 0,'0'0'156'0,"0"0"-81"16,0 0-75-16,0 0 1 15,0 0 25-15,0 0 24 16,0 0 20-16,49-6-18 15,-28 2-22-15,2 1 3 16,2 1-14-16,2-1-1 0,4 1-11 16,2-1-7-1,4-2 0-15,1 1 0 16,-1 0-15-16,6 1-126 16,-10 2-130-16,-8-1-249 0</inkml:trace>
  <inkml:trace contextRef="#ctx0" brushRef="#br0" timeOffset="121229.11">8972 8821 441 0,'0'0'139'0,"0"0"12"16,0 0-31-16,0 0-23 15,0 0-41-15,0 0-15 16,0 0 11-16,18-14-28 16,-1 11-9-16,0-2-15 15,3 4 0-15,-1 0 4 16,2-1-4-16,4 1-1 15,-5-1 1-15,5 2 0 16,-4 0-1-16,0 0-57 16,-6 0-73-16,-6 0-53 15,0 5-116-15,-9-1-16 0</inkml:trace>
  <inkml:trace contextRef="#ctx0" brushRef="#br0" timeOffset="121440.21">8959 8953 651 0,'0'0'94'0,"0"0"-94"16,0 0 0-16,0 0 25 16,0 0-7-16,0 0 1 15,0 0 16-15,85 4-29 16,-64-4-5-16,4 0-1 15,8 0-5-15,-5 0-57 16,-4 0-269-16</inkml:trace>
  <inkml:trace contextRef="#ctx0" brushRef="#br0" timeOffset="121927.2">9518 8818 595 0,'0'0'102'0,"0"0"-36"15,0 0-15-15,0 0 73 16,0 0-46-16,0 0-17 16,0 0-15-16,-67 6-18 15,58 2-2-15,-1 0-9 16,2 3 9-16,1 2-1 15,-2 3-24-15,6 2 0 16,0 2 14-16,3 1-14 16,0 2-2-16,6-2-8 15,9-1 9-15,4-4 0 16,1-3 0-16,3-5 0 16,1-3-1-16,0-5 5 15,-3 0-26-15,1-2 44 16,-4-9-18-16,0-6 34 15,-5-1-25-15,-2-2-12 16,-8-3 22-16,0 1-23 16,-3-3 1-16,0-1 15 0,-9 1-15 15,-4 1 2-15,-2 4-3 16,-6 5 29-16,1 6 38 16,-4 8-43-16,-1 1-22 15,-2 8-2-15,-7 23-47 16,7-3-228-16,2-4-502 0</inkml:trace>
  <inkml:trace contextRef="#ctx0" brushRef="#br0" timeOffset="125608.52">8264 7127 23 0,'0'0'42'0,"0"0"22"0,0 0 47 16,0 0 0-1,0 0-22-15,0 0-38 0,19-15-18 16,-19 15-32-1,0 0 31-15,0 1 19 16,0 8 19-16,-5 2-15 0,-2 2-22 16,-5-2-2-16,0 0 15 15,2-2 12-15,-1-2-15 16,2-2-4-16,-4-1-17 16,5-2 5-16,1-1 18 15,1-1-3-15,-1 0 49 16,2 0-55-16,2-8-24 15,2-5 1-15,1-3-13 16,0-3 6-16,0-1 11 0,6 2 0 16,5 1-2-1,1 4-15-15,3 4-12 0,-3 1 11 16,2 7-20-16,-1 1 8 16,-1 0-25-16,1 3 20 15,-4 10 18-15,-3 2 0 16,-3 6 0-16,-3 6 18 15,0 7-7-15,-15 4 2 16,-7 4 1-16,-6 2 14 16,-1-2-1-16,0-5-18 15,0-3 7-15,5-6 3 16,6-6-18-16,5-6 10 16,3-5-11-16,5-5 0 15,5-4-6-15,0-2-30 16,5 0-83-16,14-12 71 0,8-8 19 15,4-6-162-15,3-8-11 16,2-5 58-16,-3-1 60 16,-5-3 41-16,-1 3 43 15,-5 3 16-15,-8 6 12 16,1 7 15-16,-9 5 30 16,-2 4-9-16,-1 3 5 15,-3 3 3-15,0 3-9 16,0 1 35-16,0 2-3 15,0 1 4-15,0 1 27 16,-3 1-52-16,-4 0-15 16,-3 0-41-16,-4 3-2 15,-1 7 17-15,0 3-11 0,-1 4-2 16,2 5-18 0,1 3-2-16,4 6 15 0,3 2-15 15,3 3-1-15,3-1-1 16,0-2-4-16,14-2 6 15,6-6-20-15,7-5 11 16,6-3 8-16,7-7-69 16,8-7-62-16,24-3-31 15,-10-4-9-15,-5-7-14 0</inkml:trace>
  <inkml:trace contextRef="#ctx0" brushRef="#br0" timeOffset="126034.56">8817 7213 768 0,'0'0'119'0,"0"0"-28"15,0 0 27-15,0 0 11 16,0 0-10-16,0 0-71 16,0 0-38-16,-9-23-4 15,20 21 18-15,3-1 11 16,3 0-23-16,7-1-12 15,4 1 18-15,5-1-17 16,1 1-2-16,4 0 1 16,0 2 0-16,-2 0 0 15,3 1-4-15,-2 0-31 16,-4 0-74-16,0 2-128 16,-11 7-281-16,-9-1-39 0</inkml:trace>
  <inkml:trace contextRef="#ctx0" brushRef="#br0" timeOffset="126269.09">8860 7421 611 0,'0'0'97'15,"0"0"-97"-15,0 0 20 16,0 0 4-16,0 0 53 15,0 0 2-15,81 0 4 16,-53 0-34-16,-1 0-19 16,1 0-9-16,2 0-21 15,0 0 0-15,3 0 0 16,16-4-108-16,-7-2-231 16,-3-1-305-16</inkml:trace>
  <inkml:trace contextRef="#ctx0" brushRef="#br0" timeOffset="126679.83">9553 7181 861 0,'0'0'49'16,"0"0"9"-16,0 0 31 16,0 0 21-16,0 0-52 15,0 0-20-15,0 0-24 16,-81 24 25-16,66-7-23 15,3 3-4-15,0 2-11 16,5 2 11-16,1 3 4 0,1 0-16 16,5 1 1-16,0-1 0 15,0 0 0-15,8-5-1 16,7-2-10-16,4-6 10 16,3-7-1-16,2-4 0 15,3-3 1-15,3-3 42 16,0-13-16-16,5-5-8 15,-6-5-8-15,-2-3-9 16,-6-2 15-16,-9-2-4 16,-5-4-12-16,-7-3 1 15,0 2-1-15,-12 3-1 16,-9 5-1-16,-6 8 2 16,-4 7 29-16,-5 11-29 0,-18 4-26 15,8 16-170 1,6-1-314-16</inkml:trace>
  <inkml:trace contextRef="#ctx0" brushRef="#br0" timeOffset="130552.85">5278 8434 411 0,'0'0'127'0,"0"0"41"0,0 0-21 16,0 0-34-16,0 0-51 16,0 0 0-16,-3-62-6 15,3 48-9-15,2-2 38 16,5-1-40-16,-1 2-6 16,-3-1-10-16,3 4-7 15,-3 2-6-15,2 4-16 16,-4 2 1-16,1 2 1 15,-1 2-2-15,-1 0-11 16,0 0-14-16,0 0-14 16,0 3 33-16,0 9 6 0,0 6 20 15,0 6 11 1,-3 5-18-16,-3 4 0 0,-3 2-12 16,4-2 10-16,1-2 0 15,1-5-11-15,3-2 0 16,0-4-1-16,3-5-1 15,6-4-6-15,3-4-7 16,3-6-1-16,-2-1 16 16,5 0 25-16,-1-8-10 15,2-8 7-15,2-4-21 16,-5-1-1-16,-1-3 0 16,0 0-7-16,-2-1 6 15,-2 1 1-15,-5 0-2 16,2 4 2-16,-4 5 0 15,-1 5 10-15,-3 5 2 0,0 5-4 16,0 0-8-16,0 0-5 16,0 0 5-16,0 0 7 15,0 7-7-15,0 6 0 16,-6 7 0-16,0 7 1 16,-3 2 9-16,1 4-9 15,-2 3-1-15,0 4 16 16,-5 2-9-16,6 5 4 15,-3 2-11-15,0 0 0 16,3-2-1-16,0-4 1 16,6-7-1-16,-2-6-6 15,4-6-1-15,-2-7 1 0,3-5-28 16,0-3-62 0,0-5-29-16,15-4-91 0,-1-6-281 15,3-8 150-15</inkml:trace>
  <inkml:trace contextRef="#ctx0" brushRef="#br0" timeOffset="130977.94">5606 8366 889 0,'0'0'142'0,"0"0"-99"15,0 0-18-15,0 0-5 16,0 0-14-16,0 0-6 16,0 0 0-16,24-14 17 15,-4 8 13-15,7-1 8 16,1 0 4-16,6-1-30 16,-2-1-4-16,-1 2 1 15,-1 0 3-15,0 0-11 0,-4 0-1 16,1 2 1-16,-3 0-2 15,-2 3-4-15,-4 0-27 16,-3 2-92-16,-3 0-204 16,-6 0-211-16</inkml:trace>
  <inkml:trace contextRef="#ctx0" brushRef="#br0" timeOffset="131209.92">5708 8483 901 0,'0'0'114'0,"0"0"-114"0,0 0-77 15,0 0 77-15,0 0 39 16,0 0 9-16,0 0-9 16,94-11-16-16,-69 8-7 15,-1 1-16-15,1-1 0 16,-1 0 14-16,0 0-14 15,0-1 0-15,3 1-2 16,6-6-79-16,-8 2-275 16,-1 0-311-16</inkml:trace>
  <inkml:trace contextRef="#ctx0" brushRef="#br0" timeOffset="131680.42">6229 8170 1099 0,'0'0'132'0,"0"0"-93"16,0 0-26-16,0 0 12 16,0 0 28-16,0 0-14 15,0 0-7-15,-50 21-6 16,43-12-25-16,4 2 5 15,0 4-6-15,0 5 0 16,1 4 16-16,2 5-16 16,0 0 0-16,0-1 14 0,8 1-13 15,7-7-1-15,0-2 0 16,4-8 13 0,5-3-13-16,0-8 5 0,6-1-5 15,4-4 39-15,0-14-30 16,5-6 4-16,-5-6-12 15,-2-1 7-15,-10-3 4 16,-5 1-12-16,-10 0 0 16,-7 2 5-16,0 1-5 15,-12 7-14-15,-9 7 12 16,-6 7 2-16,-4 9 21 16,-5 0-21-16,-1 13-12 15,-14 27-61-15,8-5-197 16,4-1-257-16</inkml:trace>
  <inkml:trace contextRef="#ctx0" brushRef="#br0" timeOffset="138880.35">8665 10440 436 0,'0'0'159'0,"0"0"-74"15,0 0-36-15,0 0-28 16,0 0 0-16,0 0-14 15,0 0-1-15,0 0-6 16,0 0-7-16,0 0 7 16,0 0 12-16,0 0-12 15,0 0-18-15,0 0-99 16,0 2-114-16,0 2 48 16,0 2 33-16</inkml:trace>
  <inkml:trace contextRef="#ctx0" brushRef="#br0" timeOffset="144358.6">6779 7964 669 0,'0'0'38'0,"0"0"-38"15,0 0-10-15,0-74-135 16,0 48-29-16,15-4 48 16,0-4 70-16,7-16 40 15,-2 7-3-15,-7 4-142 0</inkml:trace>
  <inkml:trace contextRef="#ctx0" brushRef="#br0" timeOffset="149786.19">9943 8399 64 0,'0'0'25'0,"0"0"-25"15,0 0-13-15,0 0 13 16,0 0 10-16,0 0-3 15,14-2 41-15,-14 1 1 16,3 0 59-16,-3-1 7 16,0 1-14-16,0-2-50 15,0 0-18-15,0 2-17 16,0-2 72-16,0 2-32 16,0 1-15-16,-5 0 81 0,-2 0-80 15,-2 0-17-15,-4 0 20 16,-1 0-32-16,-2 5-2 15,1 5-11-15,0 0 0 16,3-1 0-16,3 0 0 16,0-2 0-16,3 1-10 15,3 1 9-15,0 0-21 16,3-1 2-16,0-1-8 16,0-1 15-16,6-2-43 15,3-3 21-15,1-1 35 16,-1 0 13-16,-1 0 3 15,2 0-6-15,-2-5 13 16,-2-4-5-16,0-1-5 0,-2 2 27 16,0-2 11-16,-2-1-8 15,-1-1-27-15,-1 0-4 16,0 1 21-16,0 1 29 16,0 0-11-16,0 3-18 15,-3 2-23-15,-4 1-10 16,3 1 16-16,-2 0 18 15,0 3-10-15,1 0-5 16,-2 0-19-16,2 0-9 16,1 9-2-16,-1 2-8 15,4 4 12-15,1-3-14 16,0-1 1-16,0-4-10 16,6-3-85-16,3-2-41 0,1-2 120 15,1 0 36-15,-1-2 9 16,0-9 0-16,0-4 12 15,-1-5 18-15,-2-1-27 16,-1-2 24-16,-3 4 0 16,-2 0-4-16,-1 7 42 15,0 3-13-15,0 5-19 16,0 4-26-16,-3 0-16 16,-1 1-6-16,1 14-108 15,3 13-31-15,0-2-170 16,0-4-235-16</inkml:trace>
  <inkml:trace contextRef="#ctx0" brushRef="#br0" timeOffset="150432.45">10313 7981 544 0,'0'0'118'0,"0"0"-39"15,0 0 67-15,0 0-29 0,0 0-43 16,0 0-13 0,0 0-34-16,-31-10-20 15,26 17-5-15,-2 6-2 0,1 1 0 16,2 2-2-16,1 2-8 16,3 1 9-16,0 1-9 15,0 0-5-15,0-1 14 16,6-1-7-16,0-2-2 15,2-1 10-15,-3-3 0 16,1 0 1-16,-1-2-1 16,-4-3 8-16,-1-1 5 15,0-1-12-15,0 2 14 16,-12 3-2-16,-6 0 0 16,-3 1 1-16,-3-1-14 15,2-1 1-15,5-4 10 16,6-2-11-16,11-3 0 15,0-6-164-15,4-8-328 0</inkml:trace>
  <inkml:trace contextRef="#ctx0" brushRef="#br0" timeOffset="150605.12">10373 7957 16 0,'0'0'831'0,"0"0"-764"15,0 0-66-15,0 0-1 16,0 0 13-16,109-20-13 16,-63 18-142-16,-4-4-377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14:3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14662 4692 827 0,'0'0'211'0,"0"0"-146"16,0 0-41-16,0 0 36 0,0 0 30 15,0 0 15-15,3-2-65 16,-3 2-1-1,2 0-18-15,-2 0-4 0,0 0-7 16,0 0-10-16,0 3 0 16,0 10 45-16,0 6 22 15,-6 11 5-15,-5 7-7 16,-5 6-34-16,1 8-18 16,-1 3-7-16,-1 1 1 15,1 2 0-15,1-4-6 16,0-4-2-16,4-6-17 15,1-6-35-15,4-10-7 16,2-7-10-16,2-7-8 16,2-7-25-16,0-6-2 15,0-17-129-15,2-10 2 16,5-4-91-16</inkml:trace>
  <inkml:trace contextRef="#ctx0" brushRef="#br0" timeOffset="551.2">14604 4709 317 0,'0'0'313'16,"0"0"-124"-16,0 0-131 16,0 0-32-16,0 0 30 15,75-75 9-15,-56 68-2 16,7 3-30-16,-1 2-13 16,3 2-1-16,0 0-19 15,1 0 15-15,-5 7 2 16,-2 4-17-16,-4 2 0 15,-6 0 10-15,-4 1-1 0,-3-1 4 16,-3 1 35 0,-2 0 43-16,0 4-27 0,-10 2-15 15,-7 4-12 1,-5 4-2-16,-5 0-9 0,-3 1 12 16,0-3-11-16,0 0-5 15,2-3 0-15,4-5-7 16,2-1-1-16,4-3-2 15,3-5-11-15,3 0 7 16,5-3-7-16,2-3 0 16,2-2 0-16,3-1-1 15,0 0-1-15,0 0-7 16,0 0-12-16,0 0 5 16,0 0 9-16,0 0-11 15,0 1 7-15,3 4 10 0,6 2 19 16,6 3 0-16,1 4-11 15,5 1-8-15,3 2 12 16,3 1-12-16,-1 1 1 16,2-1 2-16,2-1-3 15,-1 0 0-15,3-1-8 16,-1-1 8-16,2-2 0 16,-2-2 0-16,-1-2-50 15,-3-2-103-15,1-2-80 16,-5-1-297-16,-11-2-123 0</inkml:trace>
  <inkml:trace contextRef="#ctx0" brushRef="#br0" timeOffset="5294.08">15713 4944 325 0,'0'0'569'0,"0"0"-426"0,0 0-33 16,0 0 22-16,0 0-9 15,0 0-43-15,-2-1-37 16,2-2 10-16,0 0 3 15,0 2-2-15,0-1-20 16,0 0-1-16,0 0-18 16,2-1-3-16,4 0-12 15,2-2 0-15,5-1 0 16,4 0 0-16,1 1 0 16,5-1 0-16,0 2 0 0,0 1 0 15,2 0-1-15,-1 2 1 16,0 1 1-16,-2 0-1 15,-2 0-5-15,1 0 5 16,-5 3 0-16,-1 4-2 16,-1 0-9-16,-3 1-1 15,-3 2-11-15,-2 2-1 16,-2-1 16-16,0 2 8 16,-3-1 29-16,-1 4-13 15,0-1-7-15,-3 5 13 16,-11 1 9-16,-5 2-9 15,-4 1-6-15,-3-2-2 16,-1-2-6-16,-1-3 0 16,1-2-8-16,1-2 1 0,4-2 0 15,2-1-1-15,1-2-29 16,3-1 12-16,1-2-32 16,1 0-69-1,0-5-91-15,3 0-193 0,2 0-299 16</inkml:trace>
  <inkml:trace contextRef="#ctx0" brushRef="#br0" timeOffset="5622.96">15695 5020 667 0,'0'0'251'0,"0"0"-171"16,0 0-60-16,0 0 9 16,0 0 7-16,0 0 34 15,0 0-8-15,51 0-11 16,-32 0-14-16,6 0 2 15,3 0 1-15,4 0-22 16,1-4-18-16,1 0 0 16,-1 0-29-16,4 4-174 0,-8 0-282 15,-9 0-151-15</inkml:trace>
  <inkml:trace contextRef="#ctx0" brushRef="#br0" timeOffset="6316.07">16739 4886 573 0,'0'0'114'0,"0"0"-94"15,0 0 32-15,0 0 3 16,0 0 29-16,0 0 24 16,0 0-18-16,63-11-6 0,-53 3-8 15,1-2-38-15,-1 0-6 16,-4-2-18-16,-5 2 2 15,-1-1-16-15,0-1 19 16,0 1-18-16,-10 1 0 16,-2 0 74-16,-3 1 33 15,-1 2-17-15,1 3-38 16,-4 1-18-16,-2 3-22 16,1 0-3-16,-4 0-10 15,1 9 2-15,-3 3 3 16,4 4-4-16,-1-1 0 15,3 3 7-15,3 1 1 16,-1 2 0-16,5 3-8 16,1 1 10-16,4 5-10 0,5 1-1 15,3 3-5-15,0 2 5 16,5-1 0-16,11-3-3 16,5-2 2-16,6-5-15 15,3-5 7-15,7-7-47 16,8-6-31-16,36-7-98 15,-10-10-331-15,-2-7-89 0</inkml:trace>
  <inkml:trace contextRef="#ctx0" brushRef="#br0" timeOffset="10098.28">11731 8164 942 0,'0'0'176'15,"0"0"-105"-15,0 0 28 0,0 0-27 16,0 0-37 0,0 0 32-16,-32-17 49 0,26 16-77 15,-1 0 26-15,0 1-28 16,-4 0-18-16,-2 0-1 15,-1 0-9-15,-5 8-1 16,2 3-1-16,-2 3-7 16,-2 5 0-16,0 4-1 15,-3 3 2-15,1 4 0 16,-3 4 0-16,1 2 6 16,-2 3-5-16,-3-2 0 15,3 3 4-15,2-1-6 0,1 4 1 16,4 1-1-1,4 2-2-15,6 5 2 0,2 4-12 16,1 0 12-16,7 3-6 16,0-1 0-16,0-3 6 15,13 0-1-15,5-3-29 16,9-5 30-16,6 0-11 16,10-6-5-16,5-3 4 15,7-4-13-15,5-7 25 16,5-4 48-16,4-8-29 15,4-7-13-15,-1-7-6 16,1 0-13-16,0-6-22 16,-1-11 13-16,-1-7-39 0,2-4 11 15,-3-6-8-15,1-5 42 16,-3-5-14-16,-5-4-7 16,-5-6 37-16,-9-3 1 15,-3-4 5-15,-10-4-6 16,-5-3 12-16,-5 1-2 15,-10 0 2-15,-2 1-11 16,-10 2 6-16,-4 2-6 16,0 1 15-16,-6 2 17 15,-12 3 15-15,-5 3 9 16,-10 7-12-16,-5 5 19 16,-9 5-18-16,-3 4-23 15,-6 7-7-15,-7 3-3 16,-3 5-13-16,-2 5-6 15,-17 6-8-15,-12 6-5 0,-17 15-85 16,-3 14-46-16,30 1-146 16,20-3-285-16</inkml:trace>
  <inkml:trace contextRef="#ctx0" brushRef="#br0" timeOffset="21411.83">16515 5439 588 0,'0'0'154'0,"0"0"-89"15,0 0-43-15,0 0 10 16,0 0 25-16,0 0 23 16,0 0 8-16,0 0-29 15,0 0-15-15,0 0-22 16,0 0 8-16,0 0-16 16,0 0-14-16,0 0-31 15,0 2-177-15,0-2-195 0</inkml:trace>
  <inkml:trace contextRef="#ctx0" brushRef="#br0" timeOffset="54501.56">8435 12300 25 0,'0'0'36'0,"0"0"-30"15,0 0 9-15,0 0-13 16,0 0 4-16,0 0-6 16,3-1 1-16,-3 1-1 15,0 0 17-15,0 0-2 16,3 0-15-16,-3 0-101 0</inkml:trace>
  <inkml:trace contextRef="#ctx0" brushRef="#br0" timeOffset="55805.4">8748 11578 5 0,'0'0'0'16,"0"0"-5"-16,0 0 5 15,0 0 10-15,-86-10 2 16,69 10-12-16,1 0-8 16</inkml:trace>
  <inkml:trace contextRef="#ctx0" brushRef="#br0" timeOffset="72101.39">9203 4237 595 0,'0'0'93'0,"0"0"-55"16,0 0-19-16,0 0 15 15,0 0 30-15,0 0 127 16,0-18-40-16,0 15-80 16,0 0-21-16,0 2-1 15,0 1-14-15,0 0-8 16,0 0 10-16,0 0-26 15,0 0-2-15,0-2-9 0,0 2 0 16,0 0 0 0,0 0 0-16,0 0-9 0,0-1 9 15,8 1 6-15,4-2-5 16,4 1 1-16,5 0 6 16,0-1 0-16,6 1-8 15,3-1 0-15,3 1 5 16,4-2-4-16,6 0-2 15,2-1 1-15,4-1 0 16,6-1 1-16,-1-1-1 16,4 2 0-16,2-1 5 15,0 2-5-15,2 2 0 16,1 2-1-16,3 0 1 16,0 0-8-16,0 0 8 0,0 0 0 15,3 0 8-15,12 0-8 16,15 0 0-16,19-8 0 15,0-5 0-15,-17 1 6 16,-23 4-6-16,-29 4-4 16,-4 0 4-16,0 1 0 15,4 1-6-15,-3 2 0 16,-8 0 5-16,-7 0-10 16,-6 2 9-16,-4 3-14 15,0 1 8-15,-4-2-13 16,2 2-25-16,-4-3-6 15,4 1-25-15,2-1-121 16,-3 1-78-16,-3-1-114 0</inkml:trace>
  <inkml:trace contextRef="#ctx0" brushRef="#br0" timeOffset="79097.75">16393 5499 85 0,'0'0'176'0,"0"0"-66"15,0 0-45-15,0 0-35 0,0 0 3 16,0 0 22-1,5-6 7-15,-5 6 13 0,0 0 15 16,0 0 28-16,0 0 35 16,0 0-30-16,0 0-53 15,0 0-14-15,0 0-27 16,0 0-1-16,0 0 1 16,0 0-12-16,0 0 14 15,0-1-7-15,0 1-8 16,0 0 0-16,0 0-16 15,2-1 0-15,3 1-11 16,4 0 11-16,3 0 31 16,4 0-12-16,6 0-9 0,3 0 3 15,5 0-13-15,5 0 1 16,4 0-1-16,4 0 1 16,5 0 3-16,0 0-4 15,4-3-1-15,-2 1-1 16,-3 1-15-16,-1 0 5 15,-6 1-82-15,-5 0-40 16,-7 0-93-16,-1 2 15 16,-9 5-6-16,-5 0-111 15</inkml:trace>
  <inkml:trace contextRef="#ctx0" brushRef="#br0" timeOffset="84341.46">11695 9501 179 0,'0'0'123'0,"0"0"-77"16,0 0-30-16,0 0 36 16,0 0 4-16,0 0 9 15,0 0-5-15,-2 0 0 16,2 0 9-16,0 0 0 15,0 0-31-15,0 0-26 16,0 0-12-16,0 0-7 16,0 0 6-16,0 0-7 15,0 0 1-15,0 0 7 0,0 0 10 16,0 0-9-16,0 0 0 16,0 0 0-16,0-2 1 15,0-1-2-15,3 2 0 16,0 0 0-16,2 1 1 15,-1 0-1-15,1 0-2 16,4 0 1-16,-2-2-16 16,2 1 15-16,-1 1-8 15,0-2 3-15,0 2-15 16,1 0-14-16,1 0-14 16,1 0 30-16,-1 0-58 15,2 0 52-15,0 0-10 16,0 0-58-16,3 5-17 15,-1 2 11-15</inkml:trace>
  <inkml:trace contextRef="#ctx0" brushRef="#br0" timeOffset="110694.08">16281 7615 895 0,'0'0'156'16,"0"0"-82"-16,0 0 32 15,0 0 13-15,0-26-34 16,0 23 50-16,0 0-44 16,0 2-48-16,0 1-16 15,0 0-7-15,0 0-20 16,0 0-10-16,0 0-9 0,0 8 3 15,-3 10 16-15,-4 12 23 16,-1 13 3-16,-4 10 5 16,-3 9 6-16,0 5-27 15,1-1-3-15,1 1-5 16,4-2-1-16,1-4 3 16,3-5-4-16,2-9-7 15,3-7-1-15,0-12-22 16,0-10-64-16,2-11-50 15,4-5-168-15,0-2-468 0</inkml:trace>
  <inkml:trace contextRef="#ctx0" brushRef="#br0" timeOffset="110969.14">15984 7553 901 0,'0'0'195'15,"0"0"-116"-15,0 0 5 16,0 0-52-16,0 0-23 16,0 0 2-16,0 0 37 15,61-31 18-15,-20 23-23 16,9 0-17-16,8-1-8 15,7 2-12-15,-1 1-6 16,0 3-12-16,19 3-29 0,-17 0-454 16,-11 0 9-16</inkml:trace>
  <inkml:trace contextRef="#ctx0" brushRef="#br0" timeOffset="111979.98">16691 7932 658 0,'0'0'297'0,"0"0"-297"16,0 0-22-16,0 0 22 15,0 0 1-15,0 0 41 16,0 0 22-16,13-69 83 16,-20 55-60-16,-6 1-24 15,-5 3 18-15,-3 3 9 16,0 4-26-16,-3 3-10 16,1 0-22-16,1 0-3 15,0 10-12-15,1 4-5 16,3 0 4-16,1 4-16 15,-1 3 0-15,4 2 7 16,2 4-7-16,0 0-1 16,6 1 1-16,5 2-6 0,1-2 5 15,0-2 1-15,0 0-12 16,7-6 3-16,7-5-5 16,1-5-24-16,5-7 30 15,6-3 8-15,0-9 6 16,6-13-6-16,-3-6-51 15,-1-5-10-15,-3-2 23 16,-4 1 28-16,-6 2 10 16,-5 2 2-16,-5 6 11 15,-2 7-13-15,-3 6 7 16,0 7 20-16,0 4-27 16,0 0-9-16,0 0-1 15,-2 1 10-15,-2 11 28 16,-5 5-21-16,2 9 9 15,-2 2 9-15,-1 3 4 0,2 3-6 16,3-3 8-16,4 0-14 16,1-2-17-16,0-4-4 15,1-6 4-15,12-4-6 16,3-7-5-16,4-5-8 16,4-3 19-16,0-10 0 15,5-11-31-15,-1-9-39 16,-3-4 31-16,-1-1 14 15,-4-1 14-15,-3-1-10 16,-3 0 18-16,-1 3 3 16,-4 6 8-16,-3 4-1 15,0 9-1-15,-5 6 5 16,-1 6 2-16,0 3-11 0,0 0-2 16,0 0-17-16,0 5 17 15,0 9 17-15,0 5 25 16,0 8 25-16,-5 7-14 15,-1 7 1-15,-2 4 9 16,-2 7 1-16,-7 15-7 16,-2 16-20-16,1-4-18 15,0-8 4-15,5-10-15 16,1-14-7-16,0 1-1 16,3 3 2-16,1-10-2 0,1-7-7 15,4-9-15 1,2-10-35-16,1-5-28 0,0-8-55 15,0-2-7 1,0-10 0-16,3-34-167 0,3 2-62 16,-1-3-121-16</inkml:trace>
  <inkml:trace contextRef="#ctx0" brushRef="#br0" timeOffset="112245.82">16818 8074 101 0,'0'0'208'0,"0"0"23"16,32-75-52-16,-15 51-93 15,3 5-28-15,4 5-29 16,0 2-7-16,-1 7-21 16,0 3 22-16,-1 2 13 15,-1 0 2-15,-4 12 146 16,-4 3-92-16,-3 5-51 16,-5 2 11-16,-5 4 29 0,0 1 2 15,-11 0 3-15,-8 3-20 16,-6-1-15-16,-1-4-9 15,-2-1-8-15,-1-3-11 16,1-1-22-16,1-5-1 16,5-4 0-16,4-3-19 15,3-8-86-15,8-2-114 16,4-12-494-16</inkml:trace>
  <inkml:trace contextRef="#ctx0" brushRef="#br0" timeOffset="112528.08">16639 7649 965 0,'0'0'78'15,"0"0"-55"-15,0 0 16 16,0 0-18-16,0 0 2 15,0 0 38-15,0 0 17 16,49-50-42-16,-32 50 9 16,2 0-22-16,0 0-4 15,3 1-12-15,-2 12-7 16,3 2-10-16,-5 3-1 0,1 7-5 16,-4 18-22-16,-2-6-114 15,-8-2-348-15</inkml:trace>
  <inkml:trace contextRef="#ctx0" brushRef="#br0" timeOffset="112678.05">16497 8493 1265 0,'0'0'186'0,"0"0"-186"0,0 0 0 16,0 0-323-1,0 0-280-15</inkml:trace>
  <inkml:trace contextRef="#ctx0" brushRef="#br0" timeOffset="113994.38">17767 7706 130 0,'0'0'216'15,"0"0"37"-15,0 0-19 16,0 0-35-16,0 0-89 16,0 0-3-16,0 0-21 15,9-70-15-15,-9 70-28 0,0 0-30 16,0 0-13 0,0 0-17-16,0 13 17 0,0 7 78 15,0 8 21 1,0 9-46-16,-4 8 20 0,-6 6-35 15,-3 2-3-15,3 1-34 16,-1-5 16-16,3-3-16 16,3-7-1-16,2-8 0 15,3-7 6-15,0-10-6 16,0-7-19-16,1-7-71 16,9 0 19-16,4-8 71 15,7-14 23-15,2-8-21 16,2-6-4-16,0 1 5 15,-1 5-4-15,-7 8 2 16,-4 7-1-16,-4 6 1 0,-1 5-1 16,-4 4-11-16,0 0 10 15,-1 0-20-15,0 1-18 16,-1 7-15-16,-1 1 54 16,-1 4 0-16,0 2 10 15,0 5 5-15,0 1 8 16,0 3-11-16,0 0 2 15,2-3-8-15,2-2 3 16,2-4-9-16,6-3-6 16,2-5-17-16,5-5 22 15,2-2 1-15,6-2 20 16,3-14-20-16,1-5-22 16,0-3-18-16,-2 0 24 15,-7 2 16-15,-5 5 9 16,-6 5-9-16,-8 5 11 0,-1 6-9 15,-2 1-2-15,0 0-19 16,0 2 19-16,-3 10 14 16,-2 4 24-16,-2 4-17 15,3 6 5-15,0 1-19 16,4-2 8-16,0 0-8 16,0-3-7-16,14-5-9 15,1-4 9-15,2-8-12 16,2-5 12-16,0 0 18 15,0-5 14-15,-2-13-12 16,-3-4-11-16,-1-5-9 16,-6-4 21-16,-2-3-12 0,-5 0 1 15,0-1-4-15,-5 2 5 16,-8 6 26-16,-4 5 7 16,2 6-13-16,-3 6 27 15,3 8-40-15,-2 2-12 16,1 0-6-16,0 2 0 15,1 11-60-15,-1 10-97 16,5-4-98-16,5-4-381 0</inkml:trace>
  <inkml:trace contextRef="#ctx0" brushRef="#br0" timeOffset="114227.16">18343 7688 646 0,'0'0'286'16,"0"0"-286"-16,0 0 0 16,0 0 8-16,0 0 3 15,0 0 4-15,0 0 31 16,78 57 0-16,-74-35 35 15,-4 3-61-15,0 2 11 16,0 3 15-16,-9-1-31 16,-7 6-15-16,5-8-125 15,2-6-550-15</inkml:trace>
  <inkml:trace contextRef="#ctx0" brushRef="#br0" timeOffset="114859.05">18604 7963 937 0,'0'0'266'0,"0"0"-181"16,0 0-37-16,0 0-19 16,0 0 32-16,0 0-20 15,0 0-1-15,5 0-2 16,-5 0-14-16,0 2-23 15,0 7 6-15,0 3 29 0,0 10 6 16,0 5 11-16,0 6-4 16,-8 10 22-16,-3 3-13 15,-2 5-24 1,0 1-12-16,-2 1 4 0,4-7-16 16,2-5-10-16,1-9 1 15,3-6-1-15,2-9 0 16,2-6-11-16,1-4-44 15,0-5-32-15,0-2-13 16,0 0-8-16,0-13-76 16,0-11-138-16,0-12-25 15,4-20 43-15,9-23 102 0,-1 5-12 16,1 4 169-16,1 14 45 16,-3 18 96-16,3 4 138 15,-1 1-9-15,-3 14-52 16,0 9-30-16,-1 6-62 15,1 4-29-15,0 0-15 16,0 1-15-16,1 9 39 16,-1 4-25-16,-1 1 10 15,-3 5 14-15,-4 3 27 16,-2 1 7-16,0 1-19 16,-5 1 1-16,-10-1-15 15,-4-1-14-15,-5-2-3 16,-1 0-14-16,0-5 4 15,-1-2-17-15,-1-2-16 16,3-5-1-16,2-2-55 0,-2-6-114 16,4 0-219-16,3 0-775 15</inkml:trace>
  <inkml:trace contextRef="#ctx0" brushRef="#br0" timeOffset="115060.37">18057 8530 960 0,'0'0'367'16,"0"0"-358"0,0 0-9-16,0 0-127 0,0 0-164 15,0 0-255-15</inkml:trace>
  <inkml:trace contextRef="#ctx0" brushRef="#br0" timeOffset="115455.65">19379 8070 87 0,'0'0'66'0,"0"0"-66"15,0 0-50-15,0 0-20 16,0 0 37-16</inkml:trace>
  <inkml:trace contextRef="#ctx0" brushRef="#br0" timeOffset="115804.65">19468 7960 5 0,'0'0'60'16,"0"0"-5"-16,0 0-9 16,0 0 6-16,0 0 108 15,0 0 12-15,3-8-15 16,-3 8-24-16,0 0 32 15,0 0-28-15,2 0 9 16,-2 0-24-16,1-3-36 16,1-1-53-16,-1-2-14 15,3-3-18-15,-4-1 7 16,0-1 4-16,0-1 7 0,0 3-18 16,-8 2 52-16,-5 1-20 15,-3 5 30-15,-2 1-28 16,-4 3-7-16,-2 12-8 15,-1 8-8-15,2 4-5 16,2 2 8-16,6 3-14 16,2 1 5-16,4 1-5 15,4 0 0-15,4 0-1 16,1-2 1-16,0-2 0 16,7-5-2-16,14-3-6 15,5-7-16-15,12-8-39 0,28-11 14 16,-8-15-183-1,-4-5-653-15</inkml:trace>
  <inkml:trace contextRef="#ctx0" brushRef="#br0" timeOffset="116339.09">19950 7919 955 0,'0'0'133'16,"0"0"-32"-16,0 0-17 0,0 0-8 15,0 0-4-15,0 0 4 16,-81-12 2-16,63 12-6 16,-3 2-27-16,-1 8-6 15,2 0 3-15,0 1-12 16,1 1 27-16,2 1-28 16,1 1 3-16,-1 3-10 15,2 2-7-15,3 2-3 16,2 1-12-16,4 2 1 15,3 1-2-15,3-3-8 16,0-2 9-16,3-3-21 16,12-6 4-16,0-5-42 15,6-5 11-15,1-1 48 16,4-7 19-16,2-12-19 16,2-3-22-16,-2-4-2 15,-1-2 24-15,-2 2 1 16,-6-1-1-16,-2 6 8 0,-6 2-8 15,-3 8 1-15,-5 5 6 16,-3 5-5-16,0 1-2 16,0 0-11-16,0 0 10 15,-4 10 2-15,-6 5 24 16,-1 8 4-16,-1 5 8 16,0 3-18-16,3 2-2 15,5-1 2-15,4-2-19 16,0-5 0-16,1-2 0 15,14-8-8-15,9-5-21 16,23-10-126-16,-5-10-122 16,-1-9-707-16</inkml:trace>
  <inkml:trace contextRef="#ctx0" brushRef="#br0" timeOffset="116719.15">20354 7889 1033 0,'0'0'106'0,"0"0"-90"15,0 0 7-15,0 0-22 16,0 0 79-16,0 0 53 16,0 0-22-16,-77 1-53 15,68 6-26-15,0 3 22 0,-5 3 30 16,4 4-18-16,-2 4-24 15,0 2-11-15,3 4 1 16,3 4-11-16,3 0-14 16,3 1-7-16,0 1 0 15,9-2 0-15,12-4-3 16,1-5 1-16,8-8-14 16,5-8-25-16,5-6-44 15,24-21 12-15,-9-9-192 16,-6-3-385-16</inkml:trace>
  <inkml:trace contextRef="#ctx0" brushRef="#br0" timeOffset="116886.09">20732 7425 1536 0,'0'0'185'16,"0"0"-136"-16,0 0-49 15,0 0 0-15,-80 46 0 16,52-11 1-16,-2 5 1 16,2 6 7-16,3 3-9 15,1 16-6-15,7-11-212 16,4-15-987-16</inkml:trace>
  <inkml:trace contextRef="#ctx0" brushRef="#br0" timeOffset="119548.44">21516 7889 613 0,'0'0'205'0,"0"0"-49"15,0 0-32-15,0 0 17 16,0 0-15-16,0 0-4 16,0 0-22-16,0 0-14 15,0-3-25-15,0-2-20 16,0-1-18-16,-1-2-7 16,-8-1-8-16,-2 2 6 15,-2 3-5-15,-8 4 38 16,-3 0-10-16,-4 11-23 15,0 12-13-15,-2 8 14 16,3 6-15-16,4 3 0 16,6 2 0-16,3-2 0 15,7-3 0-15,7-5 0 16,0-5-14-16,5-7 1 16,15-11-15-16,10-9-88 0,7-6 80 15,11-23-24 1,2-11-214-16,0-9 77 0,-2-4 29 15,-7-3 168-15,-5-4 8 16,-6-2 36-16,-6-1 16 16,-5 0 31-16,-5 4 0 15,-5 9-23-15,-4 9-7 16,-3 12 32-16,-2 13 31 16,0 9-30-16,0 4-27 15,0 3-39-15,0 0-8 16,-7 4-19-16,-2 13 16 15,-5 8 4-15,-2 11-11 16,-2 4 6-16,-3 7-8 16,2 4 9-16,2 2 7 15,3 1-13-15,1 2-2 0,6-2 6 16,1 0-14-16,5-5-2 16,1-7-4-16,0-5 4 15,11-9 1-15,5-8-16 16,4-9-9-16,4-8-38 15,6-3 63-15,4-14-1 16,5-13-16-16,2-6-45 16,-2-7 17-16,-4-1 26 15,-5-3 10-15,-8 4 9 16,-4 1 7-16,-7 9 2 16,-6 10-3-16,-3 8 19 15,-2 7 47-15,0 5-56 0,0 0-15 16,0 0 14-16,-6 4 4 15,-3 10-4-15,-3 5-14 16,-3 7 9-16,0 4 2 16,-1 5-11-16,4 0 8 15,0 2 12-15,6-2-13 16,3-4-5-16,3-4-3 16,0-6-1-16,8-7-5 15,6-5-19-15,6-8-14 16,1-1 39-16,7-8 9 15,7-14-9-15,0-6-47 16,4-6-3-16,-5-1 29 16,-2-1 8-16,-9 1 13 0,-4 7 0 15,-9 6 2-15,-4 6 11 16,-6 9 15-16,0 4 26 16,0 3-20-16,0 0-27 15,-2 0-6-15,-5 7 24 16,-2 9-14-16,-3 7 4 15,-1 3-4-15,1 4-3 16,1 1 7-16,2 0-14 16,6-3-1-16,3-4 7 15,0-3-7-15,2-4-10 16,13-7-16-16,3-4-2 16,5-6 28-16,7-2 12 15,6-15-12-15,3-9-8 0,3-5-24 16,-5-3 22-16,-3 0-4 15,-8 1 14-15,-10 7 9 16,-6 5-8-16,-5 7 1 16,-5 7 18-16,0 4-1 15,0 3 6-15,0 0-19 16,-2 0 10-16,-5 3 9 16,-6 8-15-16,-1 7-9 15,-2 6 13-15,1 1-13 16,2 4 1-16,5 0-1 15,5-2-1-15,3-1 0 16,0-5-1-16,9-5-11 16,6-3 3-16,1-6-14 0,4-4 21 15,0-3 2 1,2 0 18-16,1-14-6 0,1-7-12 16,0-4-28-1,-4-7-3-15,-6-2-11 0,-8-1 14 16,-6 0-3-16,0 1 3 15,-6 5 22-15,-7 4-7 16,-1 7 13-16,1 6 29 16,6 3-15-16,1 5 6 15,4 3-20-15,2 1-10 16,0 0-34-16,6 0-21 16,9 0 58-16,3 4 1 15,7 3 6-15,4 1 1 0,2 2 1 16,0 1-2-16,-1 0 13 15,-5 2-7-15,-5 0-6 16,-5 0 0-16,-8 1 0 16,-4 1 0-16,-3 4 12 15,0 2 33-15,-4 3 1 16,-7 0-11-16,-3 0-17 16,1-3 5-16,3-3-9 15,1-4 0-15,3-5-14 16,3-4 0-16,2-3 5 15,1-2-5-15,0 0-19 16,0 0-20-16,9-2-13 16,7-7 52-16,9-10 0 15,6-5-14-15,8-6-27 0,3-2-28 16,1 0 17-16,-2 6 3 16,-7 9 29-16,-7 9 14 15,-6 7 5-15,-8 1 1 16,-5 1-1-16,-2 10-27 15,-6 5 28-15,0 3 11 16,0 4 11-16,-3 1 15 16,-3-2-20-16,0 1 1 15,4-4-10-15,2-4-8 16,0-2-11-16,15-6-17 16,8-5 12-16,8-2 16 15,6-2 0-15,8-15-23 16,3-5-52-16,4-6-24 15,-3-3 12-15,-4-1-69 16,-8-1 156-16,-10 4 6 0,-9 4 42 16,-11 6 20-16,-7 6 68 15,0 5 0-15,-10 5-53 16,-8 2 25-16,-6 1-43 16,-2 0-30-16,-4 12-29 15,-2 7 2-15,1 5 6 16,1 3-14-16,6 4 0 15,2 0 8-15,6 0-8 16,8-3 0-16,7-1-8 16,1-5 7-16,0-5-5 15,10-6-25-15,5-6 1 16,1-5 30-16,7 0 19 0,2-17-19 16,5-6-40-16,1-6-4 15,-1-3 25-15,-3 0 2 16,-5 4 17-16,-8 5 7 15,-5 9-6-15,-5 6 14 16,-4 4 4-16,0 4-2 16,0 0-17-16,0 0-44 15,0 8 44-15,-4 10 4 16,-2 9 17-16,-3 11 1 16,-3 9-12-16,0 9 0 15,-7 15 5-15,2-5-14 16,-5 3 15-16,-4-1 14 15,1-11-10-15,-8 3-2 0,0-4-17 16,1-4 14 0,-3-7-1-16,-1-8-14 0,0-7 0 15,-2-7 8-15,-4-9-1 16,0-7-1-16,3-7-5 16,5 0-1-16,1-11 0 15,5-34-72-15,5 2-115 16,7-5-216-16</inkml:trace>
  <inkml:trace contextRef="#ctx0" brushRef="#br0" timeOffset="119958.34">22513 7592 1092 0,'0'0'210'15,"0"0"-123"-15,0 0-69 0,0 0-2 16,0 0 36-1,0 0-27-15,0 0-1 16,5-29-3-16,-1 29-21 16,3 2 0-16,-1 10 4 0,-1 7 8 15,-2 5 12-15,-3 4-18 16,0 6 26-16,-8 2 9 16,-13 3-19-16,-5-4-15 15,-7-3 14-15,-3-6-20 16,0-6-1-16,2-9-35 15,-9-11-114-15,10 0-248 16,5-7-460-16</inkml:trace>
  <inkml:trace contextRef="#ctx0" brushRef="#br0" timeOffset="120195.62">22203 7548 446 0,'0'0'231'15,"0"0"-97"-15,0 0-85 16,0 0-39-16,0 0 34 16,0 0 52-16,0 0-26 15,39 45 28-15,-39-20 9 16,0 3-37-16,-11 2-19 16,-8 0-25-16,-8-2-26 15,-1-5-29-15,-11-6-63 16,7-6-177-16,7-8-243 0</inkml:trace>
  <inkml:trace contextRef="#ctx0" brushRef="#br0" timeOffset="120393.04">22589 7288 1197 0,'0'0'162'0,"0"0"-118"16,98 0-16-16,-42 1-27 16,5 8-2-16,0 1 1 15,9 8-10-15,-19-4-168 16,-11 0-724-16</inkml:trace>
  <inkml:trace contextRef="#ctx0" brushRef="#br0" timeOffset="120637.35">21560 7692 1367 0,'0'0'200'0,"0"0"-200"16,0 0-20-16,0 0 20 16,88 3 39-16,-24-3-14 15,27 0-18-15,27 0 5 16,-17-5-12 0,-17 0-213-16</inkml:trace>
  <inkml:trace contextRef="#ctx0" brushRef="#br0" timeOffset="122224.26">23987 7741 1030 0,'0'0'176'15,"0"0"-115"-15,0 0-12 16,0 0-20-16,0 0 5 16,0 0-7-16,0 0 5 15,42-49-32-15,-32 49 10 16,-4 0-10-16,-3 5-1 15,-3 13 1-15,0 7 16 0,0 6 52 16,-12 4-8 0,-1 2-17-16,-2-1 11 0,0-2-19 15,4-7-11-15,3-6-4 16,3-7-10-16,4-7-9 16,1-4-1-16,0-3 0 15,3 0-19-15,14-8 19 16,9-12 16-16,7-10-16 15,6-7-67-15,1 0-14 16,0 1 52-16,-9 9 17 16,-10 11 12-16,-7 7-1 15,-8 8 1-15,-6 1-16 16,0 6-19-16,0 9 35 16,-8 7 42-16,-5 4-13 0,-1 1-10 15,-2 1-1-15,2-3-10 16,2-1 20-16,2-4-13 15,4-5 1-15,3-3-5 16,3-7-11-16,0-3-16 16,0-2-10-16,8 0 26 15,9-10 13-15,6-10-13 16,8-6-10-16,3-6-25 16,-1 0-14-16,-1 1 34 15,-8 4 14-15,-3 6-4 16,-5 8 5-16,-7 6 0 15,-3 6 0-15,-3 1-1 0,-3 0-38 16,0 11 11-16,0 3 28 16,0 3 24-16,0 4 2 15,-3 1-9-15,-5 1 12 16,1 0 11-16,0-2-8 16,4-2-12-16,1-4-5 15,2-2-15-15,0-5 0 16,5-4-23-16,9-4 23 15,4 0 12-15,6-8-7 16,6-12-5-16,3-4-54 16,3-6 11-16,-1 0 33 15,-2 0 10-15,-5 4 0 0,-6 5 13 16,-8 9-13 0,-6 3 1-16,-5 8 9 0,-3 1-10 15,0 0 0-15,0 0-38 16,0 8 38-16,-2 6 55 15,-2 6-12-15,-4 3 22 16,0 2-24-16,2 0 12 16,-1-1-9-16,3-2-28 15,1-2-3-15,3-5-10 16,0-4-3-16,0-1 0 16,6-6-18-16,6-4-20 15,4 0 38-15,7-1 31 16,4-16-31-16,3-4-9 15,1-7-39-15,0-4 33 0,-4-1 15 16,-3-1-1-16,-5 0 1 16,-5 4 0-16,-4 9 7 15,-6 7 14-15,-4 7 12 16,0 5 10 0,0 2-40-16,0 0 7 0,0 0-10 15,-4 12 20-15,-8 9 4 16,-3 6 14-16,-3 8-24 15,-1 3 7-15,4 3 2 16,3-1-12-16,3-4-1 16,8-3-9-16,1-5-1 15,0-6 0-15,13-3-21 16,5-8 3-16,6-5-5 16,3-6 23-16,2 0 0 15,3-16-45-15,2-8-100 0,-1-8-34 16,6-27-126-16,-11 6-280 15,-6 1-192-15</inkml:trace>
  <inkml:trace contextRef="#ctx0" brushRef="#br0" timeOffset="122416.55">25170 7493 1069 0,'0'0'177'0,"0"0"-134"16,0 0-34-16,0 0 24 16,0 0 72-16,0 0-14 15,-34 72-38-15,17-42-20 16,-2 3-15-16,1 0-16 16,3-4-2-16,5 5-43 15,2-10-129-15,5-7-564 0</inkml:trace>
  <inkml:trace contextRef="#ctx0" brushRef="#br0" timeOffset="122817.17">25277 7846 890 0,'0'0'114'16,"0"0"-23"-16,0 0-48 15,0 0 60-15,0 0 71 16,0 0-33-16,0 0-13 16,10-37-35-16,-20 31-8 15,-1 3 38-15,-3 3-70 16,-1 0-28-16,0 0-19 16,-2 11-5-16,1 4 7 15,2 3-8-15,2 3-2 16,3 3 2-16,4 2 0 15,4 1-2-15,1-1-8 16,0-2 2-16,9-4-6 16,9-7-37-16,7-5-49 15,8-8-8-15,30-8-18 0,-7-14-109 16,-4-2-710-16</inkml:trace>
  <inkml:trace contextRef="#ctx0" brushRef="#br0" timeOffset="123021.27">25789 7116 1453 0,'0'0'249'0,"0"0"-201"15,0 0-48-15,0 0-12 16,0 0 12-16,-64 110 9 15,33-59 24-15,-2 7-5 16,0 2-18-16,2 4-8 16,0 20-2-16,5-14-115 15,11-17-596-15</inkml:trace>
  <inkml:trace contextRef="#ctx0" brushRef="#br0" timeOffset="125068.21">17036 9141 439 0,'0'0'247'0,"0"0"-127"16,0 0 63-16,0 0 30 15,0 0-71-15,0 0-41 16,0 0-13-16,-79-42-1 16,61 42-23-16,-4 1-10 15,-1 13-6-15,-2 6-24 16,0 5-10-16,-1 5-2 0,1 2-12 15,5 2 16-15,4 0-16 16,7-2 0 0,4 0 3-16,5-6-3 15,0-2-7-15,7-5 1 0,8-6-24 16,7-8 22-16,3-5 8 16,7-2 22-16,0-20 8 15,4-6-19-15,-3-6-10 16,-3 0 14-16,-5 2-15 15,-7 4 8-15,-6 6-7 16,-6 8 8-16,-1 5 5 16,-5 7-13-16,0 2-1 15,0 0 0-15,0 0-30 16,1 10-17-16,2 7 47 16,1 11 22-16,-1 8 11 0,-1 23-11 15,-2 20 19 1,-10 16 11-16,-15 8-14 0,-4-4 1 15,-6-9-23-15,4-19-4 16,4-16 9-16,5-14-12 16,4-8-3-16,-2-2-5 15,1-2 0-15,0-2-1 16,4-10 0-16,1-10 0 16,1-7 17-16,-1-1-17 15,0-21-6-15,5-14-45 16,4-25 33-16,5-25-4 15,14 1-16-15,8 6-12 16,8 13 3-16,1 19 12 0,8-3 4 16,10-7 4-1,4 5 12-15,3 1 9 0,5 2 5 16,1 2 1-16,-3 5 5 16,-2 7-5-16,-8 6-2 15,-12 9 2-15,-10 9 0 16,-10 5 0-16,-11 6-9 15,-4 0-10-15,-2 0-19 16,0 7 38-16,-4 8 25 16,-5 5 13-16,-3 5-1 15,-1 2-9-15,2 0-9 16,4 0-6-16,5-4-1 0,2 0-12 16,0-3 0-1,17-4-18-15,5-7 5 16,5-7 2-16,4-2 11 0,1-7 22 15,-4-15 1-15,-4-2-22 16,-12-4-1-16,-8 0 0 16,-4 1 1-16,-7 0-1 15,-12 5 9-15,-5 2-1 16,3 6 2-16,0 5 16 16,6 3 12-16,3 5-22 15,8 1-4-15,2 0-12 16,2 0-10-16,0 0-2 15,3 0-11-15,13 0-3 16,9 0 5-16,6 0 21 16,9 0 16-16,0 0-2 0,1 0-13 15,-3 0 0 1,-5 0-1-16,-6 7 0 0,-8 7-14 16,-4 8-12-16,-7 4 26 15,-7 7 7-15,-1 4 12 16,0 2-13-16,0 1 6 15,-7-3-3-15,-3-2-8 16,2-8 0-16,2-8 1 16,1-8 4-16,4-7-6 15,1-4-13-15,0-2-52 16,3-22-128-16,14-37-146 16,0 2-367-16</inkml:trace>
  <inkml:trace contextRef="#ctx0" brushRef="#br0" timeOffset="125180.82">17818 8883 1144 0,'0'0'261'0,"0"0"-129"15,0 0-87-15,0 0-45 16,0 0-12-16,0 0 4 16,0 0-1-16,6 36-13 15,-5 2 16-15,1-5-240 16,-1-2-759-16</inkml:trace>
  <inkml:trace contextRef="#ctx0" brushRef="#br0" timeOffset="125360.97">17634 9815 1580 0,'0'0'200'0,"0"0"-187"0,0 0-13 16,0 0-126-16,0 0-90 16,0 0-339-16,0 0-78 0</inkml:trace>
  <inkml:trace contextRef="#ctx0" brushRef="#br0" timeOffset="125848.3">18571 9261 1151 0,'0'0'162'16,"0"0"-94"-16,0 0 22 15,21-95-3-15,-12 61-11 16,0 1 4-16,1-4-33 0,-2 3-2 16,-4 2 5-1,-1 3 0-15,-3 6-8 16,0 5 15-16,0 5 6 0,0 4 3 16,-6 5-7-16,2 2 3 15,1 2-23-15,0 0-29 16,-3 0-2-16,2 5 9 15,-2 10-9-15,-4 9-8 16,-3 7 0-16,0 9 14 16,-2 5-14-1,3 4 0-15,0 3-1 0,2 4 1 16,4 0 0-16,3-3 0 16,3-2-8-16,0-6 7 15,6-4-4-15,11-8-14 16,5-8-65-16,6-8-27 15,9-9-24-15,5-8-73 16,7 0-3-16,24-29-194 0,-10-1-196 16,-10-2 71-16</inkml:trace>
  <inkml:trace contextRef="#ctx0" brushRef="#br0" timeOffset="126279.46">19104 9208 715 0,'0'0'236'0,"0"0"-15"16,0 0 21-16,0 0-111 15,0 0-19-15,0 0 40 0,0 0-31 16,-48-49-84 0,24 54-2-16,-3 9-16 15,-1 5 6-15,1 7 1 16,3 2-10-16,3 2-15 16,5-1 18-16,4 0-18 0,6-4-1 15,4-4-1-15,2-3 0 16,2-3-24-16,13-5 0 15,4-8-23-15,7-2 48 16,3-1 26-16,4-16-26 16,2-6 0-16,-2-1-29 15,-7 2 16-15,-4 3 11 16,-9 8 2-16,-7 5 5 16,-6 5-5-16,0 1 0 15,0 0-33-15,0 13 33 16,-2 7 34-16,-4 6-14 15,2 4-7-15,-1 1 6 16,5-1-13-16,0-4-6 0,2-4-9 16,14-7 0-16,10-3-8 15,6-10-37-15,28-7-30 16,-8-14-109-16,-5-6-483 0</inkml:trace>
  <inkml:trace contextRef="#ctx0" brushRef="#br0" timeOffset="126475.04">19192 8894 1746 0,'0'0'237'0,"0"0"-237"0,0 0-95 15,0 0 88-15,0 0 6 16,113 31 1-16,-68-17 18 15,34 6-18-15,-13-3-120 16,-4-4-693-16</inkml:trace>
  <inkml:trace contextRef="#ctx0" brushRef="#br0" timeOffset="127317.61">20666 8873 1061 0,'0'0'208'0,"0"0"-70"15,0 0-33-15,0 0-11 16,0 0 5-16,0 0-8 16,0 0-27-16,0-13-64 15,0 21-6-15,-2 14 6 16,-2 9 34-16,-5 11 3 15,-3 9-18-15,-3 8 6 16,-1 3-3-16,1 2-8 0,-2-2-13 16,5-3 21-1,1-5-16-15,5-12-6 0,1-9 0 16,5-14 0-16,0-9-12 16,0-9-5-16,0-1-15 15,6-7 32-15,10-15 19 16,7-12-19-16,7-10 0 15,1-5 0-15,5-2 0 16,-5 7-1-16,0 9-4 16,-2 10-1-16,-4 11 6 15,-2 9-1-15,-3 5-18 16,-4 0 12-16,-5 16-23 16,-3 2 7-16,-5 7 23 15,-3 4 7-15,0 2 14 16,-6 3 4-16,-12-2-14 0,-3-2 23 15,-6-4-2-15,-1-1-6 16,-2-8 1-16,2-6 10 16,4-4-9-16,7-6-8 15,6-1-10-15,3-1-10 16,6-11-35-16,2-7-70 16,0-1 18-16,16-3-29 15,9 4-65-15,21-5-7 16,-4 7-155-16,-3 3-367 0</inkml:trace>
  <inkml:trace contextRef="#ctx0" brushRef="#br0" timeOffset="128237.18">21181 9185 183 0,'0'0'338'16,"0"0"-65"-16,0 0 43 16,0 0-65-16,0 0-97 15,0 0 13-15,0 0 8 16,-29-61-38-16,12 61-88 15,-2 0-33-15,-1 8-14 16,-4 8 11-16,0 4 0 16,1 2-2-16,1 3-11 15,3 5 13-15,5 0-5 16,7-2-8-16,2 0 0 16,5-1-1-16,0-6-4 15,9-4-8-15,9-4-10 0,8-9-13 16,4-4 36-1,4-4 21-15,4-16-21 0,0-6-12 16,-2-6-4-16,-7 1 10 16,-3 0 6-16,-10 5 0 15,-4 3 10-15,-4 6-4 16,-5 6-5-16,-2 4 21 16,-1 5-21-16,0 2-1 15,0 0-23-15,0 3-5 16,-1 10 28-16,-5 6 16 15,-5 8 3-15,4 4 10 16,1 2-20-16,1-3-9 16,4-6 0-16,1-8 0 15,0-5-13-15,6-3-18 16,10-8-8-16,4 0 26 0,6-5 13 16,6-14 10-16,2-5-9 15,2-7 4-15,-3 0-4 16,-3 3 0-16,-10 5-1 15,-5 7 9-15,-7 8-1 16,-5 5-8-16,-3 3-13 16,0 0-5-16,0 7-20 15,0 9 38-15,0 4 13 16,0 3 21-16,0 5-8 16,-2-1-4-16,-1-4-12 15,0-5 3-15,3-5-4 16,0-6-9-16,0-4-15 15,0-3 1-15,12 0 1 0,6-5 13 16,6-10 19 0,9-6-7-16,6-4-12 0,-1-2-3 15,1 3-1-15,-4 6 4 16,-7 6 0-16,-4 8 0 16,-8 4-6-16,-7 0-1 15,-4 4-26-15,-5 9-12 16,0 5 45-16,-2 5 31 15,-10 5 0-15,-6 2-9 16,1-1-6-16,0-3-1 16,4-5 1-16,5-7-15 15,4-7-1-15,4-4 0 0,0-3-19 16,0 0-55 0,10-35-83-16,6 0 16 0,-2-4-616 15</inkml:trace>
  <inkml:trace contextRef="#ctx0" brushRef="#br0" timeOffset="128425.65">21700 8538 1192 0,'0'0'274'0,"0"0"-253"0,0 0-5 16,0 0 4-16,94 27-7 15,-65-4-4-15,-3 3-8 16,-3 7 24-16,-7 2-18 16,-9 5 3-16,-7 1 14 15,-7 3 32-15,-23-1-18 16,-15 0-13-16,-9-3-13 16,-38 6-12-16,11-14-169 15,6-8-646-15</inkml:trace>
  <inkml:trace contextRef="#ctx0" brushRef="#br0" timeOffset="129970.28">23225 9241 546 0,'0'0'191'0,"0"0"-117"16,0 0-30-16,0 0 62 15,0 0 157-15,0 0-114 0,0 0-47 16,7-73 16-1,-11 56-50-15,-7 1-7 16,-5 3-4-16,-2 5 5 16,-5 2-8-16,-2 6 2 0,0 0-20 15,-1 0-6-15,-2 14-13 16,1 6-5-16,0 6-2 16,4 3-4-1,2 5 2-15,7 0-8 0,5-2 0 16,4 1 2-16,5-6-2 15,0-5-12-15,7-5 1 16,8-5-9-16,5-10 20 16,6-2 3-16,5-10 17 15,5-16-18-15,3-8-2 16,0-6-35-16,-2-2-15 16,-3-1 27-16,-6 0 22 15,-2-2-12-15,-7 0 13 0,-2-1 10 16,-7 6-10-16,-2 3 7 15,-5 7 0-15,0 5-5 16,-3 8 8-16,0 5 2 16,0 7 13-16,0 3 10 15,0 2-9-15,0 0-2 16,0 0-5-16,0 0-18 16,-2 0-1-16,-1 5-12 15,-1 9 12-15,-5 9 15 16,-5 10 13-16,1 11 1 15,-2 8 4-15,-2 5-10 16,7 1 7-16,1-4-30 0,8-1 1 16,1-7-1-1,0-9-1-15,13-7-21 0,2-11 8 16,4-7-6-16,2-8-2 16,3-4 22-16,5-7 0 15,2-14-15-15,0-9-15 16,1-5 1-16,-3-5 17 15,-5 1 11-15,-3-1 1 16,-6 5 0-16,-3 8 0 16,-8 9 9-16,-2 9 1 15,-2 7-9-15,0 2-1 16,0 0-47-16,0 4 4 16,0 13 42-16,0 5 1 15,0 10 19-15,0 2-12 16,0 4-4-16,0-2 3 0,0-2-6 15,10-4 0-15,3-7-1 16,3-3-10-16,1-7 3 16,-1-6-12-16,0-5 20 15,-4-2 17-15,-2-6-3 16,-1-13-1-16,-6-6-13 16,-3-7-8-16,0-7-14 15,-9-1-2-15,-7-3-7 16,-6 3 16-16,-1 0-2 15,2 5 17-15,0 5 0 16,5 7 1-16,1 6 24 16,7 6-7-16,5 4-5 15,2 3-7-15,1 1 1 0,0 2-7 16,0-2 0 0,9 0-17-16,7 0 16 0,2 1 0 15,3 0-5-15,0 2 5 16,-1 0-1-16,-1 3 1 15,-4 7-10-15,0 1 0 16,-3 0-43-16,5 2-51 16,-4-5-111-16,-3-4-529 15</inkml:trace>
  <inkml:trace contextRef="#ctx0" brushRef="#br0" timeOffset="130267.02">23848 8792 362 0,'0'0'541'0,"0"0"-345"16,0 0-28-16,0 0-75 16,0 0-50-16,0 0-17 15,0 0-24-15,48-36 25 16,-23 36 0-16,7 8-20 16,0 3-6-16,1 2-1 15,0 1-3-15,6 5-18 16,-6-7-211-16,-9-2-525 0</inkml:trace>
  <inkml:trace contextRef="#ctx0" brushRef="#br0" timeOffset="130461.82">23038 8960 1177 0,'0'0'190'16,"0"0"-171"-16,0 0-19 16,0 0-77-16,0 0 77 15,0 0 7-15,0 0 67 0,63 9-43 16,-30-4-11-1,7 3-2-15,8 0-18 16,29 2 0-16,-11-2-13 16,-5 1-610-16</inkml:trace>
  <inkml:trace contextRef="#ctx0" brushRef="#br0" timeOffset="131869.75">24217 9096 844 0,'0'0'139'0,"0"0"-64"15,0 0-46 1,0 0 13-16,0 0 23 0,0 0 3 15,0 0-61 1,28-7 5-16,-28 22 87 0,0 8 37 16,-1 7-37-16,-10 5-9 15,-2 6-34-15,-4 0 1 16,1-1-9-16,1-3-11 16,4-9-11-16,3-5-11 15,3-10-6-15,5-8 0 16,0-3-9-16,0-2-2 15,2-2-20-15,12-12 22 16,6-9 40-16,7-7-27 16,6-10-11-16,0-2 5 15,-1-2-7-15,-2 6-8 16,-4 8 2-16,-6 9 5 16,-8 8 0-16,-4 7-10 0,-4 6 2 15,-4 0 0 1,0 0-29-16,0 13-3 0,0 4 41 15,0 8 12-15,0 4 2 16,-6 3 13-16,-1 4 0 16,-4-3-2-16,1 0-14 15,4-6 0-15,2-6-3 16,2-7-8-16,2-5 0 16,0-7-22-16,8-2-14 15,9 0 36-15,7-15-3 16,9-8 3-16,6-6-62 15,4-8 2-15,5-2 32 16,1-3 21-16,-4 3 7 16,-5 5 8-16,-10 9-7 15,-9 9-1-15,-12 9 1 0,-6 6 0 16,-3 1-1-16,0 0-31 16,0 10 31-16,-3 9 77 15,-5 7-6-15,-1 6-18 16,-2 3-18-16,-2 5-6 15,3-2-3-15,-2-1-14 16,5-5-3-16,2-5 0 16,4-6-8-16,1-6-1 15,0-8 0-15,0-5-12 16,1-2-1-16,8 0 13 16,9-11 16-16,5-10 9 15,8-8-20-15,4-7-5 16,3-5-16-16,-2-2 5 15,-3-2-5-15,-4 3 1 16,-2 4 8-16,-6 7 7 0,-6 10 0 16,-6 8 1-16,-3 6 7 15,-5 6-8-15,-1 1-1 16,0 0-8-16,0 0-23 16,0 1-13-16,0 11 36 15,-5 6 9-15,-1 7 32 16,0 6 3-16,-2 5-10 15,-1 0-15-15,3 0 5 16,3-3-6-16,3-6-9 16,0-6 0-16,0-6 0 0,6-7-19 15,4-4-3-15,1-4 22 16,5 0 7-16,2-11 18 16,6-9-18-16,4-6-7 15,1-6-2-15,1-3-7 16,-2-1 9-16,-5 2-1 15,-3 4-10-15,-8 7 11 16,-3 10 1-16,-7 8 3 16,-2 3-4-16,0 2-25 15,0 0-20-15,0 5 27 16,-6 10 18-16,-3 8 33 16,0 5-7-16,0 7-4 15,-4 3-7-15,4 2-3 0,1-2 2 16,3-3-12-16,5-3-2 15,0-6 0-15,2-6-7 16,10-7-8-16,7-8-27 16,4-5-39-16,5-7 20 15,14-32-132-15,-6 0-63 16,-8-1-385-16</inkml:trace>
  <inkml:trace contextRef="#ctx0" brushRef="#br0" timeOffset="132127.41">25498 8801 1315 0,'0'0'190'0,"0"0"-157"0,0 0-33 16,0 0 0-16,0 0 16 15,0 0 6-15,-34 74-4 16,25-46-11-16,-1 0 3 15,2 1-3-15,1 0-7 16,1 0-28-16,1 11-100 16,4-8-224-16,1-4-229 0</inkml:trace>
  <inkml:trace contextRef="#ctx0" brushRef="#br0" timeOffset="132417.78">25524 9200 205 0,'0'0'248'0,"0"0"-76"15,0 0-86-15,0 0-12 16,0 0 88-16,0 0 81 16,39-83-52-16,-39 66-78 15,0 3 23-15,0 3-17 16,-7 5 42-16,0 3-92 16,-3 3-35-16,-1 0 26 15,-5 9-47-15,-2 6-13 16,0 6 7-16,1 2-6 15,3 2 8-15,3 1-9 16,2 0 6-16,3 4 1 16,5 0-7-16,1-2-1 15,0 0 1-15,7-4-16 16,8-4 10-16,7-6-11 16,7-10-72-16,23-5 51 0,-3-15-199 15,-5-6-374-15</inkml:trace>
  <inkml:trace contextRef="#ctx0" brushRef="#br0" timeOffset="132651.49">26083 8596 1506 0,'0'0'150'0,"0"0"-132"0,0 0-18 16,-58 75 0-16,36-38 1 16,-1 4 30-16,2 2-3 15,2 3-4-15,2 1-18 16,3 1-6-16,-3 13-3 16,2-12-189-16,3-10-572 0</inkml:trace>
  <inkml:trace contextRef="#ctx0" brushRef="#br0" timeOffset="132913.98">26138 9472 1785 0,'0'0'140'16,"0"0"-140"-16,0 0-215 16,0 0-16-16,0 0 10 15,0 0-516-15</inkml:trace>
  <inkml:trace contextRef="#ctx0" brushRef="#br0" timeOffset="156186.73">14507 4405 687 0,'0'0'128'16,"0"0"-90"-16,0 0 1 15,0 0-13-15,0 0 75 16,0 0 3-16,30-42 3 15,-27 38-21-15,0 1-37 16,-3 2-20-16,0 1 0 16,0 0-11-16,0 0-16 15,0 0-2-15,0 4 1 16,-6 7 0-16,-5 8 26 16,-5 9-13-16,-9 8 5 0,-5 8-13 15,-10 9 10 1,-15 17 1-16,-16 21-17 0,-14 25 0 15,2 8 11-15,7-7-11 16,13-14 2-16,21-29-1 16,12-19-1-16,11-16 1 15,8-5-1-15,0 2-5 16,3 0 5-16,4 5 0 16,4-6 0-16,0-4-24 15,12-1 17-15,7-3 7 16,9-2 0-16,8-2 3 15,12-2-3-15,20 0-2 16,25-1 2-16,37 0 6 16,14-5 10-16,7-5-10 15,4-4-6-15,-3-4 0 0,7-2 5 16,5 0-5-16,2 0 0 16,-1 0 1-16,4 0-1 15,-2 0 13-15,-6 0-13 16,-6 0-1-16,-9-2-1 15,-10 0-8-15,-11 1 10 16,-10 1-6-16,-10 0 6 16,-22 0 10-16,-17 0-10 15,-17 0-5-15,-7 0 4 16,4 0-40-16,2 0-74 16,-1-3-126-16,-9-2 23 15,-7-2-4-15,-4-8 56 16,-9 4-69-16,-5 0 17 0</inkml:trace>
  <inkml:trace contextRef="#ctx0" brushRef="#br0" timeOffset="157110.46">14537 4158 745 0,'0'0'230'0,"0"0"-154"15,0 0-60-15,0 0-16 16,0 0-26-16,0 0 10 16,0 0 16-16,9 0 28 15,9 0 15-15,7 6 56 16,13 0-20-16,21 1 14 16,34-3-36-16,35 3-17 15,20-2 18-15,7 2-18 16,0 2-10-16,-7-1-17 15,8 1 0-15,6-1-1 16,5 1-12-16,1 0 3 16,0-4 2-16,-2-1-4 15,-6-1-1-15,-5 0 1 16,-9-2 8-16,-10 1-9 0,-10-1 0 16,-13 1-7-1,-12-2 6-15,-22 0-9 0,-21 0 4 16,-20 0-7-16,-7 0 3 15,-1 0-6-15,1 0-10 16,-1 0 7-16,-10 0 18 16,-5 2-7-16,-6 3-1 15,-5-3-14-15,-2 2 15 16,-2-1 7-16,0 1-30 16,0 2-7-16,0 1 24 15,0 6 14-15,0 6 8 16,-5 6 11-16,-1 9-17 15,-1 7 21-15,-5 8-23 0,-2 9-6 16,-10 15-5-16,-10 19 11 16,-14 23 15-16,-9 9 13 15,-2-5 4-15,-4-6-12 16,5-11-19-16,-3-2 8 16,3-1 4-16,4-4-12 15,12-18 2-15,11-16-1 16,9-16-4-16,3-3-12 15,-10 26-39-15,0-7-171 16,3-8-658-16</inkml:trace>
  <inkml:trace contextRef="#ctx0" brushRef="#br0" timeOffset="170607.39">13890 11524 674 0,'0'0'143'0,"0"0"-77"16,0 0 2-16,0 0 16 16,0 0 16-16,0 0-16 15,-7 0-9-15,7 0 0 16,0 0-24-16,0 0 6 16,0 0-8-16,0 0 2 15,0-1-6-15,0-1-29 16,2 1-16-16,7-2 2 15,7-1 28-15,4-2 7 16,11-2-27-16,1-1 2 16,2-1-12-16,0 3 11 15,-3 1-10-15,-2 1-1 16,-5 4 0-16,-2 1-7 0,-3 0-2 16,-4 0-1-16,-1 4-14 15,-7 3 7-15,-1 1 11 16,-3 4-20-16,-3 2 1 15,0 3 25-15,-3 6 32 16,-13 3-10-16,-5 4 0 16,-6 4-2-16,-3-1 5 15,-4 2-3-15,-1-4 3 16,3-3-3-16,0-1-6 16,4-3-3-16,6-5-6 15,4-1 0-15,7-2-7 16,5 0 0-16,6-2-7 0,0 1 7 15,0 1-20-15,9 1 7 16,8-3 7-16,1 0 7 16,3-2-1-16,2-6 0 15,3-1-8-15,-1-5 8 16,7 0 12-16,-1-2-12 16,4-9-15-16,10-12-118 15,-9 3-120-15,-7 1-353 0</inkml:trace>
  <inkml:trace contextRef="#ctx0" brushRef="#br0" timeOffset="170835.18">13781 11757 1179 0,'0'0'191'16,"0"0"-129"-16,0 0-36 15,0 0 15-15,0 0-39 16,0 0 57-16,0 0-24 16,64-6-23-16,-32 5 2 15,4 1-14-15,5 0 2 16,5 0 5-16,3 0-7 15,3 0-13-15,22-2-93 16,-15 1-299-16,-8-3-387 0</inkml:trace>
  <inkml:trace contextRef="#ctx0" brushRef="#br0" timeOffset="171494.21">14680 11753 1187 0,'0'0'174'0,"0"0"-74"15,0 0-36-15,0 0-51 16,0 0 26-16,0 0-21 16,0 0-18-16,23-6 61 15,2 6-20-15,6 0-12 16,7 0-4-16,6 0-18 16,7 0 0-16,0 0 3 15,4 0-10-15,0 0-14 0,-5 0-31 16,2 6-75-16,-12-1-201 15,-13 0-518-15</inkml:trace>
  <inkml:trace contextRef="#ctx0" brushRef="#br0" timeOffset="171712.77">14737 11957 1362 0,'0'0'225'0,"0"0"-212"15,0 0-3-15,0 0-20 16,0 0 20-16,0 0 24 16,94-10-24-16,-61 9-10 15,4 0 19-15,8 1-19 16,9 0 0-16,1 0-1 15,26 0-11-15,-13 0-64 16,-9 0-236-16</inkml:trace>
  <inkml:trace contextRef="#ctx0" brushRef="#br0" timeOffset="173440.95">16233 11380 314 0,'0'0'153'15,"0"0"-96"-15,0 0-44 16,0 0-3-16,0 0 22 16,0 0 46-16,0-2 9 15,0 2-51-15,0 0 0 16,-1 1 94-16,-5 6 20 15,-3 0-21-15,-3 0-39 0,1 0-23 16,-2-1-5 0,1-2-32-16,2-3 17 0,-2-1-11 15,3 0-18-15,3 0-5 16,3-5-12-16,1-5 18 16,2-4-1-16,0-2-18 15,14-1 1-15,7 0 10 16,4 0-11-16,5 3-1 15,0 4-12-15,-2 5 13 16,-2 2 0-16,-4 3-4 16,-3 0-9-16,-7 4 4 15,-3 9-11-15,-4 4 12 0,-5 4 8 16,0 5 0 0,-14 4 31-16,-11 4 8 0,-6 2 6 15,-5-3 1-15,0-1-13 16,1-6-6-1,7-6-4-15,4-4-4 0,9-6 3 16,5-6-22-16,7-3 0 16,3-1 0-16,0 0-20 15,9 0-15-15,10-7 35 16,7-3 1-16,3 0 5 16,4 2-6-16,-1 2-5 15,-6 6 5-15,-2 0 0 16,-4 6-1-16,-4 8-12 15,-7 7-18-15,-6 5 31 16,-3 4-32-16,-1 5 32 0,-16 0 54 16,-8-1-13-16,-4-3-5 15,-3-5-6-15,0-3 8 16,1-3 13-16,3-6-22 16,4-3-12-16,6-4 5 15,9-4-22-15,8-3-8 16,1 0-82-16,22-19-141 15,6-7-267-15,2-5-359 0</inkml:trace>
  <inkml:trace contextRef="#ctx0" brushRef="#br0" timeOffset="173741.65">16520 11536 535 0,'0'0'94'0,"0"0"-39"15,0 0-42-15,0 0-13 16,0 0-45-16,0 0-211 0</inkml:trace>
  <inkml:trace contextRef="#ctx0" brushRef="#br0" timeOffset="174325.44">16751 11443 1249 0,'0'0'182'0,"0"0"-116"16,0 0 15-16,0 0 17 0,0 0-52 16,0 0 46-1,0 0-49-15,-37-79-42 0,40 70 59 16,4 3-60-16,2 3-14 15,6 3 13-15,2 0-6 16,2 5 7-16,2 10-7 16,-6 8-15-16,-6 6 7 15,-8 8-10-15,-1 7 15 16,-12 7 10-16,-11 4 17 16,-7-2-3-16,-2-2 3 15,3-9-15-15,3-8 14 16,7-9-10-16,5-9 4 15,8-6-9-15,6-6-1 16,0-4-32-16,5 0 9 16,17-4 23-16,8-15-8 15,13-13 8-15,3-9-22 16,5-11-24-16,-5-4 2 0,-3-4 44 16,-10 5 3-16,-8 7 11 15,-9 12 4-15,-9 12 11 16,-5 9 85-16,-2 9-33 15,0 4-40-15,0 2 3 16,-6 0-2-16,-3 6-36 16,-3 11-6-16,0 7-3 15,1 6 3-15,3 4 4 16,2 5-4-16,3 0 0 16,3 0-1-16,0-2-4 15,0-1 4-15,10-4-12 16,8-2 4-16,6-6-3 15,5-6-46-15,33-3-38 0,-10-8-148 16,0-5-303-16</inkml:trace>
  <inkml:trace contextRef="#ctx0" brushRef="#br0" timeOffset="174611.35">17518 11632 1545 0,'0'0'190'16,"0"0"-190"-16,0 0 2 15,0 0-2-15,0 0 44 16,92 0-31-16,-56 0-12 15,2 0 19-15,3 0-20 16,0 0 0-16,0-3-10 16,-2-3 3-16,9-2-66 15,-12-1-157-15,-8-1-588 0</inkml:trace>
  <inkml:trace contextRef="#ctx0" brushRef="#br0" timeOffset="174913.09">17759 11361 1423 0,'0'0'191'15,"0"0"-145"-15,0 0-46 16,0 0-19-16,0 0 13 16,0 0 6-16,0 0 25 15,-7 39 14-15,4-6-11 16,-3 6-6-16,0 6 20 15,0 3-26-15,-2 0 5 16,1-1-20-16,3-5 12 16,1-4-2-16,3-4-11 15,0-7-15-15,0-6 5 0,7-6-60 16,20-9-79 0,-1-5-149-16,-1-1-443 0</inkml:trace>
  <inkml:trace contextRef="#ctx0" brushRef="#br0" timeOffset="175677.78">18126 11427 1147 0,'0'0'167'0,"0"0"-92"15,0 0-12-15,0 0-10 0,0 0-28 16,0 0-23-1,83-44 12-15,-62 44-12 0,1 0-2 16,-4 7-9 0,-2 7 8-16,-4 3-23 0,-4 5 9 15,-7 0 9-15,-1 5 6 16,-6 2 47-16,-12 3 4 16,-7 1 33-16,-3 0 14 15,-1-1-34-15,4-4 8 16,5-2-31-16,4-5-4 15,7-3-15-15,4-1-16 16,5-3-5-16,0-1 1 16,2-1 8-16,12-2-18 15,8-3 8-15,6-5 0 16,10-2 42-16,7 0-42 16,8-8-24-16,5-11-128 15,3-6-121-15,-2-6 71 0,6-21-351 16,-14 7 63-16,-15 2 227 15</inkml:trace>
  <inkml:trace contextRef="#ctx0" brushRef="#br0" timeOffset="176221.45">18710 11424 201 0,'0'0'300'0,"0"0"-16"15,0 0 38-15,0 0-81 16,0 0-64-16,0 0-32 16,0 0-21-16,4-48-48 15,-4 48-15-15,0 0-34 16,0 0-25-16,-3 10 10 15,-5 8-5-15,-4 9 14 16,-3 9 19-16,0 3-24 16,3 2-5-16,1 0-10 15,7-1 5-15,2-6 1 0,2-2-7 16,0-7 0-16,3-5-8 16,12-6 8-16,2-7-21 15,7-6 14-15,2-1 7 16,6-4 0-16,2-14-15 15,2-7-71-15,-2-10-39 16,-1-4 32-16,-1-3 53 16,-6-3-34-16,-3 2 39 15,-5 5 35-15,-5 10 0 16,-6 8 29-16,-2 10 63 16,-5 6-6-16,0 2-20 0,0 2-32 15,0 0-1-15,0 0-9 16,-2 5-23-16,-5 12-1 15,-5 11 31-15,-4 10 0 16,-4 10-12-16,1 7 8 16,-4 3-9-16,0 1 3 15,-4-1-5-15,0 1 0 16,-3-2 9-16,3-5-24 16,3-5 0-16,8-10 1 15,7-5-2-15,4-10-2 16,5-5-38-16,0-4-30 15,3-6-47-15,7-3-123 16,1-4-288-16</inkml:trace>
  <inkml:trace contextRef="#ctx0" brushRef="#br0" timeOffset="176763.88">19446 11609 1028 0,'0'0'204'0,"0"0"-119"0,0 0 2 16,0 0 37-16,0 0 37 16,0 0 7-16,0 0-40 15,4 0-86-15,6 0 5 16,10 0-23-16,5-3-4 16,8 2 1-16,7-2-21 15,2 3 6-15,-1 0-3 16,-2 0-3-16,-3 0-9 15,-3 0-19-15,3 8-85 16,-8 1-146-16,-5-2-522 0</inkml:trace>
  <inkml:trace contextRef="#ctx0" brushRef="#br0" timeOffset="177142.79">20103 11613 1528 0,'0'0'150'0,"0"0"-150"15,0 0-100-15,0 0 68 16,0 0 32-16,0 0 0 16,88-69 14-16,-65 46-14 15,4 1-4-15,-2-5-3 16,-3 0 7-16,-2 0 23 15,-4 3-10-15,-4 3 35 16,-3 7 35-16,-6 6-1 16,-1 3 19-16,-2 5-54 0,0 0-47 15,0 0 0 1,0 0-23-16,0 8 5 0,-7 11 18 16,-4 11 10-16,-1 8 21 15,-6 10-7-15,-2 6-5 16,-3 2 23-16,-1 3-27 15,-1 1 3-15,-1-3-18 16,0-2 0-16,-12 13-43 16,8-14-152-16,2-12-859 0</inkml:trace>
  <inkml:trace contextRef="#ctx0" brushRef="#br0" timeOffset="196245.93">14166 13029 339 0,'0'0'135'16,"0"0"-65"-16,0 0-55 16,0 0 16-16,0 0 58 15,0 0-37-15,0 0-13 16,0 0-30-16,0 3 40 16,0-1 42-16,-5 3-29 15,-1 0-29-15,-4 1-2 16,1-2-13-16,1-1 39 15,-2-2-28-15,2-1 40 0,1 0 1 16,1 0-17 0,1 0 0-16,0-4-3 0,3-3 6 15,1-1 0-15,1-4-50 16,0 1-6-16,0-2 67 16,8 0-55-16,4 1-11 15,2 0-2-15,4 1-7 16,2 3 8-16,2-1 0 15,0 4 11-15,-1 3-11 16,-5 2-1-16,-3 0-29 16,-3 5 3-16,-6 9-3 15,-4 5 16-15,0 6 14 16,-12 8 35-16,-7 1 3 16,-3 1-19-16,-1-1 1 15,1-6 21-15,-1-2-26 0,7-6 8 16,1-6 3-1,4-6 9-15,7-4-10 0,2-4-10 16,2 0-15-16,0 0-2 16,0 0-34-16,11-2 16 15,4-7 20-15,3 1 12 16,2-2-5-16,0 3-7 16,-2 2 1-16,-4 4-8 15,-4 1 7-15,-4 0-6 16,-3 11-32-16,-3 5 37 15,0 6 1-15,-3 5 33 16,-13 3 0-16,-3 2 10 16,-3-1-21-16,-2-1 5 15,2-5-18-15,-2-4 15 16,-1-1-6-16,1-4-10 0,3-2-7 16,1-3 15-16,3-3-16 15,6-2-3-15,3-3-31 16,4-3-7-16,4 0-41 15,0-20-157-15,6-3-116 16,9-3-327-16</inkml:trace>
  <inkml:trace contextRef="#ctx0" brushRef="#br0" timeOffset="196990.13">14579 13072 492 0,'0'0'247'0,"0"0"20"15,0 0-43-15,0 0-96 0,0 0-45 16,0 0 65-16,0 0-43 16,6-25-73-16,4 17-26 15,4-1-5-15,2 2 0 16,2 0 0-16,0 4-1 15,0 2 7-15,-3 1-7 16,-2 0-10-16,-4 7-25 16,-3 8 35-16,-4 6 22 15,-2 6 23-15,0 9 20 16,-16 3-1-16,-6 5-32 16,-2 1 3-16,-1-3-7 15,4-2-10-15,2-6-7 16,3-9-10-16,8-5-1 15,3-9 0-15,5-7-12 16,0-4-12-16,8 0-20 0,11-13 28 16,9-10 9-16,5-13 7 15,3-7-56-15,0-9 30 16,-3 1 20-16,-6 0 6 16,-5 6 9-16,-5 8 3 15,-6 12 12-15,-5 9 6 16,-4 9 15-16,-2 6 5 15,0 1-31-15,0 0-19 16,0 0 0-16,0 0 0 16,0 8 0-16,-3 6 16 15,-2 7 14-15,1 6 8 16,-3 3-19-16,2 1 11 0,2 1 1 16,3-1-18-16,0 0 3 15,0-3-7-15,9-2-9 16,6-5 0-16,4-3-10 15,5-2-24-15,8-6-4 16,6-6-58-16,6-4-15 16,23-8-32-16,-11-12-147 15,-7-1-614-15</inkml:trace>
  <inkml:trace contextRef="#ctx0" brushRef="#br0" timeOffset="197450.2">15413 13174 1302 0,'0'0'196'0,"0"0"-115"16,0 0-81-16,0 0 3 15,0 0-18-15,0 0 30 16,0 0 49-16,55 0 21 15,-16-2-40-15,4 1-9 16,5-2-24-16,3 0 9 16,-4 0-4-16,-2-1-17 15,-3 0 1-15,-4 1-4 16,-5 0 3-16,-4 2-16 16,-10 1-87-16,-2 0-69 15,-13-3-148-15,-4 2-271 16,0-3-1-16</inkml:trace>
  <inkml:trace contextRef="#ctx0" brushRef="#br0" timeOffset="197767.2">15647 12961 1175 0,'0'0'190'16,"0"0"-116"-16,0 0-42 15,0 0-6-15,0 0 15 16,0 0 29-16,0 0-21 16,0-2-30-16,0 14 21 15,0 3 41-15,0 6-32 16,0 5-8-16,0 3-21 16,0 5 1-16,0 4-7 0,-4 2-14 15,2 0 2-15,0-4 5 16,2-3-7-16,0-5-51 15,0-7-55-15,17-7-63 16,1-6-104-16,-3-8-539 0</inkml:trace>
  <inkml:trace contextRef="#ctx0" brushRef="#br0" timeOffset="199012.82">16238 12965 1031 0,'0'0'180'0,"0"0"-118"15,0 0 39-15,0 0-8 0,0 0-51 16,0 0 12-16,0 0-39 16,12-32 60-16,7 22-43 15,7 0-31-15,0 0 0 16,3 4 0-16,-4 2-1 16,-4 2 1-16,0 2-1 15,-6 0-9-15,-5 3-13 16,-5 7 6-16,-5 6 15 15,0 4 1-15,-9 5 49 16,-11 6 36-16,-5 3-24 16,-2 1-17-16,2 0 15 15,-1-1-27-15,6-3-4 16,4-1-21-16,5-3 8 16,8-5-13-16,3-2-2 15,0-3-9-15,9-4 9 0,9-4-26 16,5-4 10-1,6-5-46-15,5 0 61 0,6-8-47 16,8-12-136-16,-2-7-13 16,2-5-213-16,-8-4 104 15,-4-3 39-15,-6-4 12 16,-8 1 167-16,-5-2 88 16,-5 6 154-16,-6 4 160 15,-5 9 10-15,-1 9 30 16,0 6-114-16,0 6-76 15,0 3-58-15,0 1-36 16,0 0-58-16,0 0-12 16,-3 0 0-16,-3 12 19 0,-1 10 8 15,-5 5 6 1,3 5 9-16,0 3-4 0,0 1-32 16,3-1 1-16,3-1 15 15,2-3-22-15,1-3 0 16,0-4-4-16,3-3 4 15,7-4-1-15,6-6-6 16,4-2-14-16,-1-8 9 16,7-1 12-16,0 0 6 15,6-17-6-15,1-5 0 16,-2-6-1-16,-1-7-25 16,-5 2 10-16,-4-3 16 15,-5 4-12-15,-5 5 11 16,-5 7 2-16,-2 8 0 15,-2 6 20-15,-2 3-21 16,0 3 0-16,0 0 1 16,0 0-1-16,0 0 0 0,0 0 0 15,0 6 0-15,-6 7 13 16,-2 8 6-16,-2 5 10 16,-5 8 7-16,-1 7-30 15,-4 4 11-15,-1 5-5 16,-4 6-2-16,-4 3 8 15,-2 4-17-15,-2 0 9 16,2-1 5-16,4-4-15 16,6-7-12-16,8-9-26 15,3-8-7-15,7-8-5 0,3-10-84 16,1-9-72 0,14-7-75-16,0 0-718 0</inkml:trace>
  <inkml:trace contextRef="#ctx0" brushRef="#br0" timeOffset="199479.46">17226 13113 1217 0,'0'0'258'16,"0"0"-129"-16,0 0-69 15,0 0-37-15,0 0 21 0,0 0 6 16,0 0-43 0,30 3 33-16,-5 1-17 0,5 1-8 15,7-2-5-15,3-2-10 16,0-1 0-16,1 0-6 15,0 0 6-15,-2-3-29 16,-1-3-78-16,-1 1-43 16,3 0-65-16,-10 3-174 15,-9 2-226-15</inkml:trace>
  <inkml:trace contextRef="#ctx0" brushRef="#br0" timeOffset="199926.75">17997 13113 1001 0,'0'0'364'15,"0"0"-224"-15,0 0-65 16,0 0-8-16,0 0 8 16,0 0 13-16,0 0-27 15,30-51-36-15,-14 32-24 16,2-2 22-16,6-5-23 15,3-2-1-15,1 0-9 16,-1-2 8-16,-3 4-4 16,-6 6 6-16,-7 5 0 15,-4 8 29-15,-6 4 4 16,-1 3 19-16,0 0-15 16,0 0-4-16,0 0-18 15,0 0 10-15,-1 6-25 0,-7 10 25 16,-4 7-15-16,-1 6 3 15,-4 5-2-15,-1 1-3 16,1 2-6-16,0-1-2 16,1-1 0-16,2 1 1 15,1-4-1-15,4-1-14 16,3-2-54-16,4-1-118 16,2-7-107-16,0-7-322 0</inkml:trace>
  <inkml:trace contextRef="#ctx0" brushRef="#br0" timeOffset="200400.26">18782 13017 1292 0,'0'0'217'15,"0"0"-170"-15,0 0-47 16,0 0 31-16,0 0 40 0,0 0-1 15,0 0-33-15,101 5-18 16,-60-1-2-16,3-1-17 16,-2 0 0-1,-1 1 0-15,-3-1-6 0,-4-1-11 16,-5 3-74-16,-4-3-128 16,-8 1-334-16,-10-1-209 0</inkml:trace>
  <inkml:trace contextRef="#ctx0" brushRef="#br0" timeOffset="200677.76">18844 13178 1405 0,'0'0'205'0,"0"0"-205"15,0 0 17-15,0 0-17 16,0 0 64-16,0 0-30 15,0 0-15-15,108 17 0 16,-71-13-18-16,3 2-1 16,5-2 7-16,6 1-5 15,2-3-2-15,4 1-17 16,18-3-146-16,-14 0-462 16,-11 0-60-16</inkml:trace>
  <inkml:trace contextRef="#ctx0" brushRef="#br0" timeOffset="201044.5">19781 12918 747 0,'0'0'221'16,"0"0"-62"-16,0 0 4 16,0 0-100-16,0 0 8 15,0 0-2-15,0 0-28 16,-40-11-26-16,28 24-2 15,0 4 10-15,2 3 3 16,0 1-7-16,2 0 48 16,3 3-36-16,4 0-4 15,1 1-12-15,0 1 3 16,0-1 3-16,7 0-21 16,2 2 0-16,-1 0 12 15,-2 1-6-15,-2 0-5 0,-2 2-1 16,-2 0 9-1,0-2-4-15,0-2-5 0,-2-4 0 16,-2-4 3-16,-2-5-3 16,-1-5-6-16,-1-3 6 15,-3-4 19-15,-2-1-6 16,-5 0-12-16,0 0 0 16,5-13-2-16,2-5-21 15,11-26-135-15,0 5-397 16,3-3-218-16</inkml:trace>
  <inkml:trace contextRef="#ctx0" brushRef="#br0" timeOffset="201266.58">19798 12879 1255 0,'0'0'242'16,"0"0"-139"-16,0 0-47 15,0 0 5-15,0 0 43 16,0 0-24-16,0 0-50 15,53-4-19-15,-26 4 16 16,12 0-21-16,6 3-5 16,5 1-1-16,10 0-11 15,37-3-70-15,-14 1-193 16,-6-2-547-16</inkml:trace>
  <inkml:trace contextRef="#ctx0" brushRef="#br0" timeOffset="210375.24">19699 13580 224 0,'0'0'381'0,"0"0"-231"16,0 0-82-16,0 0 20 16,0 0 66-16,0 0-2 15,-16 0-52-15,16 0-10 16,0 0-30-16,0 0-2 0,0 0-9 15,-2 0-12 1,2 0-4-16,0 0-7 0,0 0 2 16,0 0-5-1,0-1-23-15,0-1-31 0,3 1 31 16,10-2 5-16,7 1 33 16,7-4-28-16,7-1 3 15,5-2-13-15,6 1 0 16,-2-1-21-16,18-1-106 15,-12 3-245-15,-8 0-586 0</inkml:trace>
  <inkml:trace contextRef="#ctx0" brushRef="#br0" timeOffset="-211949.71">8560 12886 512 0,'0'0'117'0,"0"0"-88"15,0 0-27-15,0 0 39 16,0 0 67-16,0 0 58 16,0 0 1-16,0 0-47 15,0 0-46-15,0 0-21 16,0 0-19-16,0 0 6 16,0 0-28-16,0 0-12 0,0 0-29 15,2 0-142-15,4 4-185 16,-3 0-158-16</inkml:trace>
  <inkml:trace contextRef="#ctx0" brushRef="#br0" timeOffset="-200568.36">21264 8547 126 0,'0'0'166'0,"0"0"-70"0,0 0-50 16,0 0-1-16,0 0-12 15,0 0 9 1,0-17-12-16,0 14 8 0,0 2-2 16,0-1 32-16,0 2-23 15,0-1 2-15,0-1-3 16,0 2 44-16,0-1-32 15,0 1-20-15,0 0-35 16,0 0-1-16,0 0-22 16,0 0 2-16,0 0-5 15,4 0 25-15,1 0 2 16,1 0 7-16,2 0-18 16,2 0 19-16,5 0-10 15,4 0 26-15,7 0-24 16,8 0-2-16,3 0-9 15,5 0-44-15,4 0 18 16,1-2-14-16,0 0 39 0,0 0 5 16,-3-1-12-16,0 0 27 15,-2 2-10-15,-1 0 0 16,3-2 0-16,5 0 8 16,6 0-8-16,7-1-8 15,18 0-68-15,17-2 75 16,-9 1-37-16,-8 1-52 15,-14-1 90-15,-14 4 10 16,5 0-9-16,4-1-1 16,-4 2-67-16,-2 0 44 15,-2 0-33-15,1 0-68 16,2 6 94-16,5 1 18 16,3 0-129-16,4 0 103 0,4-2 14 15,1 1 8 1,33 1-20-16,-21-1 36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19:30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12481 8492 1137 0,'0'0'235'16,"0"0"-167"-16,0 0-5 16,0 0 11-16,0 0 20 15,0 0 20-15,6-3-52 16,0-5-2-16,0-4-15 16,3-8-16-16,7-5-5 15,4-7-4-15,8-7-10 0,7-4-3 16,3-4-7-16,7-1 0 15,6 0 7-15,5 5-7 16,4 1 0-16,4 9 0 16,-3 7 0-16,-2 8 0 15,-3 7-2-15,1 3 2 16,-2 4 0-16,2 3-4 16,1-1 3-16,-4 2 0 15,0 0-28-15,-7 0-11 16,-5 0-13-16,-6 0 6 15,-8 2-24-15,-4 1-5 16,-9 1-3-16,-2 0 9 16,-4 0-26-16,-1-1-21 0,2 0-85 15,-4-2-110 1,0-1-187-16</inkml:trace>
  <inkml:trace contextRef="#ctx0" brushRef="#br0" timeOffset="1277.76">13697 7792 431 0,'0'0'195'0,"0"0"-113"16,0 0-21-16,0 0 37 15,0 0 6-15,0 0-32 16,0 0 14-16,-36-9-7 16,32 9-17-16,-1 0-9 15,2 0-6-15,-1 0-12 16,-1 0-14-16,2 0-1 16,2 0 13-16,1 0-7 15,0 0 12-15,0 0-10 16,0 0-3-16,0 0-21 15,0 2 6-15,1 6 6 16,7 6 25-16,4 3-19 16,6 2-3-16,4 1-8 15,3-1-5-15,5-2-1 16,1 1-5-16,4 0-7 0,-2-1 6 16,-4-2 1-1,-3 0 0-15,-10 1-7 0,-3-3 0 16,-8-2 1-16,-5 2-26 15,0-1 32-15,-18 4 0 16,-8 2 22-16,-10 2-8 16,-8 1-14-16,-3 0-11 15,3-1-49-15,3-3-35 16,8 0-131-16,9-4-182 16,14-6-256-16</inkml:trace>
  <inkml:trace contextRef="#ctx0" brushRef="#br0" timeOffset="3611.16">14536 7864 77 0,'0'0'831'15,"0"0"-698"-15,0 0-80 0,0 0-30 16,0 0 41-16,0 0 3 15,0 0-18-15,-2 1-23 16,2-1-16-16,0 0-8 16,0 0 19-16,0 0 4 15,0 0 26-15,0 0 10 16,0 0-7-16,0 0-6 16,-3 0-21-16,3 0-8 15,0-1 7-15,-2 0-14 16,2 1 1-16,0 0-12 15,0 0 8-15,0 0 4 16,0 0-12-16,0 0 0 16,0 0 15-16,0-2-3 15,0 2 19-15,0 0-5 0,0-1 6 16,0 1 2-16,0-2-21 16,0 2 3-16,0-1 4 15,2 0-11-15,10-1-1 16,4-1-8-16,4 3-1 15,4 0 7-15,1 0-7 16,-1 0-1-16,1 0 0 16,-4 3 1-16,-3 1 1 15,0 1-1-15,-6-3 0 16,-5 1-1-16,-2-1-1 16,-5-1-14-16,0 3 3 15,0 3 13-15,-8 7 25 16,-11 7 16-16,-9 8-15 15,-5 4 2-15,0 4-17 16,2-2 3-16,2-1-5 0,8-1-8 16,4-4 6-1,4-3-7-15,6-3-10 0,4-4 9 16,3-1-11-16,0-2 6 16,7-2-4-16,7-2 1 15,5-2 9-15,2-6-6 16,8-4-30-16,4 0-12 15,5-7-45-15,12-22-64 16,-9 4-108-16,-10 1-530 0</inkml:trace>
  <inkml:trace contextRef="#ctx0" brushRef="#br0" timeOffset="3851.61">14528 7953 1272 0,'0'0'219'15,"0"0"-174"-15,0 0-45 16,0 0 0-16,0 0 25 16,0 0 37-16,0 0-17 15,17 4-24-15,2 3-15 16,8 0 13-16,4 0-18 15,6-1-1-15,4-2 0 16,6-3-17-16,5-1-26 16,1 0-91-16,20-1-173 15,-18-5-512-15,-6-1 578 0</inkml:trace>
  <inkml:trace contextRef="#ctx0" brushRef="#br0" timeOffset="4078.31">15159 7892 1393 0,'0'0'192'0,"0"0"-176"15,0 0-16-15,0 0-79 16,0 0 79-16,0 0 19 0,0 0 10 16,38-6-5-1,-15 6-16-15,7 0 7 16,3 0-10-16,3 0-5 0,2 0-1 15,-2 0 1-15,-3 3-32 16,-1 1-63-16,-9 0-177 16,-9 1-399-16</inkml:trace>
  <inkml:trace contextRef="#ctx0" brushRef="#br0" timeOffset="4319.67">15171 8012 1159 0,'0'0'130'0,"0"0"-130"0,0 0-100 15,0 0 100-15,0 0 57 16,0 0 43-16,0 0-42 16,79 37-34-16,-52-33 16 15,4 0-27-15,2-1-5 16,3 0-8-16,3-3-12 15,-2 0-40-15,17 0-146 16,-11 0-192-16,-6-7-334 0</inkml:trace>
  <inkml:trace contextRef="#ctx0" brushRef="#br0" timeOffset="4825.91">15775 7964 1167 0,'0'0'19'0,"0"0"13"16,0 0-32-16,0 0 13 16,0 0 29-16,0 0 49 15,98 3-27-15,-76-13-7 16,3-1-43-16,0-5-14 16,1-2-7-16,-5-2-8 15,-2-2 8-15,-7-1-45 16,-2-1 39-16,-7 1 13 15,-3 4 16-15,0 2 13 16,0 4 55-16,-3 4 3 16,-5 4 8-16,3 3-4 15,-1 2-11-15,1 0-15 0,1 0-38 16,-1 0-15-16,-3 5 0 16,-1 7-11-16,-2 8 7 15,-4 5-7-15,2 7-1 16,-2 4 20-16,3 5-14 15,-1 3 4-15,2 4 8 16,-1 3-12-16,-1 4 4 16,-1 2 0-16,-2 2-1 15,1-2 1-15,0-2-10 16,3-6 0-16,5-6-1 16,0-8-16-16,3-5-20 15,4-8-86-15,0-2-66 16,0-5-28-16,0-5-414 0,-3-6-156 15</inkml:trace>
  <inkml:trace contextRef="#ctx0" brushRef="#br0" timeOffset="5039.28">15668 8303 1331 0,'0'0'238'0,"0"0"-165"15,0 0-30-15,0 0-9 0,0 0 20 16,69-74-13 0,-35 53-12-16,3-1-11 0,8-1-18 15,0-2-29 1,2-1-53-16,1-1-24 16,1 0-53-16,6-6-177 0,-11 7-359 15,-10 5 371-15</inkml:trace>
  <inkml:trace contextRef="#ctx0" brushRef="#br0" timeOffset="5361.44">16312 7872 910 0,'0'0'266'15,"0"0"-101"-15,0 0 17 0,0 0-26 16,0 0-51-16,0 0-32 15,0 0-16-15,-64 7-39 16,45 9-8 0,-2 2 21-16,1 5-12 0,1 2-5 15,2 5-6-15,3 2-2 16,3 5-6-16,4 0-1 16,4 1 1-16,3-5 0 15,0-1 0-15,12-6-1 16,4-5-7-16,7-3-30 15,2-8-45-15,6-8-56 16,17-2-51-16,-5-14-154 16,-5-3-549-16</inkml:trace>
  <inkml:trace contextRef="#ctx0" brushRef="#br0" timeOffset="5949.06">16442 7956 1197 0,'0'0'220'0,"0"0"-128"16,0 0-14-16,0 0-47 16,0 0-15-16,0 0 0 15,0 0 6-15,17-17 1 16,1 17-16-16,-1 0-7 16,0 6 12-16,-1 3-5 15,-4 5 5-15,-3 2-2 16,-3 2 33-16,-6 3 25 15,0 3-12-15,-6 4-6 16,-10 4-2-16,-7 0-22 16,1 0-10-16,1 0-15 0,2-6 5 15,4-5-5-15,3-4 0 16,6-5 0-16,4-5-2 16,2-4-35-16,0-3-57 15,9 0 10-15,12-2 15 16,6-15 6-16,4-7-13 15,2-7-19-15,0-4 73 16,-3 1 21-16,-6 2 22 16,-6 5 16-16,-5 7 16 15,-5 7 10-15,-5 6 35 16,-2 6 15-16,-1 1-20 16,0 0-41-16,0 0-24 0,0 0-10 15,0 0-3 1,0 0-2-16,-3 5-13 0,-3 8-1 15,-3 4 7-15,0 3-6 16,2 1 7-16,2 0-8 16,2-1 6-16,3-2-6 15,0-2-1-15,0 0-9 16,0-4 10-16,9-2-23 16,2-2-12-16,3-4-57 15,2-1-62-15,10-3-10 16,-2-1-115-16,-3-9-657 0</inkml:trace>
  <inkml:trace contextRef="#ctx0" brushRef="#br0" timeOffset="6191.71">16915 8082 1151 0,'0'0'278'15,"0"0"-187"-15,0 0-64 16,0 0-26-16,0 0 21 15,0 0 32-15,0 0 4 16,2 40 8-16,-7-15-12 16,-1 4-2-16,-1 2-21 15,-2 0-12-15,3-2-4 16,1-3-9-16,2-4-6 16,3-5 0-16,0-4-9 0,0-5-64 15,9-5-148 1,8-3 60-16,2 0-83 0,21-28-158 15,-5 3-105-15,-2-5 269 16</inkml:trace>
  <inkml:trace contextRef="#ctx0" brushRef="#br0" timeOffset="6774.39">17187 8056 623 0,'0'0'403'0,"0"0"-85"16,0 0-62-16,0 0-83 15,0 0-64-15,0 0-43 0,0 0-25 16,1-20-27-1,-10 34 1-15,-2 6-14 16,-3 4 13-16,0 6 5 16,1 0-13-16,4 3 8 15,1 0 8-15,4-4-14 0,3-2-5 16,1-6-3-16,0-3-8 16,4-5-4-16,7-5-1 15,4-5 2-15,2-3-15 16,4-4 13-16,0-14 7 15,5-9-26-15,0-7 14 16,3-5 17-16,-3-4-9 16,1-2 10-16,-4 4 1 15,-2 4 0-15,-4 9 26 16,-6 8 7-16,-6 11 28 16,-2 3-1-16,-3 4-17 15,0 2-13-15,0 0-6 16,0 0 0-16,0 0-10 15,0 12-14-15,0 8 0 0,-6 9 17 16,-5 8-12-16,-2 8 4 16,-4 6 0-16,-4 4-2 15,-2 4 8-15,-6 2-8 16,-2-1-6-16,0 0 9 16,1-5-11-16,4-4 0 15,1-6-1-15,6-7-6 16,3-6-6-16,6-7-24 15,4-8-26-15,5-8-6 16,1-3-53-16,0-5-76 16,6-1-78-16,7-12-209 0,1-5-333 15</inkml:trace>
  <inkml:trace contextRef="#ctx0" brushRef="#br0" timeOffset="7105.13">17707 7761 1243 0,'0'0'201'16,"0"0"-102"-16,0 0-45 15,0 0-15-15,0 0-1 16,0 0-13-16,0 0 25 16,35 29-28-16,-28-2 1 15,-4 10 6-15,-3 9 15 16,-1 8-23-16,-16 8 14 15,-8 2-16-15,-6-1-3 16,-7 0-16-16,-6-6 1 16,-1-5 1-16,-4-5-2 15,-26 4-167-15,14-15-116 0,1-7-873 16</inkml:trace>
  <inkml:trace contextRef="#ctx0" brushRef="#br0" timeOffset="71509.81">6986 12475 217 0,'0'0'170'16,"0"0"-82"-16,0 0 39 16,0 0 21-16,0 0-28 15,0 0-20-15,6 0-49 16,-4-1-18-16,-2-3-23 0,1-1 0 16,-1 2 9-16,2-1-19 15,-2 1 0-15,0 1 8 16,0-1-6-16,0 0 3 15,0 0-5-15,0 2 0 16,0-2 0-16,-3 2 0 16,-2 1 17-16,2 0 34 15,-1-2 44-15,-1 2-47 16,0 0-35-16,0 0 2 16,-1 0-1-16,3 0-14 15,0 0-1-15,0 0 1 16,0 3-7-16,1 3 7 15,2 2-10-15,0 0-13 16,0 2-18-16,2 0-8 0,4-1 4 16,3 0-6-16,4-4 24 15,-1-1 4-15,-1-2-38 16,-1-2-63-16,1 0 115 16,-4 0 9-16,-1-2 10 15,0-3 13-15,-3-4-14 16,-3 1 5-16,0-2-1 15,0 0 29-15,0 1 44 16,-10 1-18-16,1-1 20 16,-2 4-11-16,-2-1 0 15,5 2-34-15,-1 1-21 16,1 2 0-16,2 1-22 16,-2 0-2-16,2 0-4 0,1 0 5 15,1 0 1 1,-2 1-1-16,5 1-1 0,-1-1 2 15,2-1 0-15,0 0-4 16,0 0-8-16,0 0-5 16,0 2-18-16,5-1 0 15,3 0-26-15,0 1-8 16,6-2-26-16,6 0-64 16,-2 0-80-16,-4-3-507 0</inkml:trace>
  <inkml:trace contextRef="#ctx0" brushRef="#br0" timeOffset="96567.21">6977 12425 48 0,'0'0'37'16,"0"0"2"-16,0 0-20 15,0 0-5-15,0 0-12 16,0 0-2-16,3 0-1 16,-1 0 0-16,-2 0 1 0,0 0 0 15,1 0 11-15,-1 0 20 16,0 0 27-16,0 0 21 15,0 0-9 1,0 0-17-16,0 0-33 0,0 0-10 16,0 0-9-16,0 0 8 15,0 0-2-15,0 0 29 16,0 0 29-16,0 0 36 16,0 0 25-16,0 0-48 15,-3 0-29-15,-2 0-9 16,0 0-14-16,-1 0 2 15,-3 0-22-15,-4 0 1 16,-2 7-7-16,-6 4-7 0,-4 4-9 16,-1 5 15-1,-4 3-9-15,0-1-80 0,-1 3 56 16,1 0-46-16,0-1 23 16,2 0-40-16,4-5 46 15,0 1-51-15,5-3-25 16,-2-3 20-16,5-1 52 15,1-2-4-15,0-3-9 16,7 0-34-16</inkml:trace>
  <inkml:trace contextRef="#ctx0" brushRef="#br0" timeOffset="98097.61">7028 12468 55 0,'0'0'62'0,"0"0"33"0,0 0-11 16,0 0-25-16,0 0-4 16,0 0-25-16,0 0 3 15,13 0-14-15,-5 0-12 16,1-1 8-16,3-2-2 15,1 0-13-15,1-1 9 16,4-2-2-16,-1 2 10 16,0-2 4-16,5 1 2 15,-5-1 4-15,5 1-12 16,-1-1-15-16,-3 2 2 16,1 0-1-16,-1-1 1 15,0 1 1-15,-2 1-3 16,-2 0-12-16,1 0 12 15,-5 1 11-15,-1-1-11 0,-4 1 0 16,2 2-1-16,-4 0 0 16,-1 0-17-16,-1 0-3 15,-1 0-16-15,0 0-25 16,0 0-2-16,2 0-19 16,1 0 38-16,1 2 28 15,1-1-38-15,-2 1 16 16,0-1-98-16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23:04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14239 4834 643 0,'0'0'125'0,"0"0"-81"15,0 0 32-15,0 0 30 16,0 0 9-16,0 0-22 16,-3 0-21-16,3 0-24 15,0 0-15-15,0 0-18 16,0 0-9-16,0 0 18 15,0 0-23-15,0 0 11 16,0 0-12-16,0 0-10 0,0 0-1 16,7 0 11-16,11 9 42 15,7 1 13-15,10 2 38 16,8 1-39-16,9-2-6 16,8-2-6-16,3-2-11 15,2-5-14-15,4 0-11 16,-2-2 7-16,-2 0-13 15,-3 0-13-15,9 0-79 16,-14 0-87-16,-14 0-482 0</inkml:trace>
  <inkml:trace contextRef="#ctx0" brushRef="#br0" timeOffset="9184.33">6846 4940 136 0,'0'0'192'0,"0"0"-78"0,0 0-51 16,0 0 11-16,0 0 30 15,0 0-26-15,-1 0-32 16,-1 0 0-16,2 0-7 16,0 0 13-16,0 0 27 15,0 0-28-15,-1-1 11 16,1 1-17-16,0 0-6 16,0 0-1-16,0 0 2 15,0 0-6-15,0 0 12 16,0 0 5-16,0 0 13 15,-2 0-26-15,2 0 2 0,0 0-16 16,0 0-8 0,0-2-16-16,0 2-1 0,0 0-13 15,0-1-2 1,3-1-2-16,9 2 18 0,0 0 19 16,7 0-18-16,2 0 20 15,5 0-20-15,2 0-1 16,5 0 9-16,3 6-9 15,5-2 0-15,4 2-1 16,3 1-5-16,0-3-43 16,2 1-98-16,22-1-75 15,-12-3-116-15,-8-1-214 0</inkml:trace>
  <inkml:trace contextRef="#ctx0" brushRef="#br0" timeOffset="15591.03">15227 3632 222 0,'0'0'129'0,"0"0"-69"16,0 0 66-16,0 0 17 16,0 0-6-16,0 0 32 15,0-4-46-15,0 1-7 0,0 2-19 16,0-2-15-1,0 0 0-15,0 1 3 0,0 1-37 16,0 0-7-16,0 1-9 16,0-2-7-16,0 2-2 15,0 0-1-15,0 0-13 16,0 0 3-16,1 0-12 16,3 0-1-16,2 0 1 15,3 0 3-15,6 0 12 16,3 0-6-16,7 0-2 15,5 0 28-15,5 0-29 16,3 0-5-16,5 0 8 16,5 0-9-16,8-1 6 15,2-2-6-15,3-3-7 16,0 2 6-16,-1-2-73 16,14 1-72-16,-15 2-177 15,-10-1-255-15</inkml:trace>
  <inkml:trace contextRef="#ctx0" brushRef="#br0" timeOffset="19180.52">22317 6468 538 0,'0'0'149'16,"0"0"-101"-16,0 0 18 0,0 0 61 16,0 0 13-16,0 0-28 15,-7 0-63-15,7 0-26 16,0 0-22-16,0 0-1 15,0 0 0-15,0 0-18 16,0 0 8-16,0 0 9 16,0 0-14-16,0 0 15 15,0 0 0-15,0 0 0 16,0 0 27-16,0 3-18 16,0 0 20-16,0 0-10 15,0 1-5-15,0 1-5 16,4 2 7-16,1 2 11 15,-1 0 1-15,2 2-28 16,2 0 7-16,2 1 6 16,2 0-12-16,2 2 13 0,4-1-13 15,2 1 0 1,9 0 14-16,5-1-8 0,10 1 32 16,8-1-1-16,7 1 3 15,5-2-15-15,1 0-26 16,0-1-4-16,-2-1 3 15,-3-3 1-15,-7 0-1 16,-2-3-1-16,-2-2 2 16,2-2 0-16,1 0-1 15,7 0-56-15,2-6 47 16,4-4-21-16,2-2 11 16,-3-3-37-16,-1 0-73 15,-6-2 24-15,-6-1-166 16,-4-1 217-16,-5 2 2 0,-6 2 53 15,-3-1 0-15,-3 4-64 16,-6 0 64-16,-4 3 0 16,-3-1-24-16,-4 1 23 15,-1-2-24-15,-3 2-109 16,-3 2-137-16</inkml:trace>
  <inkml:trace contextRef="#ctx0" brushRef="#br0" timeOffset="33272.96">7679 8679 1107 0,'0'0'107'0,"0"0"-83"15,0 0-6-15,0 0-16 16,0 0 14-16,0 0 19 15,0-4-28-15,0 4-7 16,0 0-28-16,0 0-51 16,7 0-20-16,0 6-100 15,1 2-190-15</inkml:trace>
  <inkml:trace contextRef="#ctx0" brushRef="#br0" timeOffset="62046.69">18400 9145 426 0,'0'0'100'15,"0"0"-77"-15,0 0-22 16,0 0-1-16,0 0-12 16,0 0 12-16,2 0-25 15,-2 0-14-15,2 0-33 16,-2 0 0-16,0 2-22 16,0-1-51-16</inkml:trace>
  <inkml:trace contextRef="#ctx0" brushRef="#br0" timeOffset="62729.45">18195 9128 544 0,'0'0'96'15,"0"0"-55"-15,0 0 9 16,0 0 60-16,0 0 42 16,0 0-8-16,0 0-47 15,-14-4-36-15,14 4 0 16,0-2 3-16,0 2-8 15,0-1-11-15,0-1-5 16,0 1-40-16,8 0 23 16,4-1-4-16,9-2-17 0,6 0 11 15,6 0-6-15,6 0 2 16,2-1 0-16,5 1-9 16,4 2 0-16,5-3 1 15,3 4-1-15,2-1 0 16,0 2-70-16,13 0-173 15,-17 2-343-15,-10 4 213 0</inkml:trace>
  <inkml:trace contextRef="#ctx0" brushRef="#br0" timeOffset="63511.58">18189 10472 1237 0,'0'0'139'0,"0"0"-81"16,0 0-58-16,0 0-19 15,0 0 19-15,0 0 29 16,0 0 13-16,90-7-10 15,-50 5-23-15,5 1-6 16,4 1-3-16,23 0-24 16,-13 7-121-16,-6 0-503 0</inkml:trace>
  <inkml:trace contextRef="#ctx0" brushRef="#br0" timeOffset="64357.68">18055 13209 1463 0,'0'0'210'16,"0"0"-153"-16,0 0-40 16,0 0-8-16,0 0 0 15,0 0 14-15,0 0-23 16,33 5-23-16,22-1 7 15,48-1-72-15,-6-2-65 16,0-1-541-16</inkml:trace>
  <inkml:trace contextRef="#ctx0" brushRef="#br0" timeOffset="82750.09">5749 11590 149 0,'0'0'117'0,"0"0"-65"16,0 0 36-16,0 0 67 0,0 0-38 16,0 0-36-1,-14-19-13-15,11 16 11 0,1 2-37 16,1-2-19-16,1 1-1 16,-2 1-10-16,1 1 8 15,-1 0-20-15,1 0 0 16,-4 0-6-16,2 0 6 15,3 0 0-15,-4 0-7 16,1 0 5-16,0 0-6 16,0 0 9-16,0 0-2 15,0 3 0-15,0 0 1 16,-3 1 0-16,-1 0 0 16,-1 1 1-16,-1 1-1 15,1 0 0-15,0 1 2 16,-1-1-1-16,-2 1 0 15,5 0 11-15,-3 0-12 0,2 0 0 16,1 2 16-16,-2-3-15 16,1 3-1-16,1-2 3 15,0 0 6-15,3 1 2 16,-2 1-11-16,2-1 1 16,-2 1 9-16,2 0-9 15,1-1 0-15,1-1 9 16,1-1-9-16,0 1 5 15,0-2 4-15,0 1 14 16,0 1 1-16,0 0-8 16,4 1 6-16,3-1-4 0,1 2 3 15,1 0 1-15,2-1-14 16,0-1-9-16,1 1 13 16,3-2-12-16,0 1 15 15,3-3-16-15,0 2 16 16,3-2-14-16,-2-1 18 15,2-2-19-15,-3-1 20 16,3 0-21-16,-6 0 1 16,1 0 20-16,-1-4 8 15,1-5-1-15,-2-2-11 16,5-1-4-16,-5-2 3 16,-1 0-10-16,-2-2 6 15,-4 0-12-15,-2 0 19 16,-5-3-2-16,0-2 17 0,0-2 12 15,0-1-12-15,-6 2-4 16,-3 2-8-16,1 0-21 16,-2 5 13-16,-1 1-12 15,2 3-2-15,-1 2 0 16,-2 4 11-16,3 0-11 16,-4 5-1-16,-1 0-27 15,-4 2-55-15,0 13-22 16,-10 14-43-16,6 0-120 15,-1-3-246-15</inkml:trace>
  <inkml:trace contextRef="#ctx0" brushRef="#br0" timeOffset="86936.42">8250 11817 88 0,'0'0'280'0,"0"0"-84"16,0 0-23-16,0 0-27 16,0 0 5-16,0 0-59 15,0-5-18-15,0 5-9 16,0 0-11-16,0 0-14 16,0 0-19-16,0 0-21 15,0 0 12-15,0 0-12 16,0 0 10-16,0 0 2 15,0 0 4-15,0 0 30 16,0 0-38-16,0 0-8 16,0 0-10-16,0 0-10 15,0 5 2-15,0 1 10 16,0 3 8-16,-3-1 0 16,1 2-22-16,1 1-5 15,-2 2-40-15,-1 2-3 0,1 0-90 16,-2 7-86-1,2-2-25-15,0-4-34 0</inkml:trace>
  <inkml:trace contextRef="#ctx0" brushRef="#br0" timeOffset="87147.99">8232 12114 342 0,'0'0'170'16,"0"0"-57"-16,0 0-68 15,0 0-8-15,0 0 4 16,0 0-24-16,0 0-14 15,0 17-3-15,0-13 0 16,0 2-1-16,0 0-5 16,0 1-101-16,0 1-30 15,0-2-42-15,0-1 12 0</inkml:trace>
  <inkml:trace contextRef="#ctx0" brushRef="#br0" timeOffset="87382.36">8241 12246 48 0,'0'0'94'0,"0"0"-58"16,0 0-23-16,0 0 0 15,0 0-13-15,0 0 1 16,0 0 4-16,-6 39-5 15,6-29-1-15,0-3-55 16,0 0-97-16</inkml:trace>
  <inkml:trace contextRef="#ctx0" brushRef="#br0" timeOffset="87661.66">8250 12477 51 0,'0'0'86'16,"0"0"-53"-16,0 0-11 16,0 0 8-16,0 0-9 15,0 0-4-15,0 0-6 16,-3 35-10-16,3-28-1 15,0-1-39-15,0-1-136 0</inkml:trace>
  <inkml:trace contextRef="#ctx0" brushRef="#br0" timeOffset="87858.76">8275 12596 97 0,'0'0'68'16,"0"0"-19"-16,0 0 40 15,0 0 9-15,0 0-8 16,0 0-1-16,0 0-15 16,0 47-24-16,0-37-30 15,-1 1-14-15,1-1 2 16,-2 0-8-16,2 0-1 0,0 0-11 16,0 1-132-16,0-3-62 15,0 0 15-15</inkml:trace>
  <inkml:trace contextRef="#ctx0" brushRef="#br0" timeOffset="87932.06">8280 12763 3 0,'0'0'55'0,"0"0"-22"16,0 0 5-16,0 0-24 15,0 0-14-15,0 0-1 16,0 0-18-16,-6 69-45 0</inkml:trace>
  <inkml:trace contextRef="#ctx0" brushRef="#br0" timeOffset="88349.78">8204 13248 88 0,'0'0'84'16,"0"0"-64"-16,0 0-8 16,0 0-2-16,0 0-3 15,0 0-7-15,0 0-1 16,-5 74-11-16,5-66-86 0</inkml:trace>
  <inkml:trace contextRef="#ctx0" brushRef="#br0" timeOffset="88578.18">8225 13401 413 0,'0'0'169'0,"0"0"-169"0,0 0-3 16,0 0-3-16,0 0 5 16,0 0 1-16,0 0-3 15,0 52 3-15,0-43 0 16,0-1-13-16,0 5 0 16,3-3-49-16,0-2-185 0</inkml:trace>
  <inkml:trace contextRef="#ctx0" brushRef="#br0" timeOffset="88840.82">8339 13600 333 0,'0'0'73'15,"0"0"-52"-15,0 0-14 16,0 0-2-16,0 0-5 15,0 0 0-15,-7 76 8 16,3-63-8-16,2-1 0 16,2 0 6-16,-1-4-5 15,-1 2-2-15,1-1 1 0,-1-1-18 16,1 1-3 0,-1 0-28-16,-2 3 18 0,1-4-26 15,1 1-77-15</inkml:trace>
  <inkml:trace contextRef="#ctx0" brushRef="#br0" timeOffset="89219.21">8293 13915 679 0,'0'0'328'0,"0"0"-298"16,0 0-30-16,0 0-9 0,0 0 8 15,0 0 1-15,0 0-11 16,-25 40-2-16,24-31-2 16,1-2-6-16,0 0-59 15,0 0-95-15,0 0-70 16,0-4-95-16</inkml:trace>
  <inkml:trace contextRef="#ctx0" brushRef="#br0" timeOffset="89274.61">8271 14039 347 0,'0'0'153'0,"0"0"-114"15,0 0-18-15,0 0-19 16,0 0-2-16,0 0-6 16,0 0-28-16,0 41-78 15,0-37-53-15</inkml:trace>
  <inkml:trace contextRef="#ctx0" brushRef="#br0" timeOffset="89342.44">8271 14039 175 0,'65'21'0'0</inkml:trace>
  <inkml:trace contextRef="#ctx0" brushRef="#br0" timeOffset="91114.72">8050 14147 188 0,'0'0'197'0,"0"0"-136"0,0 0-29 15,0 0-1-15,0 0-6 16,0 0-18-16,0 0-7 15,4 2-56-15,1 1-25 16,1 0-99-16</inkml:trace>
  <inkml:trace contextRef="#ctx0" brushRef="#br0" timeOffset="137478.21">10421 11228 217 0,'0'0'236'0,"0"0"-115"15,0 0-44-15,0 0-24 0,0 0-24 16,0 0-22 0,0 0-6-16,0 0 9 15,0 0-4-15,0 0 5 0,0 0 15 16,0 0-1 0,0 0-8-16,0 0-16 0,0 0-1 15,0 0-32-15,0 0-55 16,0 1-77-16,0 5 9 15,0-1 53-15,0 3-29 0</inkml:trace>
  <inkml:trace contextRef="#ctx0" brushRef="#br0" timeOffset="140356.82">10428 14016 535 0,'0'0'128'0,"0"0"-32"15,0 0 34 1,0 0-8-16,0 0 45 0,0 0-59 16,0 0-48-1,-18-22-7-15,17 20 16 0,-1 1-5 16,1-2-18-16,-2 2-20 16,0-2 8-16,-2 1 21 15,0 0-36-15,-3 0-9 16,-1 1-1-16,0 1 6 15,-3 0 2-15,3 0-16 16,-4 0 5-16,4 0 7 16,-2 0-12-16,0 5-1 15,-3 1 4-15,5 1-4 16,-1 0 3-16,2 0-3 16,2 2-4-16,2-2-2 15,1 1 6-15,-3 0-1 16,3 2-11-16,3 2 11 0,0-1 1 15,0 1-12 1,0 0 3-16,0-1 8 0,10 0-10 16,1 1 5-16,1-4-35 15,4 1-21-15,2-3 34 16,0-5 24-16,3-1 4 16,2 0 14-16,0 0-14 15,2-9 0-15,1-5 0 16,-3 0 0-16,0-3 5 15,-4 1 5-15,-1-1-10 16,-4-1 20-16,-5 3-20 16,-2 0 36-16,-3-1-24 15,-4 2 7-15,0 3-3 16,0-1-16-16,-1 2-2 0,-8 3 2 16,-1 0-72-16,-2 3-11 15,-3 1-36-15,-6 3-27 16,3 0-139-16,2 0-294 0</inkml:trace>
  <inkml:trace contextRef="#ctx0" brushRef="#br0" timeOffset="142698.45">5757 11024 75 0,'0'0'159'16,"0"0"-78"-16,0 0-24 16,0 0 7-16,0 0 34 15,0 0 32-15,0 0-26 16,0 0-13-16,0 0-6 15,0 0-14-15,0 0 4 16,0 0-26-16,0 0 3 16,-3 0 2-16,3 0-8 15,-2 0-8-15,1 0-19 16,-2 0 20-16,1 0 3 16,-3 0-13-16,0 0-17 0,-1 0-12 15,0 0 1 1,-3 0 10-16,2 0-11 0,1 0 0 15,-2 0 1-15,-1 0-1 16,1 2 0-16,0 4 0 16,-1-2 0-16,4 2 3 15,-2-1-3-15,3 2-6 16,-1 0-4-16,2 3 9 16,-1 3 0-16,-1 0-8 15,2 1 8-15,0 0 1 16,3 1-7-16,0 1 7 15,0 0-10-15,0-2 4 16,0 1 6-16,9 1-13 16,3-3 2-16,1 2 11 15,4-1 13-15,1-1-12 0,0-2 8 16,0-2-9-16,-2-4 0 16,2-2-2-16,-3-3 0 15,-3 0 4-15,0 0 40 16,3-2 2-16,-2-7-5 15,2-4-16-15,-3-1-3 16,0-3-9-16,1 0-11 16,-4 0 19-16,-1-1-12 15,-1-2-7-15,-2-1 9 16,-4-2-2-16,1 1 2 16,-2 0-7-16,0 4 8 15,-2 1 25-15,-7 3-18 16,-1 3-16-16,2 3 5 15,-1 2-6-15,-2 2-23 16,0 2 10-16,-1 2-79 0,-1 0-36 16,-4 2-38-16,7 5-93 15,-1 1-141-15</inkml:trace>
  <inkml:trace contextRef="#ctx0" brushRef="#br0" timeOffset="160438.18">10269 10714 97 0,'0'0'179'0,"0"0"-77"16,0 0-28-16,0 0 43 15,0-4 23 1,0 4-34-16,0 0-32 0,0-2-22 15,0 2 25-15,0 0 8 16,0 0-5-16,0 0 1 16,0 0-10-16,0 0-10 15,0 0-3-15,0 0-32 16,0 0-6-16,0 0 3 16,0-1-14-16,0 1 4 15,0 0 6-15,0 0-6 16,0 0-4-16,0 0-9 15,0 0 0-15,0 0-1 16,0 0-9-16,0 0 9 16,0 0-11-16,0 0-4 15,0 0 9-15,0 0 0 0,0 0 5 16,0 6-7-16,0-2-14 16,0 0-3-16,1 2 20 15,3 0-5-15,-2-1 10 16,1 1 0-16,-2 0 1 15,1 1-1-15,1 1-5 16,2-1 6-16,-4 1-2 16,2 1-2-16,0 1 3 15,0 0-9-15,1 0 9 16,-2 0-21-16,1 0 2 16,0 1 7-16,-2 0 12 15,1-1-18-15,-1 1 18 16,1 0-8-16,-1-1 9 0,1 0-7 15,-1 0 7 1,1 0 0-16,-1 1-1 0,1 0 1 16,1 1 0-16,3 0-6 15,-3-2-17-15,0 2-158 16,1-1-107-16,1-2-73 16,-2-2-27-16</inkml:trace>
  <inkml:trace contextRef="#ctx0" brushRef="#br0" timeOffset="161512.67">10391 11194 152 0,'0'0'138'0,"0"0"-88"16,0 0-49-16,0 0 12 16,0 0 26-16,0 0-4 15,0 0-8-15,15 13 2 16,-12-9-22-16,0 2 0 16,0-2 9-16,0 1-9 15,0 2 11-15,0 0 8 16,4 2-3-16,-2 1-10 15,-1 1-7-15,2 1 4 0,-1 0-3 16,2 2-6-16,-3 2 12 16,1-1-12-16,-2 2-1 15,2 0 7-15,-2 2-7 16,0-3 0-16,-2 3 2 16,1-1-2-16,2 2 0 15,-3-2 0-15,2 2 0 16,-3 0 7-16,2 1-5 15,-2 0-2-15,0-1 1 16,1 0-1-16,1-3 0 16,2-2 0-16,1-1 17 15,1-1 16-15,-3-1-26 0,6 1-7 16,-5 0 6-16,-1-1-6 16,0-1 9-16,0 0-8 15,-3 0-1-15,0 0 11 16,0-1-11-16,0 2 0 15,0-2 1-15,0 0-1 16,0 0 10-16,0-2-9 16,0 0 6-16,2 2 10 15,1-2-16-15,-2 1 1 16,2-1 6-16,1 1-8 16,-2 0 6-16,1-1-6 15,-2 1 0-15,1-1 4 16,-2-2-4-16,3-2-1 15,-3-2 1-15,3 0-10 16,-3-1-41-16,2-1-81 0,-1 0-44 16,1 0-13-16</inkml:trace>
  <inkml:trace contextRef="#ctx0" brushRef="#br0" timeOffset="196509.76">27345 13207 1200 0,'0'0'187'0,"0"0"-178"16,0 0 1-16,0 0-1 16,0 0 69-16,0 0-1 15,-4 0-10-15,4 0-14 16,0 0-1-16,0 0-3 15,0 0-22-15,0 0-18 16,1 0-9-16,7 0 2 16,7 0 14-16,3 0-8 0,10 4 1 15,6 4 2 1,11 1-11-16,4 0 0 0,8 0 13 16,1-1-13-16,3-1 11 15,-1-1-9-15,-2 0 10 16,-1-2 4-16,-5-1-16 15,-1 1 7-15,-2-1-1 16,-3 0-5-16,2 0-2 16,-2 1-3-16,3-3 4 15,1 2 4-15,-3-1-4 16,0-1-22-16,-4 0-1 16,-4-1-28-16,-6 0-11 15,-3 0-5-15,-8 0-23 16,-4 0 4-16,0 0-88 15,-8 0-100-15,-4 0-414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802-5D59-441B-8029-2AD8000C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52D39-09BE-45DB-84C1-C5E92331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5984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DDE7CDAB-0E91-4C84-AADB-424673CA7B4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967619" y="741214"/>
            <a:ext cx="10353524" cy="0"/>
          </a:xfrm>
          <a:prstGeom prst="line">
            <a:avLst/>
          </a:prstGeom>
          <a:noFill/>
          <a:ln w="28575" algn="ctr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207" y="48490"/>
            <a:ext cx="10361587" cy="658086"/>
          </a:xfrm>
        </p:spPr>
        <p:txBody>
          <a:bodyPr>
            <a:normAutofit/>
          </a:bodyPr>
          <a:lstStyle>
            <a:lvl1pPr algn="ctr"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975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44E9C-502E-4516-9ED7-E4DE5B1CF7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17901-D009-4099-8305-D4C2D4D406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374331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BC552-AA08-4D07-AC72-EA59A882D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771711-C574-4351-84B7-D5B3100054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01043-E5AD-4916-B9D8-44FB0583E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1BF85-8A11-45A4-ABE1-2AA11DA02C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75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C9C2B-2920-40E1-820A-BFFEFE4D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76EEF-EADF-4C9F-806D-F1FE8F769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3A70B-75B3-459E-B459-F4B5309D61DB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49057-AC01-49CC-843D-CA99DDA26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6A3E-0B4D-449C-A62B-433F215FC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125B3-1779-4545-8540-59CE99091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8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743B-F931-4EA9-A8EF-0A345B4CC1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GIỚI THIỆU MÔN HỌC</a:t>
            </a:r>
          </a:p>
        </p:txBody>
      </p:sp>
    </p:spTree>
    <p:extLst>
      <p:ext uri="{BB962C8B-B14F-4D97-AF65-F5344CB8AC3E}">
        <p14:creationId xmlns:p14="http://schemas.microsoft.com/office/powerpoint/2010/main" val="218664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CF32-41A7-470F-803A-F0BDCF15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46740-4C80-42FF-BDA7-C05D7482F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326" y="990888"/>
            <a:ext cx="7744692" cy="30785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514350" indent="-5143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kép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84175DC-A4B4-4FC5-97D4-DCBB67EFE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326" y="4353735"/>
            <a:ext cx="7744692" cy="20628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514350" indent="-5143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971550" indent="-5143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Chuỗi số : định nghĩa, sự hội tụ, các tiêu chuẩn khảo sát.</a:t>
            </a:r>
          </a:p>
          <a:p>
            <a:pPr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Chuỗi hàm :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AutoNum type="alphaLcParenR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Chuỗi lũy thừa.</a:t>
            </a:r>
          </a:p>
          <a:p>
            <a:pPr lvl="1" eaLnBrk="1" hangingPunct="1">
              <a:lnSpc>
                <a:spcPct val="150000"/>
              </a:lnSpc>
              <a:buFontTx/>
              <a:buAutoNum type="alphaLcParenR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Chuỗi Taylor.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BE772-4919-4ED8-8FDC-350EF53A348C}"/>
              </a:ext>
            </a:extLst>
          </p:cNvPr>
          <p:cNvSpPr txBox="1"/>
          <p:nvPr/>
        </p:nvSpPr>
        <p:spPr>
          <a:xfrm>
            <a:off x="915206" y="2142837"/>
            <a:ext cx="1031051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93B6D-170B-4356-A067-8FB79BF87D53}"/>
              </a:ext>
            </a:extLst>
          </p:cNvPr>
          <p:cNvSpPr txBox="1"/>
          <p:nvPr/>
        </p:nvSpPr>
        <p:spPr>
          <a:xfrm>
            <a:off x="915207" y="4876800"/>
            <a:ext cx="1031051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016422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EE4C-0582-4670-A37E-D7E99FC5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FC982-F1C9-46EA-9A8A-B813077AA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57207"/>
              </p:ext>
            </p:extLst>
          </p:nvPr>
        </p:nvGraphicFramePr>
        <p:xfrm>
          <a:off x="1528618" y="1129146"/>
          <a:ext cx="9028548" cy="27940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2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GIỮA KỲ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5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 TẬP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5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 TẬP LỚN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5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CUỐI KỲ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5F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6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52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TRẮC NGHIỆM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18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QUIZ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 YÊU CẦU CỦA GV LÝ THUYẾT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TRẮC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NGHIỆM</a:t>
                      </a:r>
                      <a:r>
                        <a:rPr lang="en-US" sz="18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br>
                        <a:rPr lang="en-US" sz="18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TỰ LUẬN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32896FC-D6C7-4B1C-894C-CD85CBAC4A1F}"/>
              </a:ext>
            </a:extLst>
          </p:cNvPr>
          <p:cNvSpPr txBox="1"/>
          <p:nvPr/>
        </p:nvSpPr>
        <p:spPr>
          <a:xfrm>
            <a:off x="1528618" y="4202545"/>
            <a:ext cx="902854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324756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0ADE-9FCF-4246-BE3E-5920ECC49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HÀM NHIỀU BIẾN</a:t>
            </a:r>
          </a:p>
        </p:txBody>
      </p:sp>
    </p:spTree>
    <p:extLst>
      <p:ext uri="{BB962C8B-B14F-4D97-AF65-F5344CB8AC3E}">
        <p14:creationId xmlns:p14="http://schemas.microsoft.com/office/powerpoint/2010/main" val="294363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4">
            <a:extLst>
              <a:ext uri="{FF2B5EF4-FFF2-40B4-BE49-F238E27FC236}">
                <a16:creationId xmlns:a16="http://schemas.microsoft.com/office/drawing/2014/main" id="{834F504C-94C0-4CDA-B74D-290D5F13A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DÃY ĐIỂM TRONG R</a:t>
            </a:r>
            <a:r>
              <a:rPr lang="en-US" altLang="en-US" baseline="-25000"/>
              <a:t>n</a:t>
            </a:r>
            <a:endParaRPr lang="en-US" altLang="en-US"/>
          </a:p>
        </p:txBody>
      </p:sp>
      <p:graphicFrame>
        <p:nvGraphicFramePr>
          <p:cNvPr id="384024" name="Object 24">
            <a:extLst>
              <a:ext uri="{FF2B5EF4-FFF2-40B4-BE49-F238E27FC236}">
                <a16:creationId xmlns:a16="http://schemas.microsoft.com/office/drawing/2014/main" id="{637CEBA9-6CBC-496B-A248-C4E80659B314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05144037"/>
              </p:ext>
            </p:extLst>
          </p:nvPr>
        </p:nvGraphicFramePr>
        <p:xfrm>
          <a:off x="2004186" y="5214854"/>
          <a:ext cx="3504307" cy="734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800" imgH="889000" progId="Equation.DSMT4">
                  <p:embed/>
                </p:oleObj>
              </mc:Choice>
              <mc:Fallback>
                <p:oleObj name="Equation" r:id="rId2" imgW="4241800" imgH="889000" progId="Equation.DSMT4">
                  <p:embed/>
                  <p:pic>
                    <p:nvPicPr>
                      <p:cNvPr id="384024" name="Object 24">
                        <a:extLst>
                          <a:ext uri="{FF2B5EF4-FFF2-40B4-BE49-F238E27FC236}">
                            <a16:creationId xmlns:a16="http://schemas.microsoft.com/office/drawing/2014/main" id="{637CEBA9-6CBC-496B-A248-C4E80659B31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186" y="5214854"/>
                        <a:ext cx="3504307" cy="734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6" name="Object 26">
            <a:extLst>
              <a:ext uri="{FF2B5EF4-FFF2-40B4-BE49-F238E27FC236}">
                <a16:creationId xmlns:a16="http://schemas.microsoft.com/office/drawing/2014/main" id="{3F66F69A-912E-4F1C-B73C-E9BD42996CBF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45240412"/>
              </p:ext>
            </p:extLst>
          </p:nvPr>
        </p:nvGraphicFramePr>
        <p:xfrm>
          <a:off x="5868238" y="5267333"/>
          <a:ext cx="2538688" cy="629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400" imgH="762000" progId="Equation.DSMT4">
                  <p:embed/>
                </p:oleObj>
              </mc:Choice>
              <mc:Fallback>
                <p:oleObj name="Equation" r:id="rId4" imgW="3073400" imgH="762000" progId="Equation.DSMT4">
                  <p:embed/>
                  <p:pic>
                    <p:nvPicPr>
                      <p:cNvPr id="384026" name="Object 26">
                        <a:extLst>
                          <a:ext uri="{FF2B5EF4-FFF2-40B4-BE49-F238E27FC236}">
                            <a16:creationId xmlns:a16="http://schemas.microsoft.com/office/drawing/2014/main" id="{3F66F69A-912E-4F1C-B73C-E9BD42996CB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238" y="5267333"/>
                        <a:ext cx="2538688" cy="629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15" name="Text Box 15">
            <a:extLst>
              <a:ext uri="{FF2B5EF4-FFF2-40B4-BE49-F238E27FC236}">
                <a16:creationId xmlns:a16="http://schemas.microsoft.com/office/drawing/2014/main" id="{80FA1D62-31B4-468A-9CFB-17EBC3FFF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18" y="762000"/>
            <a:ext cx="10205376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Dãy điểm trong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là tập hợp </a:t>
            </a:r>
            <a:r>
              <a:rPr lang="en-US" alt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điểm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được gán chỉ số trong </a:t>
            </a:r>
            <a:r>
              <a:rPr lang="en-US" altLang="en-US" sz="22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một dãy điểm tương ứng với m dãy số thực.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3B2288A1-700E-46C0-8D7B-957B9546A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829314"/>
              </p:ext>
            </p:extLst>
          </p:nvPr>
        </p:nvGraphicFramePr>
        <p:xfrm>
          <a:off x="2004186" y="2267231"/>
          <a:ext cx="3012314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44900" imgH="482600" progId="Equation.DSMT4">
                  <p:embed/>
                </p:oleObj>
              </mc:Choice>
              <mc:Fallback>
                <p:oleObj name="Equation" r:id="rId6" imgW="3644900" imgH="48260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3B2288A1-700E-46C0-8D7B-957B9546A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186" y="2267231"/>
                        <a:ext cx="3012314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8FA96FB8-15F7-45AE-B607-41029BDB9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154258"/>
              </p:ext>
            </p:extLst>
          </p:nvPr>
        </p:nvGraphicFramePr>
        <p:xfrm>
          <a:off x="5750844" y="2224164"/>
          <a:ext cx="2246115" cy="48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17800" imgH="584200" progId="Equation.DSMT4">
                  <p:embed/>
                </p:oleObj>
              </mc:Choice>
              <mc:Fallback>
                <p:oleObj name="Equation" r:id="rId8" imgW="2717800" imgH="58420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8FA96FB8-15F7-45AE-B607-41029BDB9B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844" y="2224164"/>
                        <a:ext cx="2246115" cy="482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1B52330-BC5D-4C22-84D5-BC5CC3992033}"/>
              </a:ext>
            </a:extLst>
          </p:cNvPr>
          <p:cNvGrpSpPr/>
          <p:nvPr/>
        </p:nvGrpSpPr>
        <p:grpSpPr>
          <a:xfrm>
            <a:off x="3301819" y="3031837"/>
            <a:ext cx="3835763" cy="1447800"/>
            <a:chOff x="3301819" y="4038600"/>
            <a:chExt cx="3835763" cy="1447800"/>
          </a:xfrm>
        </p:grpSpPr>
        <p:sp>
          <p:nvSpPr>
            <p:cNvPr id="1032" name="Rectangle 21">
              <a:extLst>
                <a:ext uri="{FF2B5EF4-FFF2-40B4-BE49-F238E27FC236}">
                  <a16:creationId xmlns:a16="http://schemas.microsoft.com/office/drawing/2014/main" id="{CE097516-44F9-4356-A0C0-163567BE2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1819" y="4038600"/>
              <a:ext cx="3835763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5">
              <a:extLst>
                <a:ext uri="{FF2B5EF4-FFF2-40B4-BE49-F238E27FC236}">
                  <a16:creationId xmlns:a16="http://schemas.microsoft.com/office/drawing/2014/main" id="{B3F87820-45AF-4C85-8F73-B40769EC7C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7919369"/>
                </p:ext>
              </p:extLst>
            </p:nvPr>
          </p:nvGraphicFramePr>
          <p:xfrm>
            <a:off x="3578199" y="4218919"/>
            <a:ext cx="3295703" cy="1112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87800" imgH="1346200" progId="Equation.DSMT4">
                    <p:embed/>
                  </p:oleObj>
                </mc:Choice>
                <mc:Fallback>
                  <p:oleObj name="Equation" r:id="rId10" imgW="3987800" imgH="1346200" progId="Equation.DSMT4">
                    <p:embed/>
                    <p:pic>
                      <p:nvPicPr>
                        <p:cNvPr id="15" name="Object 15">
                          <a:extLst>
                            <a:ext uri="{FF2B5EF4-FFF2-40B4-BE49-F238E27FC236}">
                              <a16:creationId xmlns:a16="http://schemas.microsoft.com/office/drawing/2014/main" id="{B3F87820-45AF-4C85-8F73-B40769EC7C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199" y="4218919"/>
                          <a:ext cx="3295703" cy="1112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6">
            <a:extLst>
              <a:ext uri="{FF2B5EF4-FFF2-40B4-BE49-F238E27FC236}">
                <a16:creationId xmlns:a16="http://schemas.microsoft.com/office/drawing/2014/main" id="{DCB3291B-8FFE-45ED-812C-BD4641754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DẠNG TẬP HỢP CƠ BẢN</a:t>
            </a:r>
          </a:p>
        </p:txBody>
      </p:sp>
      <p:sp>
        <p:nvSpPr>
          <p:cNvPr id="354321" name="Text Box 17">
            <a:extLst>
              <a:ext uri="{FF2B5EF4-FFF2-40B4-BE49-F238E27FC236}">
                <a16:creationId xmlns:a16="http://schemas.microsoft.com/office/drawing/2014/main" id="{B8DEDDB3-BBEF-4EDB-A1AF-37A84F444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1044842"/>
            <a:ext cx="5225473" cy="8694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 R</a:t>
            </a:r>
            <a:r>
              <a:rPr lang="en-US" alt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là tập đóng  mọi dãy trong A có giới hạn thì giới hạn cũng nằm trong A.</a:t>
            </a:r>
          </a:p>
        </p:txBody>
      </p:sp>
      <p:sp>
        <p:nvSpPr>
          <p:cNvPr id="354322" name="Text Box 18">
            <a:extLst>
              <a:ext uri="{FF2B5EF4-FFF2-40B4-BE49-F238E27FC236}">
                <a16:creationId xmlns:a16="http://schemas.microsoft.com/office/drawing/2014/main" id="{3A7B57BA-C3B4-4853-A674-AFC4FF9B6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019" y="2271738"/>
            <a:ext cx="481907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lấy tất cả các đường biên có thể có)</a:t>
            </a:r>
          </a:p>
        </p:txBody>
      </p:sp>
      <p:sp>
        <p:nvSpPr>
          <p:cNvPr id="354324" name="Rectangle 20">
            <a:extLst>
              <a:ext uri="{FF2B5EF4-FFF2-40B4-BE49-F238E27FC236}">
                <a16:creationId xmlns:a16="http://schemas.microsoft.com/office/drawing/2014/main" id="{AE354FF4-F9FA-414C-AAD7-EB9CC92B7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207" y="4350524"/>
            <a:ext cx="6159848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 R</a:t>
            </a:r>
            <a:r>
              <a:rPr lang="en-US" alt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là tập mở  phần bù của A trong R</a:t>
            </a:r>
            <a:r>
              <a:rPr lang="en-US" alt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 đóng</a:t>
            </a:r>
          </a:p>
        </p:txBody>
      </p:sp>
      <p:sp>
        <p:nvSpPr>
          <p:cNvPr id="354325" name="Text Box 21">
            <a:extLst>
              <a:ext uri="{FF2B5EF4-FFF2-40B4-BE49-F238E27FC236}">
                <a16:creationId xmlns:a16="http://schemas.microsoft.com/office/drawing/2014/main" id="{261DE231-8C1F-45FE-AF15-5D81CA0EA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49" y="5039431"/>
            <a:ext cx="50850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không lấy bất kỳ phần nào của biên)</a:t>
            </a:r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id="{7788478F-D98B-420A-A295-8AC3F2EB7534}"/>
              </a:ext>
            </a:extLst>
          </p:cNvPr>
          <p:cNvGrpSpPr>
            <a:grpSpLocks/>
          </p:cNvGrpSpPr>
          <p:nvPr/>
        </p:nvGrpSpPr>
        <p:grpSpPr bwMode="auto">
          <a:xfrm>
            <a:off x="6832237" y="839786"/>
            <a:ext cx="2262188" cy="2644775"/>
            <a:chOff x="480" y="2400"/>
            <a:chExt cx="1425" cy="1666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86E27B01-CFA1-4C7F-AB1F-73AFFBCF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400"/>
              <a:ext cx="1344" cy="1296"/>
            </a:xfrm>
            <a:prstGeom prst="ellipse">
              <a:avLst/>
            </a:prstGeom>
            <a:solidFill>
              <a:srgbClr val="FF9966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đóng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0477118C-EC56-4B9E-8466-AF2183251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88"/>
              <a:ext cx="768" cy="72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33FDE2B8-60EF-43E4-999E-592DCA45A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00"/>
              <a:ext cx="91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en-US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đóng</a:t>
              </a:r>
              <a:endPara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F125DB0F-C184-491B-B46B-9998DED0FE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1221683"/>
                </p:ext>
              </p:extLst>
            </p:nvPr>
          </p:nvGraphicFramePr>
          <p:xfrm>
            <a:off x="569" y="3804"/>
            <a:ext cx="1336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90560" imgH="507960" progId="Equation.DSMT4">
                    <p:embed/>
                  </p:oleObj>
                </mc:Choice>
                <mc:Fallback>
                  <p:oleObj name="Equation" r:id="rId2" imgW="2590560" imgH="507960" progId="Equation.DSMT4">
                    <p:embed/>
                    <p:pic>
                      <p:nvPicPr>
                        <p:cNvPr id="11" name="Object 14">
                          <a:extLst>
                            <a:ext uri="{FF2B5EF4-FFF2-40B4-BE49-F238E27FC236}">
                              <a16:creationId xmlns:a16="http://schemas.microsoft.com/office/drawing/2014/main" id="{F125DB0F-C184-491B-B46B-9998DED0FE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" y="3804"/>
                          <a:ext cx="1336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9">
            <a:extLst>
              <a:ext uri="{FF2B5EF4-FFF2-40B4-BE49-F238E27FC236}">
                <a16:creationId xmlns:a16="http://schemas.microsoft.com/office/drawing/2014/main" id="{29F81811-0A60-46C0-84E7-CD01A8CFF6DA}"/>
              </a:ext>
            </a:extLst>
          </p:cNvPr>
          <p:cNvGrpSpPr>
            <a:grpSpLocks/>
          </p:cNvGrpSpPr>
          <p:nvPr/>
        </p:nvGrpSpPr>
        <p:grpSpPr bwMode="auto">
          <a:xfrm>
            <a:off x="7719290" y="3515431"/>
            <a:ext cx="2397125" cy="2949575"/>
            <a:chOff x="3600" y="2208"/>
            <a:chExt cx="1510" cy="1858"/>
          </a:xfrm>
        </p:grpSpPr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3CB4EF4B-13AF-4EA2-9300-7C93EC47C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48"/>
              <a:ext cx="1344" cy="1296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đóng</a:t>
              </a: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EA588255-22A0-4DAB-A6A2-97487E4F0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736"/>
              <a:ext cx="768" cy="720"/>
            </a:xfrm>
            <a:prstGeom prst="ellipse">
              <a:avLst/>
            </a:prstGeom>
            <a:solidFill>
              <a:schemeClr val="bg1"/>
            </a:solidFill>
            <a:ln w="222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60D1A78C-B080-423A-A244-7B3D251EC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3" y="2208"/>
              <a:ext cx="5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en-US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mở</a:t>
              </a:r>
              <a:endPara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D671320A-F705-49FB-B0E4-860679CC90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3649981"/>
                </p:ext>
              </p:extLst>
            </p:nvPr>
          </p:nvGraphicFramePr>
          <p:xfrm>
            <a:off x="3773" y="3804"/>
            <a:ext cx="13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90560" imgH="507960" progId="Equation.DSMT4">
                    <p:embed/>
                  </p:oleObj>
                </mc:Choice>
                <mc:Fallback>
                  <p:oleObj name="Equation" r:id="rId4" imgW="2590560" imgH="50796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D671320A-F705-49FB-B0E4-860679CC90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3" y="3804"/>
                          <a:ext cx="13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96D72A-06B1-4DA2-A6D2-9856F9A60FB4}"/>
              </a:ext>
            </a:extLst>
          </p:cNvPr>
          <p:cNvGrpSpPr/>
          <p:nvPr/>
        </p:nvGrpSpPr>
        <p:grpSpPr>
          <a:xfrm>
            <a:off x="9540794" y="856430"/>
            <a:ext cx="2311789" cy="2357937"/>
            <a:chOff x="8162431" y="2754376"/>
            <a:chExt cx="3076991" cy="3138414"/>
          </a:xfrm>
        </p:grpSpPr>
        <p:sp>
          <p:nvSpPr>
            <p:cNvPr id="18" name="Cloud 17">
              <a:extLst>
                <a:ext uri="{FF2B5EF4-FFF2-40B4-BE49-F238E27FC236}">
                  <a16:creationId xmlns:a16="http://schemas.microsoft.com/office/drawing/2014/main" id="{4B2D320E-C54C-459B-B037-8C9A7CE0C560}"/>
                </a:ext>
              </a:extLst>
            </p:cNvPr>
            <p:cNvSpPr/>
            <p:nvPr/>
          </p:nvSpPr>
          <p:spPr>
            <a:xfrm>
              <a:off x="8162431" y="2754376"/>
              <a:ext cx="3076991" cy="3138414"/>
            </a:xfrm>
            <a:prstGeom prst="cloud">
              <a:avLst/>
            </a:prstGeom>
            <a:pattFill prst="lt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4D64AFD8-F905-42BC-B6A6-7B5E14B37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9772" y="3659256"/>
              <a:ext cx="1219200" cy="1143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F7327DBC-1FE2-4982-9246-A99965C9CE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089925"/>
                </p:ext>
              </p:extLst>
            </p:nvPr>
          </p:nvGraphicFramePr>
          <p:xfrm>
            <a:off x="8685648" y="5034264"/>
            <a:ext cx="18288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28800" imgH="495000" progId="Equation.DSMT4">
                    <p:embed/>
                  </p:oleObj>
                </mc:Choice>
                <mc:Fallback>
                  <p:oleObj name="Equation" r:id="rId6" imgW="1828800" imgH="495000" progId="Equation.DSMT4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F7327DBC-1FE2-4982-9246-A99965C9CE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685648" y="5034264"/>
                          <a:ext cx="18288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21" grpId="0" animBg="1"/>
      <p:bldP spid="354322" grpId="0"/>
      <p:bldP spid="354324" grpId="0" animBg="1"/>
      <p:bldP spid="3543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4" name="Text Box 14">
            <a:extLst>
              <a:ext uri="{FF2B5EF4-FFF2-40B4-BE49-F238E27FC236}">
                <a16:creationId xmlns:a16="http://schemas.microsoft.com/office/drawing/2014/main" id="{7EFFEC47-8DF9-4043-86FF-8A6564716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2574440"/>
            <a:ext cx="69241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bọc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altLang="en-US" sz="2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AAFC8578-3305-4F3B-8A08-AE3A6361975C}"/>
              </a:ext>
            </a:extLst>
          </p:cNvPr>
          <p:cNvGrpSpPr>
            <a:grpSpLocks/>
          </p:cNvGrpSpPr>
          <p:nvPr/>
        </p:nvGrpSpPr>
        <p:grpSpPr bwMode="auto">
          <a:xfrm>
            <a:off x="1692563" y="3530166"/>
            <a:ext cx="3581400" cy="2686050"/>
            <a:chOff x="3312" y="1920"/>
            <a:chExt cx="2256" cy="1692"/>
          </a:xfrm>
        </p:grpSpPr>
        <p:sp>
          <p:nvSpPr>
            <p:cNvPr id="24587" name="Line 19">
              <a:extLst>
                <a:ext uri="{FF2B5EF4-FFF2-40B4-BE49-F238E27FC236}">
                  <a16:creationId xmlns:a16="http://schemas.microsoft.com/office/drawing/2014/main" id="{0BE891F7-6041-4B61-AAA4-7FFB7FD82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072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24588" name="Rectangle 22" descr="Wide upward diagonal">
              <a:extLst>
                <a:ext uri="{FF2B5EF4-FFF2-40B4-BE49-F238E27FC236}">
                  <a16:creationId xmlns:a16="http://schemas.microsoft.com/office/drawing/2014/main" id="{4644EB27-3503-42BD-BA5A-3FD1708A0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84"/>
              <a:ext cx="2208" cy="52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89" name="Line 23">
              <a:extLst>
                <a:ext uri="{FF2B5EF4-FFF2-40B4-BE49-F238E27FC236}">
                  <a16:creationId xmlns:a16="http://schemas.microsoft.com/office/drawing/2014/main" id="{DADB8780-F7AA-4E88-8570-97F629F4EC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92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24590" name="Text Box 24">
              <a:extLst>
                <a:ext uri="{FF2B5EF4-FFF2-40B4-BE49-F238E27FC236}">
                  <a16:creationId xmlns:a16="http://schemas.microsoft.com/office/drawing/2014/main" id="{3ADA2CF5-A4E9-40DD-BF28-7A684EBD6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208"/>
              <a:ext cx="17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= {(</a:t>
              </a:r>
              <a:r>
                <a:rPr lang="en-US" altLang="en-US" sz="2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)/ </a:t>
              </a:r>
              <a:r>
                <a:rPr lang="en-US" alt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 0}</a:t>
              </a:r>
            </a:p>
          </p:txBody>
        </p:sp>
        <p:sp>
          <p:nvSpPr>
            <p:cNvPr id="24591" name="Text Box 26">
              <a:extLst>
                <a:ext uri="{FF2B5EF4-FFF2-40B4-BE49-F238E27FC236}">
                  <a16:creationId xmlns:a16="http://schemas.microsoft.com/office/drawing/2014/main" id="{E5F75E98-3125-4719-95CF-9F462C6E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544"/>
              <a:ext cx="14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chặn</a:t>
              </a:r>
              <a:endPara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583" name="Group 33">
            <a:extLst>
              <a:ext uri="{FF2B5EF4-FFF2-40B4-BE49-F238E27FC236}">
                <a16:creationId xmlns:a16="http://schemas.microsoft.com/office/drawing/2014/main" id="{3579E923-B0A2-4C66-BA1D-170F3E003AFE}"/>
              </a:ext>
            </a:extLst>
          </p:cNvPr>
          <p:cNvGrpSpPr>
            <a:grpSpLocks/>
          </p:cNvGrpSpPr>
          <p:nvPr/>
        </p:nvGrpSpPr>
        <p:grpSpPr bwMode="auto">
          <a:xfrm>
            <a:off x="1177638" y="1124525"/>
            <a:ext cx="6192838" cy="1447800"/>
            <a:chOff x="288" y="96"/>
            <a:chExt cx="3901" cy="912"/>
          </a:xfrm>
        </p:grpSpPr>
        <p:sp>
          <p:nvSpPr>
            <p:cNvPr id="24584" name="Rectangle 27">
              <a:extLst>
                <a:ext uri="{FF2B5EF4-FFF2-40B4-BE49-F238E27FC236}">
                  <a16:creationId xmlns:a16="http://schemas.microsoft.com/office/drawing/2014/main" id="{8E7F1209-5190-421C-AE2F-304E515F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96"/>
              <a:ext cx="3901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85" name="Text Box 28">
              <a:extLst>
                <a:ext uri="{FF2B5EF4-FFF2-40B4-BE49-F238E27FC236}">
                  <a16:creationId xmlns:a16="http://schemas.microsoft.com/office/drawing/2014/main" id="{5BE5CF3E-C97F-4E24-91EF-7DBBF33BA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40"/>
              <a:ext cx="3901" cy="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tập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chặn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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tồn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tại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M &gt;0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sao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x A,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||</a:t>
              </a:r>
              <a:r>
                <a:rPr lang="en-US" alt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||  M,</a:t>
              </a:r>
            </a:p>
          </p:txBody>
        </p:sp>
        <p:graphicFrame>
          <p:nvGraphicFramePr>
            <p:cNvPr id="24586" name="Object 29">
              <a:extLst>
                <a:ext uri="{FF2B5EF4-FFF2-40B4-BE49-F238E27FC236}">
                  <a16:creationId xmlns:a16="http://schemas.microsoft.com/office/drawing/2014/main" id="{712F61FD-21E5-40B1-BC20-1A8A0582EE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8050331"/>
                </p:ext>
              </p:extLst>
            </p:nvPr>
          </p:nvGraphicFramePr>
          <p:xfrm>
            <a:off x="1979" y="508"/>
            <a:ext cx="137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641600" imgH="609600" progId="Equation.DSMT4">
                    <p:embed/>
                  </p:oleObj>
                </mc:Choice>
                <mc:Fallback>
                  <p:oleObj name="Equation" r:id="rId3" imgW="2641600" imgH="609600" progId="Equation.DSMT4">
                    <p:embed/>
                    <p:pic>
                      <p:nvPicPr>
                        <p:cNvPr id="24586" name="Object 29">
                          <a:extLst>
                            <a:ext uri="{FF2B5EF4-FFF2-40B4-BE49-F238E27FC236}">
                              <a16:creationId xmlns:a16="http://schemas.microsoft.com/office/drawing/2014/main" id="{712F61FD-21E5-40B1-BC20-1A8A0582EE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" y="508"/>
                          <a:ext cx="137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AB4FEFF-2C03-4C3C-97CD-531DE359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DẠNG TẬP HỢP CƠ BẢN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26634A-909B-4854-B776-6B89ED334647}"/>
              </a:ext>
            </a:extLst>
          </p:cNvPr>
          <p:cNvGrpSpPr/>
          <p:nvPr/>
        </p:nvGrpSpPr>
        <p:grpSpPr>
          <a:xfrm>
            <a:off x="7820683" y="3616087"/>
            <a:ext cx="3076991" cy="3138414"/>
            <a:chOff x="8162431" y="2754376"/>
            <a:chExt cx="3076991" cy="3138414"/>
          </a:xfrm>
        </p:grpSpPr>
        <p:sp>
          <p:nvSpPr>
            <p:cNvPr id="7" name="Cloud 6">
              <a:extLst>
                <a:ext uri="{FF2B5EF4-FFF2-40B4-BE49-F238E27FC236}">
                  <a16:creationId xmlns:a16="http://schemas.microsoft.com/office/drawing/2014/main" id="{C4309A2B-8DFD-4799-9E7F-9F8D9D09644D}"/>
                </a:ext>
              </a:extLst>
            </p:cNvPr>
            <p:cNvSpPr/>
            <p:nvPr/>
          </p:nvSpPr>
          <p:spPr>
            <a:xfrm>
              <a:off x="8162431" y="2754376"/>
              <a:ext cx="3076991" cy="3138414"/>
            </a:xfrm>
            <a:prstGeom prst="cloud">
              <a:avLst/>
            </a:prstGeom>
            <a:pattFill prst="lt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93A7F919-C359-412F-AADA-DACE98016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9772" y="3659256"/>
              <a:ext cx="1219200" cy="1143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3865C9B0-D570-4FE2-9A7F-CEC8052664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898883"/>
                </p:ext>
              </p:extLst>
            </p:nvPr>
          </p:nvGraphicFramePr>
          <p:xfrm>
            <a:off x="8685648" y="5034264"/>
            <a:ext cx="18288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28800" imgH="495000" progId="Equation.DSMT4">
                    <p:embed/>
                  </p:oleObj>
                </mc:Choice>
                <mc:Fallback>
                  <p:oleObj name="Equation" r:id="rId5" imgW="1828800" imgH="4950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3865C9B0-D570-4FE2-9A7F-CEC8052664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85648" y="5034264"/>
                          <a:ext cx="18288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7">
            <a:extLst>
              <a:ext uri="{FF2B5EF4-FFF2-40B4-BE49-F238E27FC236}">
                <a16:creationId xmlns:a16="http://schemas.microsoft.com/office/drawing/2014/main" id="{59FA70C9-63F8-4C79-B7BC-452359C06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HÀM NHIỀU BIẾN</a:t>
            </a:r>
          </a:p>
        </p:txBody>
      </p:sp>
      <p:graphicFrame>
        <p:nvGraphicFramePr>
          <p:cNvPr id="359453" name="Object 29">
            <a:extLst>
              <a:ext uri="{FF2B5EF4-FFF2-40B4-BE49-F238E27FC236}">
                <a16:creationId xmlns:a16="http://schemas.microsoft.com/office/drawing/2014/main" id="{5EF2EBCD-7FE9-47B7-83B3-483C955460D2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35287644"/>
              </p:ext>
            </p:extLst>
          </p:nvPr>
        </p:nvGraphicFramePr>
        <p:xfrm>
          <a:off x="1327356" y="2433629"/>
          <a:ext cx="3626323" cy="88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1066800" progId="Equation.DSMT4">
                  <p:embed/>
                </p:oleObj>
              </mc:Choice>
              <mc:Fallback>
                <p:oleObj name="Equation" r:id="rId2" imgW="4394200" imgH="1066800" progId="Equation.DSMT4">
                  <p:embed/>
                  <p:pic>
                    <p:nvPicPr>
                      <p:cNvPr id="359453" name="Object 29">
                        <a:extLst>
                          <a:ext uri="{FF2B5EF4-FFF2-40B4-BE49-F238E27FC236}">
                            <a16:creationId xmlns:a16="http://schemas.microsoft.com/office/drawing/2014/main" id="{5EF2EBCD-7FE9-47B7-83B3-483C955460D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356" y="2433629"/>
                        <a:ext cx="3626323" cy="88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52" name="Text Box 28">
            <a:extLst>
              <a:ext uri="{FF2B5EF4-FFF2-40B4-BE49-F238E27FC236}">
                <a16:creationId xmlns:a16="http://schemas.microsoft.com/office/drawing/2014/main" id="{B3F19EC8-7508-47C5-B53A-8DA429DFD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990601"/>
            <a:ext cx="10460716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Hàm nhiều biến 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là một quy luật biến  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 điểm </a:t>
            </a:r>
            <a:r>
              <a:rPr lang="en-US" altLang="en-US" sz="2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của miền D 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en-US" sz="22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thành 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một số thực duy nhất </a:t>
            </a:r>
            <a:r>
              <a:rPr lang="en-US" altLang="en-US" sz="2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59455" name="Text Box 31">
            <a:extLst>
              <a:ext uri="{FF2B5EF4-FFF2-40B4-BE49-F238E27FC236}">
                <a16:creationId xmlns:a16="http://schemas.microsoft.com/office/drawing/2014/main" id="{E484FFA6-8154-47D2-819F-C6327583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317" y="2433629"/>
            <a:ext cx="35199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52" grpId="0"/>
      <p:bldP spid="3594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7775C31-8319-41FB-B52C-6FBC4CFC9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BIỂU DIỄN HÀM SỐ BẰNG BIỂU THỨC</a:t>
            </a:r>
          </a:p>
        </p:txBody>
      </p:sp>
      <p:sp>
        <p:nvSpPr>
          <p:cNvPr id="33795" name="TextBox 2">
            <a:extLst>
              <a:ext uri="{FF2B5EF4-FFF2-40B4-BE49-F238E27FC236}">
                <a16:creationId xmlns:a16="http://schemas.microsoft.com/office/drawing/2014/main" id="{0545220C-D0BD-49A3-A855-DC49B4FF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723" y="1066801"/>
            <a:ext cx="10500851" cy="4094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mắc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B9F6-A257-41F1-9812-A2850441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TÌM MIỀN XÁC ĐỊNH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8B0A817E-2254-4739-B2FB-35FB6C3FF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487038"/>
              </p:ext>
            </p:extLst>
          </p:nvPr>
        </p:nvGraphicFramePr>
        <p:xfrm>
          <a:off x="915207" y="1357810"/>
          <a:ext cx="39354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62440" imgH="495000" progId="Equation.DSMT4">
                  <p:embed/>
                </p:oleObj>
              </mc:Choice>
              <mc:Fallback>
                <p:oleObj name="Equation" r:id="rId2" imgW="4762440" imgH="495000" progId="Equation.DSMT4">
                  <p:embed/>
                  <p:pic>
                    <p:nvPicPr>
                      <p:cNvPr id="3" name="Object 7">
                        <a:extLst>
                          <a:ext uri="{FF2B5EF4-FFF2-40B4-BE49-F238E27FC236}">
                            <a16:creationId xmlns:a16="http://schemas.microsoft.com/office/drawing/2014/main" id="{8B0A817E-2254-4739-B2FB-35FB6C3FF0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207" y="1357810"/>
                        <a:ext cx="393541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625C6CB-CC8E-4E47-B579-E58489B01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978437"/>
              </p:ext>
            </p:extLst>
          </p:nvPr>
        </p:nvGraphicFramePr>
        <p:xfrm>
          <a:off x="915207" y="2357604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406080" progId="Equation.DSMT4">
                  <p:embed/>
                </p:oleObj>
              </mc:Choice>
              <mc:Fallback>
                <p:oleObj name="Equation" r:id="rId4" imgW="2361960" imgH="4060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625C6CB-CC8E-4E47-B579-E58489B0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5207" y="2357604"/>
                        <a:ext cx="2362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A3F87FB-0A62-4591-B65F-5F2ADE5BD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424270"/>
              </p:ext>
            </p:extLst>
          </p:nvPr>
        </p:nvGraphicFramePr>
        <p:xfrm>
          <a:off x="915207" y="3391027"/>
          <a:ext cx="232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736560" progId="Equation.DSMT4">
                  <p:embed/>
                </p:oleObj>
              </mc:Choice>
              <mc:Fallback>
                <p:oleObj name="Equation" r:id="rId6" imgW="2323800" imgH="7365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A3F87FB-0A62-4591-B65F-5F2ADE5BD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5207" y="3391027"/>
                        <a:ext cx="2324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DD5F143-2DD6-4783-8B89-FC241E4F7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70041"/>
              </p:ext>
            </p:extLst>
          </p:nvPr>
        </p:nvGraphicFramePr>
        <p:xfrm>
          <a:off x="934871" y="4687390"/>
          <a:ext cx="231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812520" progId="Equation.DSMT4">
                  <p:embed/>
                </p:oleObj>
              </mc:Choice>
              <mc:Fallback>
                <p:oleObj name="Equation" r:id="rId8" imgW="2311200" imgH="8125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DD5F143-2DD6-4783-8B89-FC241E4F77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34871" y="4687390"/>
                        <a:ext cx="2311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81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0517-A337-48FF-B554-27024623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TÌM MIỀN XÁC ĐỊNH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C1152-4D27-420B-9CA6-6DAC1D31A94E}"/>
              </a:ext>
            </a:extLst>
          </p:cNvPr>
          <p:cNvSpPr txBox="1"/>
          <p:nvPr/>
        </p:nvSpPr>
        <p:spPr>
          <a:xfrm>
            <a:off x="1002890" y="934065"/>
            <a:ext cx="10461523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USD)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C7454CE-8C88-4243-8A53-86DEA2690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34287"/>
              </p:ext>
            </p:extLst>
          </p:nvPr>
        </p:nvGraphicFramePr>
        <p:xfrm>
          <a:off x="2461137" y="3345426"/>
          <a:ext cx="5473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73440" imgH="672840" progId="Equation.DSMT4">
                  <p:embed/>
                </p:oleObj>
              </mc:Choice>
              <mc:Fallback>
                <p:oleObj name="Equation" r:id="rId2" imgW="5473440" imgH="6728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C7454CE-8C88-4243-8A53-86DEA2690C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1137" y="3345426"/>
                        <a:ext cx="5473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FA27D2-1CBF-4441-8A30-D6EF08AF7E84}"/>
              </a:ext>
            </a:extLst>
          </p:cNvPr>
          <p:cNvSpPr txBox="1"/>
          <p:nvPr/>
        </p:nvSpPr>
        <p:spPr>
          <a:xfrm>
            <a:off x="1120072" y="4394883"/>
            <a:ext cx="10156722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7643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Placeholder 6">
            <a:extLst>
              <a:ext uri="{FF2B5EF4-FFF2-40B4-BE49-F238E27FC236}">
                <a16:creationId xmlns:a16="http://schemas.microsoft.com/office/drawing/2014/main" id="{B8BADF1E-9A51-4653-8FA3-118A250DB003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4163" y="0"/>
            <a:ext cx="9067800" cy="6819900"/>
          </a:xfr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67E49CAD-C29D-451A-8D55-963C03CFF9B1}"/>
              </a:ext>
            </a:extLst>
          </p:cNvPr>
          <p:cNvSpPr txBox="1">
            <a:spLocks/>
          </p:cNvSpPr>
          <p:nvPr/>
        </p:nvSpPr>
        <p:spPr bwMode="auto">
          <a:xfrm>
            <a:off x="3048000" y="2743200"/>
            <a:ext cx="60198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en-US" sz="3200" ker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CÁCH BIỂU DIỄN HÀM NHIỀU BIẾN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033E725-5F7F-4FBD-880A-FC5256279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hai</a:t>
            </a:r>
            <a:r>
              <a:rPr lang="en-US" altLang="en-US" dirty="0"/>
              <a:t> </a:t>
            </a:r>
            <a:r>
              <a:rPr lang="en-US" altLang="en-US" dirty="0" err="1"/>
              <a:t>biến</a:t>
            </a:r>
            <a:endParaRPr lang="en-US" altLang="en-US" dirty="0"/>
          </a:p>
        </p:txBody>
      </p:sp>
      <p:sp>
        <p:nvSpPr>
          <p:cNvPr id="35843" name="TextBox 2">
            <a:extLst>
              <a:ext uri="{FF2B5EF4-FFF2-40B4-BE49-F238E27FC236}">
                <a16:creationId xmlns:a16="http://schemas.microsoft.com/office/drawing/2014/main" id="{CB921A0D-887F-4152-8922-295D070F9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939801"/>
            <a:ext cx="10480380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rạc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(level curves).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A74988A-13BF-4F06-B3C8-C47F087FA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Biểu diễn hàm số thông qua bảng số</a:t>
            </a: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7B4A79BB-830B-446E-A0F3-1A913303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990600"/>
            <a:ext cx="8964612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2">
            <a:extLst>
              <a:ext uri="{FF2B5EF4-FFF2-40B4-BE49-F238E27FC236}">
                <a16:creationId xmlns:a16="http://schemas.microsoft.com/office/drawing/2014/main" id="{E59E1A35-9FE0-40D4-9E9F-D2AA308DC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BIỂU DIỄN HÌNH HỌC CỦA HÀM 2 BIẾN</a:t>
            </a:r>
          </a:p>
        </p:txBody>
      </p:sp>
      <p:sp>
        <p:nvSpPr>
          <p:cNvPr id="38915" name="TextBox 3">
            <a:extLst>
              <a:ext uri="{FF2B5EF4-FFF2-40B4-BE49-F238E27FC236}">
                <a16:creationId xmlns:a16="http://schemas.microsoft.com/office/drawing/2014/main" id="{55F94E7F-6705-40C3-8C50-4EF60F171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838200"/>
            <a:ext cx="1619250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Nhắc lại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D50E98-FDA8-4649-92C0-7D4D7FE586EF}"/>
              </a:ext>
            </a:extLst>
          </p:cNvPr>
          <p:cNvGrpSpPr/>
          <p:nvPr/>
        </p:nvGrpSpPr>
        <p:grpSpPr>
          <a:xfrm>
            <a:off x="2970149" y="1814875"/>
            <a:ext cx="4124876" cy="2844380"/>
            <a:chOff x="3238500" y="1358900"/>
            <a:chExt cx="4991100" cy="3441700"/>
          </a:xfrm>
        </p:grpSpPr>
        <p:cxnSp>
          <p:nvCxnSpPr>
            <p:cNvPr id="38916" name="Straight Arrow Connector 5">
              <a:extLst>
                <a:ext uri="{FF2B5EF4-FFF2-40B4-BE49-F238E27FC236}">
                  <a16:creationId xmlns:a16="http://schemas.microsoft.com/office/drawing/2014/main" id="{48A83734-8AF9-46F1-BBDC-286016222C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76600" y="4191000"/>
              <a:ext cx="4800600" cy="0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17" name="Straight Arrow Connector 7">
              <a:extLst>
                <a:ext uri="{FF2B5EF4-FFF2-40B4-BE49-F238E27FC236}">
                  <a16:creationId xmlns:a16="http://schemas.microsoft.com/office/drawing/2014/main" id="{B644609E-FEB7-4E54-96DE-D8DC8DAE8A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1728788"/>
              <a:ext cx="0" cy="307181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18" name="Straight Connector 15">
              <a:extLst>
                <a:ext uri="{FF2B5EF4-FFF2-40B4-BE49-F238E27FC236}">
                  <a16:creationId xmlns:a16="http://schemas.microsoft.com/office/drawing/2014/main" id="{77CA7834-2F5D-4E6D-872C-7FBBBEBF81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2667000"/>
              <a:ext cx="1905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19" name="Straight Connector 17">
              <a:extLst>
                <a:ext uri="{FF2B5EF4-FFF2-40B4-BE49-F238E27FC236}">
                  <a16:creationId xmlns:a16="http://schemas.microsoft.com/office/drawing/2014/main" id="{1756989F-D45E-4665-BF29-126F99D427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43600" y="2667000"/>
              <a:ext cx="0" cy="1524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920" name="Freeform: Shape 18">
              <a:extLst>
                <a:ext uri="{FF2B5EF4-FFF2-40B4-BE49-F238E27FC236}">
                  <a16:creationId xmlns:a16="http://schemas.microsoft.com/office/drawing/2014/main" id="{B486613F-CCA1-410F-800F-DE1B265A0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450" y="1720851"/>
              <a:ext cx="3208338" cy="1890713"/>
            </a:xfrm>
            <a:custGeom>
              <a:avLst/>
              <a:gdLst>
                <a:gd name="T0" fmla="*/ 0 w 3208149"/>
                <a:gd name="T1" fmla="*/ 1890473 h 1890793"/>
                <a:gd name="T2" fmla="*/ 899114 w 3208149"/>
                <a:gd name="T3" fmla="*/ 1146679 h 1890793"/>
                <a:gd name="T4" fmla="*/ 2356298 w 3208149"/>
                <a:gd name="T5" fmla="*/ 945237 h 1890793"/>
                <a:gd name="T6" fmla="*/ 3208905 w 3208149"/>
                <a:gd name="T7" fmla="*/ 0 h 1890793"/>
                <a:gd name="T8" fmla="*/ 3208905 w 3208149"/>
                <a:gd name="T9" fmla="*/ 0 h 18907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149" h="1890793">
                  <a:moveTo>
                    <a:pt x="0" y="1890793"/>
                  </a:moveTo>
                  <a:cubicBezTo>
                    <a:pt x="253139" y="1597617"/>
                    <a:pt x="506278" y="1304441"/>
                    <a:pt x="898902" y="1146875"/>
                  </a:cubicBezTo>
                  <a:cubicBezTo>
                    <a:pt x="1291526" y="989309"/>
                    <a:pt x="1970867" y="1136543"/>
                    <a:pt x="2355742" y="945397"/>
                  </a:cubicBezTo>
                  <a:cubicBezTo>
                    <a:pt x="2740617" y="754251"/>
                    <a:pt x="3208149" y="0"/>
                    <a:pt x="3208149" y="0"/>
                  </a:cubicBezTo>
                </a:path>
              </a:pathLst>
            </a:custGeom>
            <a:noFill/>
            <a:ln w="2857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Oval 19">
              <a:extLst>
                <a:ext uri="{FF2B5EF4-FFF2-40B4-BE49-F238E27FC236}">
                  <a16:creationId xmlns:a16="http://schemas.microsoft.com/office/drawing/2014/main" id="{EE2A35CD-B8AF-42B8-A6D0-705813F85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9150" y="2622550"/>
              <a:ext cx="90488" cy="9048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aphicFrame>
          <p:nvGraphicFramePr>
            <p:cNvPr id="38922" name="Object 2">
              <a:extLst>
                <a:ext uri="{FF2B5EF4-FFF2-40B4-BE49-F238E27FC236}">
                  <a16:creationId xmlns:a16="http://schemas.microsoft.com/office/drawing/2014/main" id="{86185AF7-B76E-4CC8-90F3-1AABEBDD58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6512007"/>
                </p:ext>
              </p:extLst>
            </p:nvPr>
          </p:nvGraphicFramePr>
          <p:xfrm>
            <a:off x="6934200" y="1358900"/>
            <a:ext cx="1295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95400" imgH="393700" progId="Equation.DSMT4">
                    <p:embed/>
                  </p:oleObj>
                </mc:Choice>
                <mc:Fallback>
                  <p:oleObj name="Equation" r:id="rId2" imgW="1295400" imgH="393700" progId="Equation.DSMT4">
                    <p:embed/>
                    <p:pic>
                      <p:nvPicPr>
                        <p:cNvPr id="38922" name="Object 2">
                          <a:extLst>
                            <a:ext uri="{FF2B5EF4-FFF2-40B4-BE49-F238E27FC236}">
                              <a16:creationId xmlns:a16="http://schemas.microsoft.com/office/drawing/2014/main" id="{86185AF7-B76E-4CC8-90F3-1AABEBDD58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4200" y="1358900"/>
                          <a:ext cx="12954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TextBox 21">
              <a:extLst>
                <a:ext uri="{FF2B5EF4-FFF2-40B4-BE49-F238E27FC236}">
                  <a16:creationId xmlns:a16="http://schemas.microsoft.com/office/drawing/2014/main" id="{25AD5753-F126-4C1F-AEDC-094DF99FE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3886200"/>
              <a:ext cx="273050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graphicFrame>
          <p:nvGraphicFramePr>
            <p:cNvPr id="38924" name="Object 22">
              <a:extLst>
                <a:ext uri="{FF2B5EF4-FFF2-40B4-BE49-F238E27FC236}">
                  <a16:creationId xmlns:a16="http://schemas.microsoft.com/office/drawing/2014/main" id="{DF70D63D-4D02-4F6C-BAD3-9324849092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126250"/>
                </p:ext>
              </p:extLst>
            </p:nvPr>
          </p:nvGraphicFramePr>
          <p:xfrm>
            <a:off x="6111876" y="2514601"/>
            <a:ext cx="120332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11300" imgH="393700" progId="Equation.DSMT4">
                    <p:embed/>
                  </p:oleObj>
                </mc:Choice>
                <mc:Fallback>
                  <p:oleObj name="Equation" r:id="rId4" imgW="1511300" imgH="393700" progId="Equation.DSMT4">
                    <p:embed/>
                    <p:pic>
                      <p:nvPicPr>
                        <p:cNvPr id="38924" name="Object 22">
                          <a:extLst>
                            <a:ext uri="{FF2B5EF4-FFF2-40B4-BE49-F238E27FC236}">
                              <a16:creationId xmlns:a16="http://schemas.microsoft.com/office/drawing/2014/main" id="{DF70D63D-4D02-4F6C-BAD3-9324849092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1876" y="2514601"/>
                          <a:ext cx="120332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5" name="Object 23">
              <a:extLst>
                <a:ext uri="{FF2B5EF4-FFF2-40B4-BE49-F238E27FC236}">
                  <a16:creationId xmlns:a16="http://schemas.microsoft.com/office/drawing/2014/main" id="{7E515F56-A15F-44EA-A2C2-37F18D95AA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9503612"/>
                </p:ext>
              </p:extLst>
            </p:nvPr>
          </p:nvGraphicFramePr>
          <p:xfrm>
            <a:off x="3238500" y="2438400"/>
            <a:ext cx="723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586" imgH="393529" progId="Equation.DSMT4">
                    <p:embed/>
                  </p:oleObj>
                </mc:Choice>
                <mc:Fallback>
                  <p:oleObj name="Equation" r:id="rId6" imgW="723586" imgH="393529" progId="Equation.DSMT4">
                    <p:embed/>
                    <p:pic>
                      <p:nvPicPr>
                        <p:cNvPr id="38925" name="Object 23">
                          <a:extLst>
                            <a:ext uri="{FF2B5EF4-FFF2-40B4-BE49-F238E27FC236}">
                              <a16:creationId xmlns:a16="http://schemas.microsoft.com/office/drawing/2014/main" id="{7E515F56-A15F-44EA-A2C2-37F18D95AA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500" y="2438400"/>
                          <a:ext cx="7239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981A5E78-BB8D-4B37-B678-2F9367462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BIỂU DIỄN HÌNH HỌC CỦA HÀM 2 BIẾN</a:t>
            </a:r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2A1B78A8-5510-4821-AA12-CE44CDB55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21" y="1036806"/>
            <a:ext cx="3737823" cy="3170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CD28F80-85E9-40B4-959D-679901C4B7E7}"/>
              </a:ext>
            </a:extLst>
          </p:cNvPr>
          <p:cNvGrpSpPr/>
          <p:nvPr/>
        </p:nvGrpSpPr>
        <p:grpSpPr>
          <a:xfrm>
            <a:off x="7744718" y="941597"/>
            <a:ext cx="4176613" cy="3435881"/>
            <a:chOff x="915206" y="706576"/>
            <a:chExt cx="5053701" cy="4573158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A9E0F933-E80F-4D67-803E-F9155F7B91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206" y="1175849"/>
              <a:ext cx="5053701" cy="4103885"/>
              <a:chOff x="1142998" y="1171612"/>
              <a:chExt cx="6114978" cy="49657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901B68E-AEBF-4D86-8821-0A1E7236F3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651" y="1171612"/>
                <a:ext cx="5648325" cy="4965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TextBox 12">
                <a:extLst>
                  <a:ext uri="{FF2B5EF4-FFF2-40B4-BE49-F238E27FC236}">
                    <a16:creationId xmlns:a16="http://schemas.microsoft.com/office/drawing/2014/main" id="{F7A39F1C-573D-4145-81F9-2232ED6AB3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2767" y="3506161"/>
                <a:ext cx="1414638" cy="934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1" name="TextBox 13">
                <a:extLst>
                  <a:ext uri="{FF2B5EF4-FFF2-40B4-BE49-F238E27FC236}">
                    <a16:creationId xmlns:a16="http://schemas.microsoft.com/office/drawing/2014/main" id="{B62B1CBE-B1D8-4552-9902-7AA3B3CDD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142998" y="1945763"/>
                <a:ext cx="2601499" cy="934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 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</a:p>
            </p:txBody>
          </p:sp>
        </p:grp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8E5CA76C-872E-4BA4-824A-22A8C49E7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6904" y="3503095"/>
              <a:ext cx="462115" cy="66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i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699BE5D7-40AF-42F4-A69B-7CF194846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274" y="3990829"/>
              <a:ext cx="328613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BA8C409D-45C5-4C9D-97EC-B50A37C03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206" y="706576"/>
              <a:ext cx="304800" cy="661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3B7F1E-C099-444A-837E-85083F2097F6}"/>
              </a:ext>
            </a:extLst>
          </p:cNvPr>
          <p:cNvGrpSpPr/>
          <p:nvPr/>
        </p:nvGrpSpPr>
        <p:grpSpPr>
          <a:xfrm>
            <a:off x="4025730" y="3834351"/>
            <a:ext cx="4000202" cy="2917709"/>
            <a:chOff x="4266735" y="2548816"/>
            <a:chExt cx="4000202" cy="2917709"/>
          </a:xfrm>
        </p:grpSpPr>
        <p:pic>
          <p:nvPicPr>
            <p:cNvPr id="13" name="Picture 6" descr="D&#10;">
              <a:extLst>
                <a:ext uri="{FF2B5EF4-FFF2-40B4-BE49-F238E27FC236}">
                  <a16:creationId xmlns:a16="http://schemas.microsoft.com/office/drawing/2014/main" id="{A353BC98-947D-4B85-B75A-D9FB266E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6735" y="2548816"/>
              <a:ext cx="4000202" cy="2917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B6D0A2F2-DF89-4E2B-A8F9-5502932E8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832" y="4832555"/>
              <a:ext cx="381000" cy="2802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wrap="none" anchor="ctr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FF6A94-870F-5A3B-13B9-ACF8BF95B1E3}"/>
                  </a:ext>
                </a:extLst>
              </p14:cNvPr>
              <p14:cNvContentPartPr/>
              <p14:nvPr/>
            </p14:nvContentPartPr>
            <p14:xfrm>
              <a:off x="542880" y="924480"/>
              <a:ext cx="6754320" cy="449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FF6A94-870F-5A3B-13B9-ACF8BF95B1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520" y="915120"/>
                <a:ext cx="6773040" cy="451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E32068DB-52DF-4795-ACD2-A041CF5B8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Biểu diễn hàm hai biến qua đường mức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63BE9795-E06B-4C1B-8BCB-2FC55B043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07" y="1553910"/>
            <a:ext cx="3770163" cy="340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Box 1">
            <a:extLst>
              <a:ext uri="{FF2B5EF4-FFF2-40B4-BE49-F238E27FC236}">
                <a16:creationId xmlns:a16="http://schemas.microsoft.com/office/drawing/2014/main" id="{07556ED5-D011-4DC1-AF99-625CC240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136" y="1092201"/>
            <a:ext cx="350448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đ</a:t>
            </a:r>
            <a:r>
              <a:rPr lang="vi-V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89" name="Object 2">
            <a:extLst>
              <a:ext uri="{FF2B5EF4-FFF2-40B4-BE49-F238E27FC236}">
                <a16:creationId xmlns:a16="http://schemas.microsoft.com/office/drawing/2014/main" id="{74E2E787-F924-4CBB-8EE9-FD9FDF196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807568"/>
              </p:ext>
            </p:extLst>
          </p:nvPr>
        </p:nvGraphicFramePr>
        <p:xfrm>
          <a:off x="4254622" y="1123341"/>
          <a:ext cx="2433133" cy="43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38500" imgH="558800" progId="Equation.DSMT4">
                  <p:embed/>
                </p:oleObj>
              </mc:Choice>
              <mc:Fallback>
                <p:oleObj name="Equation" r:id="rId3" imgW="3238500" imgH="558800" progId="Equation.DSMT4">
                  <p:embed/>
                  <p:pic>
                    <p:nvPicPr>
                      <p:cNvPr id="41989" name="Object 2">
                        <a:extLst>
                          <a:ext uri="{FF2B5EF4-FFF2-40B4-BE49-F238E27FC236}">
                            <a16:creationId xmlns:a16="http://schemas.microsoft.com/office/drawing/2014/main" id="{74E2E787-F924-4CBB-8EE9-FD9FDF1962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622" y="1123341"/>
                        <a:ext cx="2433133" cy="430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3E5A3A-F110-999C-7BF9-78FF490B200D}"/>
                  </a:ext>
                </a:extLst>
              </p14:cNvPr>
              <p14:cNvContentPartPr/>
              <p14:nvPr/>
            </p14:nvContentPartPr>
            <p14:xfrm>
              <a:off x="3036600" y="1476000"/>
              <a:ext cx="6373440" cy="348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3E5A3A-F110-999C-7BF9-78FF490B20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7240" y="1466640"/>
                <a:ext cx="6392160" cy="349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579CC87-25EE-4C84-83A4-4023DD0F5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7389" y="76200"/>
            <a:ext cx="8277225" cy="685800"/>
          </a:xfrm>
        </p:spPr>
        <p:txBody>
          <a:bodyPr/>
          <a:lstStyle/>
          <a:p>
            <a:r>
              <a:rPr lang="en-US" altLang="en-US"/>
              <a:t>Biểu diễn hàm hai biến qua đường mức</a:t>
            </a:r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7621485F-C525-442F-BB9B-5EFB1570C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40" y="1211015"/>
            <a:ext cx="4987705" cy="374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Speech Bubble: Rectangle 4">
            <a:extLst>
              <a:ext uri="{FF2B5EF4-FFF2-40B4-BE49-F238E27FC236}">
                <a16:creationId xmlns:a16="http://schemas.microsoft.com/office/drawing/2014/main" id="{B178DE9A-16AB-4C5E-9520-7965A2452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198" y="1465005"/>
            <a:ext cx="1511039" cy="468211"/>
          </a:xfrm>
          <a:prstGeom prst="wedgeRectCallout">
            <a:avLst>
              <a:gd name="adj1" fmla="val -51616"/>
              <a:gd name="adj2" fmla="val 126907"/>
            </a:avLst>
          </a:prstGeom>
          <a:solidFill>
            <a:srgbClr val="FFFF99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</a:t>
            </a:r>
          </a:p>
        </p:txBody>
      </p:sp>
      <p:sp>
        <p:nvSpPr>
          <p:cNvPr id="43013" name="Speech Bubble: Rectangle with Corners Rounded 5">
            <a:extLst>
              <a:ext uri="{FF2B5EF4-FFF2-40B4-BE49-F238E27FC236}">
                <a16:creationId xmlns:a16="http://schemas.microsoft.com/office/drawing/2014/main" id="{EFF430C9-0420-4A08-ADEF-2E777DBA4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257" y="4831378"/>
            <a:ext cx="2120900" cy="383082"/>
          </a:xfrm>
          <a:prstGeom prst="wedgeRoundRectCallout">
            <a:avLst>
              <a:gd name="adj1" fmla="val -64898"/>
              <a:gd name="adj2" fmla="val -59532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ờng mức 2D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A8BF58-8DFE-2F1B-02AF-9DE264FC20CF}"/>
                  </a:ext>
                </a:extLst>
              </p14:cNvPr>
              <p14:cNvContentPartPr/>
              <p14:nvPr/>
            </p14:nvContentPartPr>
            <p14:xfrm>
              <a:off x="2352240" y="2784600"/>
              <a:ext cx="4038840" cy="179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A8BF58-8DFE-2F1B-02AF-9DE264FC20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2880" y="2775240"/>
                <a:ext cx="4057560" cy="181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D1076560-C25D-42DC-BD8C-184337787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066800"/>
            <a:ext cx="8697913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itle 1">
            <a:extLst>
              <a:ext uri="{FF2B5EF4-FFF2-40B4-BE49-F238E27FC236}">
                <a16:creationId xmlns:a16="http://schemas.microsoft.com/office/drawing/2014/main" id="{0C7FA3BA-883F-442C-9F11-B92AAB70E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Biểu diễn hàm hai biến qua đường mức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3B6C9D9-BCAC-401A-994A-AB16B0D64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Ví dụ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640038-9262-475D-9C06-F310EAC104E1}"/>
              </a:ext>
            </a:extLst>
          </p:cNvPr>
          <p:cNvGrpSpPr/>
          <p:nvPr/>
        </p:nvGrpSpPr>
        <p:grpSpPr>
          <a:xfrm>
            <a:off x="1118411" y="990600"/>
            <a:ext cx="9300209" cy="3078535"/>
            <a:chOff x="915207" y="990600"/>
            <a:chExt cx="10667193" cy="30785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814A07-638F-4A25-A905-4D1E450BAD86}"/>
                </a:ext>
              </a:extLst>
            </p:cNvPr>
            <p:cNvSpPr txBox="1"/>
            <p:nvPr/>
          </p:nvSpPr>
          <p:spPr>
            <a:xfrm>
              <a:off x="915207" y="990600"/>
              <a:ext cx="10667193" cy="3078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Với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công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nhân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lành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nghề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và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công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nhân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ch</a:t>
              </a:r>
              <a:r>
                <a:rPr lang="vi-VN" sz="2200" dirty="0">
                  <a:latin typeface="Times New Roman" pitchFamily="18" charset="0"/>
                  <a:cs typeface="Times New Roman" pitchFamily="18" charset="0"/>
                </a:rPr>
                <a:t>ư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a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thạo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việc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một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nhà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sản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xuất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tạo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ra                                 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sản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phẩm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mỗi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ngày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  <a:defRPr/>
              </a:pP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Nếu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với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10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công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nhân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lành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nghề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và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20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công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nhân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ch</a:t>
              </a:r>
              <a:r>
                <a:rPr lang="vi-VN" sz="2200" dirty="0">
                  <a:latin typeface="Times New Roman" pitchFamily="18" charset="0"/>
                  <a:cs typeface="Times New Roman" pitchFamily="18" charset="0"/>
                </a:rPr>
                <a:t>ư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a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thạo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việc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xác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định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số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l</a:t>
              </a:r>
              <a:r>
                <a:rPr lang="vi-VN" sz="2200" dirty="0">
                  <a:latin typeface="Times New Roman" pitchFamily="18" charset="0"/>
                  <a:cs typeface="Times New Roman" pitchFamily="18" charset="0"/>
                </a:rPr>
                <a:t>ư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ợng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sp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tạo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ra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mỗi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ngày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  <a:defRPr/>
              </a:pP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Để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duy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trì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sản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l</a:t>
              </a:r>
              <a:r>
                <a:rPr lang="vi-VN" sz="2200" dirty="0">
                  <a:latin typeface="Times New Roman" pitchFamily="18" charset="0"/>
                  <a:cs typeface="Times New Roman" pitchFamily="18" charset="0"/>
                </a:rPr>
                <a:t>ư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ợng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này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tìm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mối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liên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hệ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số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lượng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2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dạng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công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nhân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này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cho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qua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trình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sản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xuất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. </a:t>
              </a:r>
            </a:p>
          </p:txBody>
        </p:sp>
        <p:graphicFrame>
          <p:nvGraphicFramePr>
            <p:cNvPr id="45060" name="Object 2">
              <a:extLst>
                <a:ext uri="{FF2B5EF4-FFF2-40B4-BE49-F238E27FC236}">
                  <a16:creationId xmlns:a16="http://schemas.microsoft.com/office/drawing/2014/main" id="{4A3A07A2-B001-4F65-934C-A5E94D7C88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9732840"/>
                </p:ext>
              </p:extLst>
            </p:nvPr>
          </p:nvGraphicFramePr>
          <p:xfrm>
            <a:off x="1458927" y="1708870"/>
            <a:ext cx="2440168" cy="307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24200" imgH="393700" progId="Equation.DSMT4">
                    <p:embed/>
                  </p:oleObj>
                </mc:Choice>
                <mc:Fallback>
                  <p:oleObj name="Equation" r:id="rId2" imgW="3124200" imgH="393700" progId="Equation.DSMT4">
                    <p:embed/>
                    <p:pic>
                      <p:nvPicPr>
                        <p:cNvPr id="45060" name="Object 2">
                          <a:extLst>
                            <a:ext uri="{FF2B5EF4-FFF2-40B4-BE49-F238E27FC236}">
                              <a16:creationId xmlns:a16="http://schemas.microsoft.com/office/drawing/2014/main" id="{4A3A07A2-B001-4F65-934C-A5E94D7C88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927" y="1708870"/>
                          <a:ext cx="2440168" cy="307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>
            <a:extLst>
              <a:ext uri="{FF2B5EF4-FFF2-40B4-BE49-F238E27FC236}">
                <a16:creationId xmlns:a16="http://schemas.microsoft.com/office/drawing/2014/main" id="{49885741-2CFB-4608-B430-6374266D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35878"/>
            <a:ext cx="10464800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Trong phòng có đặt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ởi, nhiệt độ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tại một vị trí trong phòng là hàm số phụ thuộc vào thời gian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(phút) và khoảng cách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(feet) từ vị trí đó đến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ởi.</a:t>
            </a:r>
          </a:p>
        </p:txBody>
      </p:sp>
      <p:sp>
        <p:nvSpPr>
          <p:cNvPr id="46083" name="TextBox 2">
            <a:extLst>
              <a:ext uri="{FF2B5EF4-FFF2-40B4-BE49-F238E27FC236}">
                <a16:creationId xmlns:a16="http://schemas.microsoft.com/office/drawing/2014/main" id="{10D39E94-48C1-424B-8EC6-DA5EC6A6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735264"/>
            <a:ext cx="4902200" cy="206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con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altLang="en-US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14.</a:t>
            </a:r>
          </a:p>
        </p:txBody>
      </p:sp>
      <p:grpSp>
        <p:nvGrpSpPr>
          <p:cNvPr id="46084" name="Group 4">
            <a:extLst>
              <a:ext uri="{FF2B5EF4-FFF2-40B4-BE49-F238E27FC236}">
                <a16:creationId xmlns:a16="http://schemas.microsoft.com/office/drawing/2014/main" id="{3C82BC02-BABC-4C6D-A8EE-731BC7DB884A}"/>
              </a:ext>
            </a:extLst>
          </p:cNvPr>
          <p:cNvGrpSpPr>
            <a:grpSpLocks/>
          </p:cNvGrpSpPr>
          <p:nvPr/>
        </p:nvGrpSpPr>
        <p:grpSpPr bwMode="auto">
          <a:xfrm>
            <a:off x="1548340" y="2049978"/>
            <a:ext cx="4080268" cy="3447893"/>
            <a:chOff x="76201" y="2667000"/>
            <a:chExt cx="4937760" cy="4172577"/>
          </a:xfrm>
        </p:grpSpPr>
        <p:pic>
          <p:nvPicPr>
            <p:cNvPr id="46086" name="Picture 1">
              <a:extLst>
                <a:ext uri="{FF2B5EF4-FFF2-40B4-BE49-F238E27FC236}">
                  <a16:creationId xmlns:a16="http://schemas.microsoft.com/office/drawing/2014/main" id="{D2097CD7-45F6-4F51-801E-56A4EAD84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1" y="2667000"/>
              <a:ext cx="4937760" cy="4172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87" name="Oval 1">
              <a:extLst>
                <a:ext uri="{FF2B5EF4-FFF2-40B4-BE49-F238E27FC236}">
                  <a16:creationId xmlns:a16="http://schemas.microsoft.com/office/drawing/2014/main" id="{9C43613F-306B-4DF1-9DF4-97462EAD3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5242560"/>
              <a:ext cx="91440" cy="91440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6088" name="Oval 3">
              <a:extLst>
                <a:ext uri="{FF2B5EF4-FFF2-40B4-BE49-F238E27FC236}">
                  <a16:creationId xmlns:a16="http://schemas.microsoft.com/office/drawing/2014/main" id="{52A215BE-792C-45FF-82B0-56C708C72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064" y="4980273"/>
              <a:ext cx="91440" cy="91440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6085" name="Title 5">
            <a:extLst>
              <a:ext uri="{FF2B5EF4-FFF2-40B4-BE49-F238E27FC236}">
                <a16:creationId xmlns:a16="http://schemas.microsoft.com/office/drawing/2014/main" id="{044563AD-E0DF-4AA1-AFC2-A9FB6E89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7388" y="76200"/>
            <a:ext cx="8253412" cy="685800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A5204-DBC3-12F7-FDA9-175111FBC316}"/>
              </a:ext>
            </a:extLst>
          </p:cNvPr>
          <p:cNvSpPr txBox="1"/>
          <p:nvPr/>
        </p:nvSpPr>
        <p:spPr>
          <a:xfrm>
            <a:off x="5628608" y="1783088"/>
            <a:ext cx="5750592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đồ mức của </a:t>
            </a:r>
            <a:r>
              <a:rPr lang="en-US" sz="24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như hình bên cạnh.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9E361E-872E-8741-B2C0-F48C5340449A}"/>
                  </a:ext>
                </a:extLst>
              </p14:cNvPr>
              <p14:cNvContentPartPr/>
              <p14:nvPr/>
            </p14:nvContentPartPr>
            <p14:xfrm>
              <a:off x="1998000" y="1288800"/>
              <a:ext cx="8296200" cy="380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9E361E-872E-8741-B2C0-F48C534044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8640" y="1279440"/>
                <a:ext cx="8314920" cy="382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73CE-799E-43E6-BEB3-E5BA730B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353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4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</TotalTime>
  <Words>895</Words>
  <Application>Microsoft Office PowerPoint</Application>
  <PresentationFormat>Widescreen</PresentationFormat>
  <Paragraphs>87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1_Office Theme</vt:lpstr>
      <vt:lpstr>Equation</vt:lpstr>
      <vt:lpstr>GIỚI THIỆU MÔN HỌC</vt:lpstr>
      <vt:lpstr>NỘI DUNG</vt:lpstr>
      <vt:lpstr>Hình thức đánh giá</vt:lpstr>
      <vt:lpstr>HÀM NHIỀU BIẾN</vt:lpstr>
      <vt:lpstr>DÃY ĐIỂM TRONG Rn</vt:lpstr>
      <vt:lpstr>CÁC DẠNG TẬP HỢP CƠ BẢN</vt:lpstr>
      <vt:lpstr>CÁC DẠNG TẬP HỢP CƠ BẢN</vt:lpstr>
      <vt:lpstr>HÀM NHIỀU BIẾN</vt:lpstr>
      <vt:lpstr>BIỂU DIỄN HÀM SỐ BẰNG BIỂU THỨC</vt:lpstr>
      <vt:lpstr>TÌM MIỀN XÁC ĐỊNH</vt:lpstr>
      <vt:lpstr>TÌM MIỀN XÁC ĐỊNH</vt:lpstr>
      <vt:lpstr>PowerPoint Presentation</vt:lpstr>
      <vt:lpstr>Các cách biểu diễn hàm hai biến</vt:lpstr>
      <vt:lpstr>Biểu diễn hàm số thông qua bảng số</vt:lpstr>
      <vt:lpstr>BIỂU DIỄN HÌNH HỌC CỦA HÀM 2 BIẾN</vt:lpstr>
      <vt:lpstr>BIỂU DIỄN HÌNH HỌC CỦA HÀM 2 BIẾN</vt:lpstr>
      <vt:lpstr>Biểu diễn hàm hai biến qua đường mức</vt:lpstr>
      <vt:lpstr>Biểu diễn hàm hai biến qua đường mức</vt:lpstr>
      <vt:lpstr>Biểu diễn hàm hai biến qua đường mức</vt:lpstr>
      <vt:lpstr>Ví dụ</vt:lpstr>
      <vt:lpstr>Ví dụ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MÔN HỌC</dc:title>
  <dc:creator>Trần Ngọc Diễm</dc:creator>
  <cp:lastModifiedBy>Trần Ngọc Diễm</cp:lastModifiedBy>
  <cp:revision>7</cp:revision>
  <dcterms:created xsi:type="dcterms:W3CDTF">2022-01-03T04:09:13Z</dcterms:created>
  <dcterms:modified xsi:type="dcterms:W3CDTF">2023-01-09T07:41:17Z</dcterms:modified>
</cp:coreProperties>
</file>