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84" r:id="rId1"/>
  </p:sldMasterIdLst>
  <p:notesMasterIdLst>
    <p:notesMasterId r:id="rId14"/>
  </p:notesMasterIdLst>
  <p:handoutMasterIdLst>
    <p:handoutMasterId r:id="rId15"/>
  </p:handoutMasterIdLst>
  <p:sldIdLst>
    <p:sldId id="359" r:id="rId2"/>
    <p:sldId id="542" r:id="rId3"/>
    <p:sldId id="568" r:id="rId4"/>
    <p:sldId id="569" r:id="rId5"/>
    <p:sldId id="570" r:id="rId6"/>
    <p:sldId id="571" r:id="rId7"/>
    <p:sldId id="572" r:id="rId8"/>
    <p:sldId id="573" r:id="rId9"/>
    <p:sldId id="575" r:id="rId10"/>
    <p:sldId id="574" r:id="rId11"/>
    <p:sldId id="566" r:id="rId12"/>
    <p:sldId id="567" r:id="rId1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3300"/>
    <a:srgbClr val="009900"/>
    <a:srgbClr val="00FF99"/>
    <a:srgbClr val="009999"/>
    <a:srgbClr val="FF00FF"/>
    <a:srgbClr val="FFFFFF"/>
    <a:srgbClr val="CCFF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41" autoAdjust="0"/>
    <p:restoredTop sz="94660" autoAdjust="0"/>
  </p:normalViewPr>
  <p:slideViewPr>
    <p:cSldViewPr>
      <p:cViewPr varScale="1">
        <p:scale>
          <a:sx n="87" d="100"/>
          <a:sy n="87" d="100"/>
        </p:scale>
        <p:origin x="-1843" y="-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78"/>
    </p:cViewPr>
  </p:sorterViewPr>
  <p:notesViewPr>
    <p:cSldViewPr>
      <p:cViewPr varScale="1">
        <p:scale>
          <a:sx n="50" d="100"/>
          <a:sy n="50" d="100"/>
        </p:scale>
        <p:origin x="-828" y="-84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2" Type="http://schemas.openxmlformats.org/officeDocument/2006/relationships/image" Target="../media/image27.wmf"/><Relationship Id="rId1" Type="http://schemas.openxmlformats.org/officeDocument/2006/relationships/image" Target="../media/image15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10" Type="http://schemas.openxmlformats.org/officeDocument/2006/relationships/image" Target="../media/image35.wmf"/><Relationship Id="rId4" Type="http://schemas.openxmlformats.org/officeDocument/2006/relationships/image" Target="../media/image29.wmf"/><Relationship Id="rId9" Type="http://schemas.openxmlformats.org/officeDocument/2006/relationships/image" Target="../media/image3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49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48.wmf"/><Relationship Id="rId11" Type="http://schemas.openxmlformats.org/officeDocument/2006/relationships/image" Target="../media/image52.wmf"/><Relationship Id="rId5" Type="http://schemas.openxmlformats.org/officeDocument/2006/relationships/image" Target="../media/image47.wmf"/><Relationship Id="rId10" Type="http://schemas.openxmlformats.org/officeDocument/2006/relationships/image" Target="../media/image51.wmf"/><Relationship Id="rId4" Type="http://schemas.openxmlformats.org/officeDocument/2006/relationships/image" Target="../media/image8.wmf"/><Relationship Id="rId9" Type="http://schemas.openxmlformats.org/officeDocument/2006/relationships/image" Target="../media/image5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xmlns="" id="{49561975-33CD-8B62-AC2C-A943B4597DE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20000"/>
              </a:spcBef>
              <a:buFontTx/>
              <a:buChar char="•"/>
              <a:defRPr sz="1200" b="0" i="0">
                <a:solidFill>
                  <a:schemeClr val="tx1"/>
                </a:solidFill>
                <a:latin typeface="VNI-Revue" pitchFamily="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xmlns="" id="{4E2417A9-D2E4-DF38-9361-0188EB5060F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160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buFontTx/>
              <a:buChar char="•"/>
              <a:defRPr sz="1200" b="0" i="0">
                <a:solidFill>
                  <a:schemeClr val="tx1"/>
                </a:solidFill>
                <a:latin typeface="VNI-Revue" pitchFamily="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xmlns="" id="{EB2E4482-F787-60B3-6E44-7F302D8C9F6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20000"/>
              </a:spcBef>
              <a:buFontTx/>
              <a:buChar char="•"/>
              <a:defRPr sz="1200" b="0" i="0">
                <a:solidFill>
                  <a:schemeClr val="tx1"/>
                </a:solidFill>
                <a:latin typeface="VNI-Revue" pitchFamily="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xmlns="" id="{1C53A776-0AF9-5536-A9F1-F46DE9E0DE1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160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buFontTx/>
              <a:buChar char="•"/>
              <a:defRPr sz="1200" b="0" i="0">
                <a:solidFill>
                  <a:schemeClr val="tx1"/>
                </a:solidFill>
                <a:latin typeface="VNI-Revue" pitchFamily="2" charset="0"/>
              </a:defRPr>
            </a:lvl1pPr>
          </a:lstStyle>
          <a:p>
            <a:pPr>
              <a:defRPr/>
            </a:pPr>
            <a:fld id="{BF5BB960-3977-4E26-BF89-32C7067A70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</inkml:channelProperties>
      </inkml:inkSource>
      <inkml:timestamp xml:id="ts0" timeString="2023-11-17T03:14:34.0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18064 8824 266,'0'0'0</inkml:trace>
  <inkml:trace contextRef="#ctx0" brushRef="#br0" timeOffset="2667.1081">11548 6259 121,'0'0'260,"0"0"-114,0 0-67,0 0-53,0 0 101,0 0-10,0-19 4,0 15-28,0 2-19,0 2-28,0-2-11,0 0 8,0 0 9,0 0-21,0 0 1,0 0 6,0 2-12,0 0-23,0 0-3,5 14-21,11 16 21,5 14 0,6 13 0,2 15 0,3 8 0,-1 6 0,-2-2-1,-5-4 1,1-13-2,-4-13-5,-4-14 6,-3-16 0,-3-12 1,-7-12 0,-4 0 11,0-24-11,-13-14-99,-20-12-117,-44-37-47,0-5-25</inkml:trace>
  <inkml:trace contextRef="#ctx0" brushRef="#br0" timeOffset="2888.3845">11502 6486 123,'0'0'248,"0"0"-108,0 0-12,-27-118-1,27 91-36,7-3 26,18 5-98,8-1-19,7 0-43,3 6-37,3 4 54,-4 10 25,-3 6 0,-10 2 1,-10 20-5,-13 6 5,-6 2 26,0 0 43,-19-6 10,-8-4-24,0-8 0,3-5 44,4-7-33,2 0-50,5-17-16,1-6-202,5-4-336</inkml:trace>
  <inkml:trace contextRef="#ctx0" brushRef="#br0" timeOffset="3138.5474">11827 5903 1113,'0'0'149,"0"0"-120,0 0-28,0 0 8,107 107-9,-81-63-7,-1 2 1,-5 7 5,-7 0-6,-7 2 1,-6-2 5,0-3-1,-3-5-16,-8-12 10,6-8-19,3-11-137,2-11-213</inkml:trace>
  <inkml:trace contextRef="#ctx0" brushRef="#br0" timeOffset="3335.0635">11779 6123 669,'0'0'738,"0"0"-637,0 0-72,0 0-23,176-35-5,-65 14-1,-20 4-97,-16 2-514</inkml:trace>
  <inkml:trace contextRef="#ctx0" brushRef="#br0" timeOffset="3873.5993">12594 6382 1039,'0'0'181,"0"0"-130,0 0-41,0 0-8,120-55 6,-87 31-7,-4 1-1,-4-1 0,-6 0-32,-7-2-5,-8 2 9,-4 1-75,0 2-73,-16 6 82,-3 9 61,-5 6-25,-2 5 21,0 19 37,-1 8 49,3 6 130,6 5-31,9-2-60,9-3-33,0-2-3,20-7 21,18-10-2,11-10-34,17-9-12,46-31-25,-12-13-98,-15-3-980</inkml:trace>
  <inkml:trace contextRef="#ctx0" brushRef="#br0" timeOffset="4259.5995">13106 5704 1137,'0'0'181,"0"0"-155,0 0-25,7 117-1,-1-60 0,3 6-1,5 6 1,1-4 1,3 4 1,3-4-1,-2-6-1,-1-7 1,4-4-1,-4-16-208,-4-14-341</inkml:trace>
  <inkml:trace contextRef="#ctx0" brushRef="#br0" timeOffset="4741.9743">13358 5817 415,'0'0'72,"0"0"-33,15 138-13,-3-70-16,-1 2-9,5-3 30,1-7 2,3-8-7,5-13 2,1-3 18,1-13 29,-3-4 22,1-10-19,-2-4 27,-4-5-47,-1 0-19,-3-9-32,-3-11-7,-5-1-49,-5-4-74,-2 1-40,0 4 153,0 6 10,0 5 207,0 8-99,0 1-78,2 0-24,0 0 3,0 0 8,8 0-2,-1 8 0,4 6-15,3 7 0,-1 0 8,1 3-8,-3 0 0,-1 2-4,-6-3 2,-4-2-37,-2-4-226,0-9-681</inkml:trace>
  <inkml:trace contextRef="#ctx0" brushRef="#br0" timeOffset="4889.1808">13741 6186 1275,'0'0'176,"0"0"-176,0 0-26,0 0-567</inkml:trace>
  <inkml:trace contextRef="#ctx0" brushRef="#br0" timeOffset="5345.8571">13984 6359 1031,'0'0'148,"0"0"-99,0 0-40,129 144 1,-82-86-4,-1 3-6,-3-2-2,-5-1 2,-8-4-1,-6-5 1,-11-9 0,-9-11-1,-4-6-10,0-11 5,-11-12 6,-11 0-2,-3-29-24,-3-16-178,-1-20-14,0-11 5,6-8 32,5 4 181,9 7 309,5 14 91,4 10-251,0 11-75,11 4-6,11 6-13,7 6-31,5 6-14,1 6-9,3 6 0,-2 4-1,-2 0-19,-13 16-4,-5 10-17,-14 9-50,-2 8 71,-18 1 10,-17-1 9,-25 5-1,9-14-101,6-12-482</inkml:trace>
  <inkml:trace contextRef="#ctx0" brushRef="#br0" timeOffset="5854.3046">14839 5667 717,'0'0'393,"0"0"-222,0 0-118,0 0-51,0 0 5,0 0 3,23 158-1,-12-82 4,2 8 0,7 4-12,5-2 0,4-11 5,4-11-5,3-9 9,-5-14-10,-2-8 0,-4-7 0,-10-12-88,-10-9-406</inkml:trace>
  <inkml:trace contextRef="#ctx0" brushRef="#br0" timeOffset="6162.6264">14665 6374 1313,'0'0'167,"0"0"-119,0 0-48,156-90-11,-84 65 11,1 4 0,1 7 1,-3 10 1,-4 4-2,-7 0 1,-8 6-1,-12 10-1,-7 2-1,-8 4 2,-8 5 0,-3 0 3,-8 1 3,1 0 8,-4-2-13,0-3 0,1-5 2,-4-14-3,0-4-173,0 0-903</inkml:trace>
  <inkml:trace contextRef="#ctx0" brushRef="#br0" timeOffset="6310.5363">15378 6148 1337,'0'0'309,"0"0"-178,0 0-131,0 0-106,0 0-75,0 0-169</inkml:trace>
  <inkml:trace contextRef="#ctx0" brushRef="#br0" timeOffset="6729.7764">15969 6228 1152,'0'0'61,"0"0"-61,0 0-299,0 0 299,0 0 109,40-102 29,-40 99-51,0 3-87,-8 0 26,-8 11 27,-5 9-6,0 2-14,-2 6-18,5 0 1,7 1-15,7 1 12,4-7 32,4-3 32,25-4-42,13-3 30,10-8-2,8-5 13,2 0-42,3 0-10,-5-9-24,-2-8-10,-2-1-84,-6-3-4,0-2-24,-5 3-19,-5 2-10,-9 2 43,-4 1 108,-10 4 30,-7 3 18,-10-2 4,0 1-52,-12 6-401</inkml:trace>
  <inkml:trace contextRef="#ctx0" brushRef="#br0" timeOffset="7488.0505">16568 6254 1031,'0'0'222,"0"0"-159,0 0-47,0 0-7,0 0-2,125 2-6,-94-2 7,-2-9-6,0-6-1,-6-1 8,-6-2-8,-5 0 7,-10-3 15,-2-4-14,-2 2-9,-19 4-1,-3 2 1,-3 9 0,0 8 0,-1 0-6,-1 17-1,4 13 7,3 9 1,4 2 11,9 5 8,9 2 18,0-4 24,18-2 23,24-3-2,20-8-16,38-8 12,68-23-79,-16 0-94,-10-25-666</inkml:trace>
  <inkml:trace contextRef="#ctx0" brushRef="#br0" timeOffset="10093.1642">16639 6314 909,'0'0'237,"0"0"-142,0 0-67,0 0-18,0 0 16,0 0 3,35-46 7,-29 34-1,-4 0-20,-1 0-5,3 4 15,-4 1 41,0 7-22,0 0-44,-19 0-16,-4 9-12,-6 12 18,0 2 9,4 4 1,9-2-2,7-5 2,9-2-1,0-6 0,0-6 1,16-6 0,4 0 1,7-4-1,4-16-45,-2-7-7,0-3 7,-7-3 31,-4 5 13,-9 2 1,-2 8 16,-7 6 50,0 8-21,0 4-45,-21 0-7,-3 20 6,-6 8-6,-1 7 7,5 4 1,6 5-1,11 3 1,9-4 4,0-4-4,17-7 0,15-10 0,11-12 10,5-10-11,6-1 0,-2-24-19,-6-7 2,-9-6 16,-5-3 2,-12 6-1,-10 2 13,-5 9 51,-5 10-19,0 8 4,0 6-34,0 0-15,-11 18-3,1 5 2,0 3 1,6 2 1,4-5 0,2-2-1,18-7-42,3-12-127</inkml:trace>
  <inkml:trace contextRef="#ctx0" brushRef="#br0" timeOffset="12030.0828">3233 2867 745,'0'0'225,"0"0"-139,0 0-63,0 0-16,0 0 47,0 0 48,-75-35 17,65 26-49,2 3-19,-1 0-19,-3 2-16,2-2-15,-9 1 6,-2 3-7,-8-3 1,-9 4 0,-9 1-1,-7 0 0,-8 0 1,-5 0 10,-2 11-2,3 5 2,-1 4-9,5 2-2,1 3 2,7-2-2,5-1 0,5-1 1,3-3 0,4 1 0,-1 6 0,-4 1-1,-3 8 0,-7 4 1,0 6-1,-2 6 0,2 2-1,2 4 1,0 3-1,8 3 1,5-1 0,8-1-1,6-1 0,7-4-1,5-5 2,7-2-8,4-2 6,0 3 2,0-2 7,2 7-7,9 0 1,5 2-1,-1-2 0,5-1 0,5-3 0,2-4 1,2-2 0,2-2-1,5-6 1,3-3 0,7-4 6,6-2 5,6-4 0,5-2-6,6-6 1,0-1-6,2-4 8,0-1 0,1-3-3,-3-4 4,0-2-9,0 0 5,1 0 1,-5-6 1,1-6-8,-4-2 9,-4 0 14,-5-7-16,-1 0-5,-1-3 8,-5-7-10,4-1 6,-2-1-12,-1-2 14,-2 1-6,-2 2-1,-4-2 0,-5 0 0,-5-2 0,-11-3-1,-7-1 13,-7-4-4,-4-3-8,0-4-1,0-1 1,-15-4 1,-1 0-1,-3-1 0,-6 1-1,0 0 2,-2-2-2,-2 1 2,-4 1 4,-3 1-5,-1-2 5,-6 3 10,-1 0 8,-1 4 36,-4 0-28,0 6 4,0 4-35,2 5 8,-1 16-9,-27 19-72,11 0-125,-1 19-769</inkml:trace>
  <inkml:trace contextRef="#ctx0" brushRef="#br0" timeOffset="12962.0914">1486 6150 1026,'0'0'159,"0"0"-120,0 0-39,0 0-20,0 0 11,0 0 8,43 4 0,-23 9 1,4 6 0,3 4 0,-2-4 10,-1 0-9,0-6 1,-3-1 5,-3-6 0,-4-4 22,-3-2-16,-3 0 48,3-8 42,3-17-27,3-16-30,6-12-23,6-16-1,6-12 15,7-5-10,9-3-14,10 2-13,28 0-9,-13 25-187,-23 23-1223</inkml:trace>
  <inkml:trace contextRef="#ctx0" brushRef="#br0" timeOffset="13689.7665">2028 8268 1084,'0'0'201,"0"0"-158,0 0-42,0 0 0,0 0 0,0 0 0,0 0 5,104 60-4,-77-26 7,2 5-2,0 4 0,-2-3-5,-2-6 5,-4-9-6,0-8 0,-5-9 0,-3-4 0,-4-4 11,0 0 52,0-14 24,-1-16-37,6-14-9,6-18 1,15-35 2,33-43-4,45-30-15,23-2-26,-17 42-90,-30 50-191</inkml:trace>
  <inkml:trace contextRef="#ctx0" brushRef="#br0" timeOffset="38346.6337">740 2101 542,'0'0'95,"0"0"-68,0 0-12,0 0 81,0 0 117,0 0-24,-17-16-67,13 13-31,0-2-41,2 3-11,2 0-16,-2 0-11,2 2-11,0 0-1,0 2-16,0 19-3,0 11 18,0 8 0,0 10-1,0 4 2,0 2 0,7 0 0,2 4 2,0 0-2,-1 7 0,4 3 0,5 22 1,6 23-1,8 24 0,5 8 1,-5-27-1,-4-27-1,-7-31 0,-1-6-18,6 10 16,2 12 3,2 10 2,-2 1-1,-2-3 0,-4 1-1,-3-6 1,0-2 0,0-10-1,-2-7 1,-1-3-1,-2-9 1,3-4 0,-5-1 0,3-8 0,-5 0 0,-1-5 6,0-2-6,-2-3 5,-2 0-5,3-4-1,-3 0 0,4 0 1,-4-4 0,2-1 0,-1-1 0,-1 0-1,2-1 2,4-1-1,1-4-1,2 3 16,3-3 3,0 0-6,3-3-12,2 1 6,4-4 0,0 3-7,7 1 0,4-1 2,1-2-1,8-1 0,4 2 0,3-5 1,3-2-1,7 0 8,6 0 1,7-6 3,8-7-11,6 0 8,2 0-4,1-1-6,-4 4 0,-1 1-1,-4 0 2,-3 4 0,0 1-1,-1 0 0,-4 1 1,-1 3-2,-3 0 1,-2 0-7,-3 0 7,1 0 18,3 0-1,3-2-11,6-5-5,2 0-1,6-3-1,5-2 1,-1 0 0,-2 2 1,-2 4 6,-5 0-7,-1 0 0,-6-2 9,1 0-9,0-4 0,0 1 7,1-6-1,6 1-6,4-1 1,5 0 0,1 3-1,3 3 0,-3 6 1,1 3-1,-5 2 1,-2 0 9,-7 0-10,-2 0 0,-7 2 7,-6 3-7,-3 0 0,-2-1 0,-2-4 1,1 2-1,1-2 0,2 0 1,-2 4 32,3 0-31,-3 4 24,0 2-12,0 2-12,0 0-1,5-2 0,2-2 1,4-4-2,3-4 0,-2 0 0,1 0 10,-6 0-7,-3 0-2,-6 4 5,-5 5 8,-2-5-5,1 5 9,-1-1-12,2-2-5,3 2 11,2-2-1,2 3-10,5-2 1,2 3 3,4 2-4,3-1 4,1 1-5,1-3 0,2 0 1,-2-2-1,4 0 0,-1-3 1,2-1 6,0 0-6,1 2 8,-2-1 3,1 3-11,1 0 5,2 1-6,1 2 0,2 1 1,0-4 6,3 4-6,1-1 1,0-2-2,3 1-5,-3 0 5,-3-1 1,-3 0-1,-2 0 1,-5 2-1,-2-4 1,-3 0-1,3 0 2,0-2-1,2-2 1,-5 2-1,3 0 5,0-2-6,0 1 0,2-3 1,2 1-1,2-1 0,5 0 0,4 0 0,1 0 10,1 0-10,1-8 0,1 2-2,1-2 0,3-1 1,-1 3 0,0 3 0,1-2 1,2 2 0,-2 1 1,1 0-1,-3 0 0,-1 0 0,2-2 1,1 0-1,1-4 7,2-1-5,3 0-4,2 1 2,-3 2 0,4-1 0,13 6 0,18 1 0,19-3 0,3 3 0,-11-4 0,-17-3 0,-17-5 1,4-6 0,-2-4-1,-15-2 6,-14 3-6,13-7 1,12 1 1,13-4 4,0 1-6,-29 10 1,-32 6 6,1 2-7,9-2 0,9-5-1,7-2 1,-8-2 0,-6-2 0,-5-6 0,-4-1-1,-3-2 1,-6 0 1,2 1 6,-5-3-6,1 1-2,-4 1 2,-5 2-1,-9-2 0,-9 0-1,-10-4 1,-13-5 0,-3-5 1,-5-2 4,0-4 9,-7 0 6,-9-3 13,-1 4-16,-6 0 11,-1 3-16,-5 4 0,-7 3-12,-6 1-3,-9 2 3,-10 1 0,-10-1-1,-9-1-8,-9 0 9,-7-2-1,-4 2 1,-2-2 0,-6 3 0,4 2 1,-4 4-1,4 2-1,4 1 1,9 2 0,6 1 1,12 3-1,3 3 6,5 4-8,-1 6 2,-5 2 0,-10 6-1,-25 4-7,-29 0 8,-22 0-1,16 0-4,25-2 4,33-2 1,19-2 0,-13 0 7,-15 2-7,-28-2-1,-21 2-5,-26 2 5,-9-2 0,2 2-16,11-4 4,18 0 7,25 0-4,26 5 10,26 1 1,7 0 0,-8 0 0,-9 0 0,-10 9-1,-4 1 0,-1 0-2,-23-2-17,-27-1 6,-33-7 9,-12 0-3,6 0 2,19-3 5,47-7 0,27 0 0,24 2 0,5 1 1,-11-4-1,-11-1 0,-16-2-7,-21 1 7,-16-6 6,-30 5-6,-11 0 1,2 6-1,7 0 0,14 2 0,3 0 0,5-3 0,5 1 0,-1-1 0,-1-3 0,-3 0-1,-2-5-10,0 3 3,-3-1 2,2 0 5,-4 1 1,1 4 1,-1 2 5,0 2 0,3 2-5,0 2 6,2 1-7,11-2 0,6 0 0,6-4 0,-3 0 1,-3-4-1,-5 1 1,-1 1-1,2-2 1,7 1-1,2 0 1,7-2-1,16 2-1,17 0 1,18 4 0,7 0 1,-10 0-1,-5 0 0,-5 0 0,4 2 1,3-2-1,2 2 0,1-4 0,3 0 0,1 0 0,3-2 1,1 2-1,2 2 1,0 4 0,2 0-1,2 0 0,7 0 0,6-4 0,3 0 0,3-2 0,-1-4 1,3-2-1,-2-5 0,2 2 1,1-1-1,3 1 1,0 3-1,-3 3 11,-1 4-10,-5 3 0,-3 1 0,1 0 0,-1 1 0,2-1 0,-1-6-1,-1 0 1,-2-2 0,-2-1 1,1 0 7,-3-2-9,0 2 7,3 0-7,5-2 1,3 2 0,2 0 7,3-1-3,1 0-5,-1 3 0,-2 0 1,-3 1-1,-5 4 0,-2 2 1,2-4-1,-2 1 0,5-2 1,2-2 9,5-1-10,4 2-1,2 3 0,2 4 0,3 2-1,-5 0 1,-2 0-1,-2 8 1,-1 1 1,-1 2-1,0-3 0,-1 2 1,-1-2 0,-1 0 0,3 0 0,0 0 0,2 0 1,6 0-1,2 0 0,6-1 0,-1-1 0,2 1 0,-2-1 0,-6 6-1,-5 2 1,-7 6 0,-6 3 0,-2-4 0,5 3 0,2-6 0,3-1 0,5-7 1,3-5-1,-1-3 0,-4 0-18,-34-6-21,7-9-156,-7-10-857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</inkml:channelProperties>
      </inkml:inkSource>
      <inkml:timestamp xml:id="ts0" timeString="2023-11-17T03:17:58.5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10620 8564 1560,'0'0'0,"0"0"-654</inkml:trace>
  <inkml:trace contextRef="#ctx0" brushRef="#br0" timeOffset="1792.3034">12271 8562 1083,'0'0'139,"0"0"-139,0 0-25,0 0-105,0 0 130,0 0 23,0 0 36,-34-76 24,23 72-37,-4 4-24,-4-2 39,-3 0-28,0 0 16,0 0-21,-3 0-18,3 0-10,-2-2-1,-5 1 0,-6 0 1,-1-1 0,-3 2 1,-3-2 5,-3 3-5,1 1-1,-1 0 7,1 0-1,-1 5 4,3 11-8,2 4-1,0 2-1,8 6 0,1 2 0,3 4 0,3 6-1,2 7 1,5 3-1,1 0 1,-1-4-1,3-2 1,1-6 0,1-6-2,-1-2-5,3-1 6,0-4 0,4 2 1,0 1-1,3 0 0,2 4 1,2 0-1,0 4 1,0 0-1,0 0 1,-2 0 0,0-4 0,-1 3 0,1-3 0,0-3 0,0 2 0,2-4 1,0 2-1,0-1 0,0 0 0,0-1 0,0-2 0,0 1 0,0 0 0,4-2 0,1 0-6,1-2 6,0 0-1,4 0 1,-1 3 0,1-3 0,3 2 0,-1-1 0,2 0 0,-3-4 0,-2 0 6,0-1-5,6 0-1,0 0 0,1 1 16,3 0-15,2 3 7,2-2-2,4 0-6,0-1 1,4-6-1,-2 2 1,0-5 0,0-4 1,0 0 5,-3-3-6,3 1 1,2 0-1,2-1 5,2-3-6,0 0 2,1 0 4,3 0 9,3-14-8,3-4 3,5-4-8,0 1 4,0-1-5,-4 2-1,-3 2 2,-3 0-1,-5 1-1,1-4 1,-1-1-1,0-4 1,-4 0 0,0-3-1,-5 2 1,-4 0 5,1 4-4,-3-1-2,0 4 1,2-3 6,1-1-7,-1-2 0,-2-4 0,0-4 1,-2-6-1,-7-4 0,-4-1 0,-3 1 0,-4 5 0,0 0 1,0 5 5,0 2 4,0-2 1,0 0-11,0-2 1,0-4 0,-2-3-1,0-1 2,-5-1-2,0-4 1,-4-2 1,-2-2-1,-1-3 0,1 2 0,-3-2 6,3 4-7,-3 4 11,-1 4 53,-3 5-26,-5 5-13,-2 5 95,-6 2-78,-7 6-20,-4 2-6,-8 7-16,-4 4 0,2 4 0,4 4-39,-15 12-33,14 14-83,9 4-159</inkml:trace>
  <inkml:trace contextRef="#ctx0" brushRef="#br0" timeOffset="4059.7735">17011 8457 848,'0'0'302,"0"0"-204,0 0-67,0 0-20,0 0 36,0 0 25,0 0-27,-10-7-17,5 3-15,-1 0-3,-4 0-9,-3 2 0,-5 2 0,-8 0-1,-7 0-9,-8 0 9,-3 0 0,-1 0 1,-2 2-1,2 4 2,1-1-1,2 0-1,1 3 0,2 0 2,-1 4-2,-1 5 0,1 0 0,0 5 0,-5 2 0,1 5-3,1-2-16,1-1-1,7-2 11,4-4 9,4-1-1,4-4-12,2 4-6,0 1-9,1 1 28,-2 6-1,0 1 0,-1 3 1,1-2-2,0 3 1,1 1 0,1-2 1,5 1-84,3-1 16,2-4-49,3-3 65,5-1 41,2-3 11,0-1 0,0 4 78,0-2-46,2 4-16,5 1 0,1 3-6,2-4 0,-4 3-9,-1 0-1,-1 1-1,-2 3 1,0 0 0,4 0 0,-2 1 1,2 0-1,1-1 1,4 0-1,0 1 1,4-2 7,1 2 0,2 3-1,0-5 0,0 0-6,2-4 0,-2 0 6,-1-1-6,-1 0 0,-1 0 0,-1 0 8,-1-2-3,-1 2 15,1-2-8,3 2-11,1 0-1,6 3 27,4-4-3,2 0-8,2-1-10,7-4-1,4 0 26,5-2-9,1-3-7,4 4-7,-1-5-8,-7 0 1,-1-4 5,-9 0-5,-3-2-1,-7 1 0,0-3 0,1 1 5,2-3 6,6-4 4,5 0 1,9 0-4,2-10-4,7-10-2,-1-4-6,-2-2 0,-6 2 0,-4 0 1,-7 4-1,-7 1 14,0 4-14,0-1 6,0-3-1,-1 0 4,3-6-4,4 0 10,-2-8-5,2-3-10,3-1 5,0-2-5,-3 1-1,2-2 0,-6 1-1,-4-1 2,1 0-2,-6-4 2,-3 0-1,-4-1 1,-1-3 6,-4 3 2,-1-1 4,-3 1-4,0 4-8,-2-2 0,-4 3 2,0 0 10,0-2 15,0 0-6,-2-4-9,-6-4-12,-2-4-2,1-5 7,-5-3-6,1-6 0,-3 0-25,1-2 25,-5 5 2,0 11-1,-5 8-1,-4 8 41,-6 8-12,-15 4 43,-12 4-9,-15 4-35,-15 3-18,-9 8-10,-3 3 6,4 4-6,-18 0 0,24 17-118,18 4-248</inkml:trace>
  <inkml:trace contextRef="#ctx0" brushRef="#br0" timeOffset="12595.7107">19159 710 652,'0'0'160,"0"0"-160,0 0-2,0 0 2,0 0-1,0 0 2,-7-2-1,7 2 0,0 0 72,0 0-41,0 0-15,0 0 1,0 8-16,0 8 20,-3 5 8,-6 9 7,-1 7-1,0 6-25,-1 4-10,-1 6 1,1 3 0,1 2-1,4 4 2,4 7-1,2 22 0,0 23 1,12 29-2,7 9 1,4-3 54,4-4 4,4-9-4,-2 0-20,-7-2-9,-6-12-25,-12-7 9,-4-21-10,0-20 0,0-11 7,-11-6-7,-1 16-1,1 7 1,1 11 0,0 1 0,6-4 0,4-2 0,0 2 1,0 0 0,9 5-1,0 16 0,0-9 0,-3-1 0,-1-5 0,0-19 0,-3 7 0,-2-2 0,0 3 0,0 3 1,0 5-1,0 7 3,-4-1-3,-6-2 0,1-4 1,-2 1 0,2-4-1,-2 1 2,3 2 12,-2 1 24,6 0 1,-1-1-11,5-5-15,0-4 0,0-10-7,12-5-5,1-8 0,0-5 8,-1-4-8,-4-3 8,-1-1 1,-5-2 3,0-2-4,-2-4 4,0-5 6,0-12-7,0-4-11,10-17-1,1 0-123,1-15-210</inkml:trace>
  <inkml:trace contextRef="#ctx0" brushRef="#br0" timeOffset="14278.7483">17451 5985 1121,'0'0'163,"0"0"-89,0 0-74,0 0-143,0 0 14,0 0 129,-4-49 143,4 48-46,0 0-31,0 1-45,0 0-21,0 0 0,0 0-16,2 0 6,4 0 9,7 0 1,5 1 2,9 3-2,9 0 0,13-2 5,10 2-5,11 0 2,8-2 8,5 0-9,4 0-1,0-2 1,4 0 1,5 0-1,-1 0 0,3 0 2,1 0-2,0 0 0,0 7 0,-1-1 5,-2 1-5,1-1 6,3-2-7,4-1 0,-2-3 0,2 0 0,-3 0 0,-3 0 0,-9 0 0,-7 0 1,-4 0-1,-7-3 0,-2 3 12,3-1 0,-1 1 4,5 0 1,-1 0-4,8 0-6,-1 0-6,5 0 0,0 0 1,0 0-1,-2 0 0,-1 0-1,-3 0 2,0 0-1,-4 0 1,-1 0-2,-3 0 1,1 0-1,0 4 0,1-1 1,1-1-1,4-2 2,3 0-1,2 0 0,-4 0-1,2 5 1,-4-1-1,-4 4 0,-4 0 0,1-1 1,-1 2-1,-2-4 1,3-1 0,-1-1 6,2-3-6,5 0 5,-3 0-6,2 0 1,-4 0-1,-9 0-1,-3 0 1,-6 0 0,1 0 7,0 0-7,-1 0 1,2 0 0,0 0 1,1 0-1,-2 0-1,-5 0 1,0 0-1,-6 0 1,2 0 0,-5 0 17,1 0-4,-2 0 4,5 0 2,0 0-2,-1 0-7,-1 0-2,-2 0-8,-5 0 8,-6-3-7,-5 2 6,-4-3 0,-4 1-8,2 2 2,2-3-2,3 2 0,6-1-1,4 3-8,1 0 8,-2 0-1,-5 0 0,-5 0 2,-5 0-2,-13 0-23,-4 0-104,-2 0-387</inkml:trace>
  <inkml:trace contextRef="#ctx0" brushRef="#br0" timeOffset="14530.5722">24337 5941 1350,'0'0'247,"0"0"-129,0 0-67,0 0-30,0 0-20,0 0 10,0 0-10,148 6-1,-87 8 1,-2 3 0,-10 2-1,-15 1 0,-17 2-1,-9 3-17,-8 4 9,-63 24 8,-5-5-34,-13-8-186</inkml:trace>
  <inkml:trace contextRef="#ctx0" brushRef="#br0" timeOffset="15900.3943">24572 5478 827,'0'0'245,"0"0"-115,0 0-61,0 0-43,0 0 6,0 0 15,0 0-18,26-42-13,-6 34 8,3 2-5,-3 4-4,0 2-2,-2 0-12,-4 8 0,-6 14-1,-8 8-16,0 4-8,-2 5 2,-21 0-7,1-3 10,0-5 0,2-9 18,4-6 0,7-6 1,5-6 1,4-4 10,0 0 49,13-13-60,12-10-2,22-28-40,-5 8-174,-7 0-181</inkml:trace>
  <inkml:trace contextRef="#ctx0" brushRef="#br0" timeOffset="16059.1357">24854 5390 967,'0'0'224,"0"0"-158,0 0-38,0 0 4,-116 66 27,99-40-15,11 3-18,6 2-16,19 1 19,30-2-17,70-3-12,-11-10-87,0-11-547</inkml:trace>
  <inkml:trace contextRef="#ctx0" brushRef="#br0" timeOffset="17380.2534">18881 934 576,'0'0'364,"0"0"-153,0 0-98,0 0-61,0 0-36,0 0 3,0-13 38,4 12-4,2 1-18,0-3-29,5 0 3,0-3 7,7-2-9,4-2-5,10-3-1,3 3 0,5-5 1,5-4-2,-1 2 1,-4-5-1,-1-2 0,-6-2 0,-8-1-1,-8 4 1,-6 2 1,-4 7 5,-5 6 5,-2 8 13,0 0-24,0 8-24,0 19 12,-4 7 11,4 4 1,0 2-2,0 0-8,15-2-38,10 6-13,-3-12-43,-2-8-219</inkml:trace>
  <inkml:trace contextRef="#ctx0" brushRef="#br0" timeOffset="17792.0827">19685 298 1088,'0'0'159,"0"0"-85,0 0-42,0 0-28,0 0-4,0 0 0,0 0-1,45 26 1,-40 13 6,-1 4-5,0 3 0,1 3 6,2-4-6,-1 3 0,1-4 0,-1-5-1,1 0 1,0-7-1,4-4 1,2-6-1,7-6 1,3-4 0,4-5 6,2-2-7,-2-3 1,-6-2-1,-2 0-10,-6 0-36,-4-2-70,-5-9-179</inkml:trace>
  <inkml:trace contextRef="#ctx0" brushRef="#br0" timeOffset="17996.0146">19643 676 1380,'0'0'218,"0"0"-135,0 0-16,0 0-27,0 0-20,0 0-6,0 0-14,118 0-1,-9-3-159</inkml:trace>
  <inkml:trace contextRef="#ctx0" brushRef="#br0" timeOffset="19687.0782">19382 7091 935,'0'0'237,"0"0"-144,0 0-67,0 0-24,0 0-2,0 0 1,-51-19 6,49 19-7,2 0-1,0 0-7,0 5 8,0 6 7,0 4-7,0-1 1,0 0 1,2-4-2,4-4 0,1-4-47,5-2-16,-1 0-49,0-8-41,-2-9 98,-4-3 47,-5 0 8,0 2 85,0 5 169,-5 2-152,-4 7 30,-2 4-20,0 0-81,-3 6-31,8 22-57,1-3-135,5-8-900</inkml:trace>
  <inkml:trace contextRef="#ctx0" brushRef="#br0" timeOffset="23114.9623">19382 7124 451,'0'0'177,"0"0"-103,0 0-48,0 0-13,0 0 13,0 0 27,0 0 45,0 0 95,5 0-79,0 0-44,-5-2-2,1 0-18,-1 0-15,0 2-20,3 0-14,-1 0-1,0 0-1,5 0 1,5 0-1,-2 0 1,5 0 0,-1 0 0,1 0 1,1 2-1,0-2 0,0 2 1,2 0-1,1-2 1,6 0 0,4 0 0,2 0-1,5 0 0,-4 0 1,2 0-1,-2-2 1,-3 2-1,-3 0 1,3 0-1,3 0 0,1 0 0,5-2 0,2 0 0,0-2 0,0 0 1,-1 0-1,-4 1 1,-4-3-1,-6 0 0,1 1 2,-6 1-1,1 0 5,-2 0 15,3 0-7,3 0-1,0 2-6,3-1-6,4 3-1,0 0 0,3-1 1,3 1 0,1-1-1,-1-2 1,3 0 0,-6 0 1,1 0-1,-1-2 0,-1 1 0,2 2 6,-2-4-1,1 2-5,-2 0 0,1-2 7,-1 1-6,-4 0-1,2 3 7,-2 1-7,5 1 0,1 0 6,3 0-6,5 0 0,-1 0 0,3 0-1,-5 0 1,-1 0 0,-1 0 0,-5 0 1,-4-3-1,-2 2 6,-2 1-7,0 0 1,-3 0 5,0 0-5,0 0-1,1 0 0,2 0 0,6 0 1,2 0-1,3 0 1,1 0-1,1 0 0,-5 0 0,1 0 2,-5 1-1,-2-1-1,-3 0 1,1 0-1,-2 0 1,0 0-1,0 0 6,1 0-5,3 0 0,0 0-1,2 0 0,2 0 0,1 0 0,0 0 0,4 0 0,2 0 0,0 0 0,0 0 1,-3 0 0,-1 0-1,0 0 0,-5 0 1,-3 0-1,-2 0 2,1 0 0,-3 0-1,1 0 5,0 0-6,2 0 1,4 0-1,3 0 1,-1 0-1,2 0 0,-2 3-1,-1 0 0,-2 1 1,-4-3 0,-3 2 1,-3-3 0,-7 0 0,-5 0 0,1 0 2,0 0-2,3 0 7,-2 0-7,5 0 0,1 0 0,-1 0-1,5 0 2,-1 0-2,2 0 1,3 0-1,-2-3 2,2 2-1,-4 0-1,-2 1 1,0-3 1,-6 3 5,1-2 0,3 2 7,-1 0 0,3 0 5,1 0-10,4 0-8,1 0 0,-2 0 0,2 0 0,1 0 5,-2 0-6,0 0 0,-1 0 0,-3 0 0,-3 2 0,-5 2 0,-3 0 0,-3-2 0,-1-2 0,1 0 0,-1 0 1,7 0 0,-1 2-1,4-2 0,1 2 0,-4 0-7,-3 0-14,-3 0-30,-3 4-71,-5 0-54,-8-4-216</inkml:trace>
  <inkml:trace contextRef="#ctx0" brushRef="#br0" timeOffset="23602.5143">23641 6910 591,'0'0'188,"0"0"-96,0 0 12,0 0 81,0 0-80,0 0-58,0 0-23,4 10-13,5 6 2,-1 7 6,-1 4 4,-2 9-2,-3 10 0,-2 33-12,0-11-9,0-8-315</inkml:trace>
  <inkml:trace contextRef="#ctx0" brushRef="#br0" timeOffset="24467.5833">19263 6860 468,'0'0'181,"0"0"-51,0 0-10,0 0 80,0 0-76,0 0-40,2-4-27,-2 4-8,0 0-29,0 5-8,0 14-6,-6 10 5,2 10-11,2 10 7,2 8-5,0 6-2,14-2 1,32 16-1,-1-15 0,-1-14-131</inkml:trace>
  <inkml:trace contextRef="#ctx0" brushRef="#br0" timeOffset="27266.653">21100 7525 400,'0'0'50,"0"0"-34,0 0 59,0 0-1,0 0 57,0 0-28,0 0-15,0-9 71,0 9-38,2 0-37,-2 0-16,0 0-36,0 0-31,0 8 0,5 10-1,0 9-1,1 6 1,3 5 0,0 0 0,2 2-12,-2-4-1,0 0-12,0-6-8,-4-6-1,1-4-31,-4-7-17,2-9 22,1-4 60,-3 0 13,3-4 9,-3-10 16,-2-2-27,3-3 52,-3 2-17,0 5 12,2-1-9,2 3-33,5 2-3,0 0-3,2 4-9,6 2 0,2 2-1,3 0 0,1 0 0,-4 6-19,1 6 10,-7 2 3,-1 3 5,-5-2-8,-5-1 1,-2 1 8,0-4 0,0-1 33,-16-4 12,3 1-11,2-6 5,6-1-30,5 0-9,0 0-228</inkml:trace>
  <inkml:trace contextRef="#ctx0" brushRef="#br0" timeOffset="27478.5485">21706 7772 1365,'0'0'230,"0"0"-120,0 0-83,0 0-21,0 0-6,182-22-36,-112 21-127,-3-1-478</inkml:trace>
  <inkml:trace contextRef="#ctx0" brushRef="#br0" timeOffset="27920.2677">22482 7613 1061,'0'0'187,"0"0"-102,0 0-66,0 0-16,0 0-2,0 0 1,-123 0-2,103 17 0,5 3 0,4-2 0,3 0 0,8-1-2,0-7 2,2 1 0,15-5 6,3-4 4,4-2-9,5 0 1,2-4 4,0-11-6,-4-2-14,-2-3-24,-7-2 23,-5 0 15,-5 3 1,-2 6 42,-6 3 85,0 6-13,0 4-57,0 0-36,0 0-22,0 14 1,0 5 1,13 11-2,9-1 0,36 9-6,-3-7-95,1-12-149</inkml:trace>
  <inkml:trace contextRef="#ctx0" brushRef="#br0" timeOffset="30159.5453">19487 7118 82,'0'0'80,"0"0"-50,0 0 28,0 0 27,0 0-85,0 0-58,0 0 58,-14-4 12,14 4 8,0 0-1,0 0 76,0 0-4,0 0 20,0 0 10,0 0 35,0 0 64,0 0-97,0 0-23,0-1-20,0-2-8,0 2 15,0 1-40,0 0-19,0 0-20,0 0-7,0 0-1,0 0-12,0 0-23,0 0-7,0 0-20,0 0 5,4 0-37,2 0-161,-2 0-8,1 0-444</inkml:trace>
  <inkml:trace contextRef="#ctx0" brushRef="#br0" timeOffset="30227.908">19487 7118 68</inkml:trace>
  <inkml:trace contextRef="#ctx0" brushRef="#br0" timeOffset="30648.7881">19487 7118 68,'-53'-41'410,"46"36"-217,-1 1-125,-2 2-18,-1 2-11,2 0-23,-2 0-4,2 11-12,3 3 1,-1 1 0,2 1 89,3 3-34,2-3-14,0-1-6,0-2-21,0-1-15,9-6-19,2-5-17,5-1-54,-3 0 19,2-4-89,-3-11-85,-6-6 106,-3-1 99,-3-2 40,0-2 186,0 2-50,-11 5 47,-5 0 132,-2 9-166,0 4-107,-4 6-6,0 0-15,0 0-8,1 16-12,4 4 0,5 2-1,6 0 0,6 2 0,0-4 0,0 1 1,10-8 5,7-3-6,1-6 0,-1-4-16,1 0 14,-3-9-25,1-11-43,-7-2 40,-5 1 21,-4 4 8,0 4-29,0 9 29,-6 4-93,-7 6-80,3 8-323</inkml:trace>
  <inkml:trace contextRef="#ctx0" brushRef="#br0" timeOffset="39566.9083">20004 7061 595,'0'0'131,"0"0"-131,0 0-22,0 0-119,0 0-2,-124-23 143,112 19 276,8-2-84,4 4-107,0 0-85,4 0-119,10 0-289</inkml:trace>
  <inkml:trace contextRef="#ctx0" brushRef="#br0" timeOffset="41473.8666">19276 5891 481,'0'0'54,"0"0"-54,0 0-36,0 0 36,0 0 35,0 0 50,0 0 26,-9-26-17,9 24 40,0-2 40,-2 2-51,-4-2-46,2 2-22,-2 2-36,-3 0-15,3 0-4,-4 0-1,-1 0 0,2 0-1,0 0 2,0 4-1,1 2 1,1 2-10,0 2 4,5 0 6,-1 2 10,3 3-1,0-2-2,0-1-6,10 0 1,7-2-1,1-3 0,4-4-1,3-1-29,-3-2-28,1 0-25,-8-2-91,-3-10 40,-6-6 86,-6-2 28,0 0 19,0 2 104,-9 5 90,-11 2-81,-2 7-35,-7 2-59,-7 2-4,-1 0-14,-1 0 5,0 12-6,10-1 1,7 2 7,5 1 2,5 3-1,4 0-2,5 3-6,2 0 16,0 0-8,11-2-7,14-1-1,6-4-1,9-4-9,4-9-13,1 0-28,-3 0-37,-10-17 8,-8-5 72,-10-2 7,-10 1 57,-4 0 56,0 5 1,-10 5 10,-7 4-42,-3 5-11,-1 2-44,2 2-27,1 0 0,7 6-2,7 10 1,4 4-83,13 3-50,18-5-11,3-9-451</inkml:trace>
  <inkml:trace contextRef="#ctx0" brushRef="#br0" timeOffset="43455.6624">19276 5911 532,'0'0'205,"0"0"-127,0 0-26,0 0 52,0 0 56,0 0-73,0 0-53,33 0-23,-17 0 2,-1 0 2,1 0-7,-1 0-8,1 0 9,2 0-8,2 2 1,3 1 0,6 0-1,6 0 0,3-3-1,4 0 1,3 0 0,-3 0-1,-2 0 0,-2 0 0,-2 1 0,-1 1 1,3 2-1,5-2-1,3 1 1,6-3 0,4 0 1,4 0-1,-1 0 1,-1 0-1,-2 0-13,-2 0-31,-4 0 1,0 0 25,-7 0 17,-6 0 1,-3 0-1,-3 0 1,0 2 0,2 1 1,3-3 0,1 0-1,5 0 0,3 0-14,-2 0-68,2 0 20,-6 0 46,-3 0 9,-2 0 7,-6 0 1,-1 0 29,-2 0-29,-1 0 5,-3 0-6,-2 0 1,4 0-1,-1 0 1,0-3 0,2 3 76,4-1-28,1 1-29,4 0-11,0-1-9,3 1 1,-1-3 0,0 1 0,-2 1-1,-4-2 0,-3 1 0,-2 1 0,1 1 1,-2 0-1,-2 0 0,6 0 1,0 0-1,6 0 1,1 0 6,2-3-6,4 1 4,0 1-5,3-2 1,1 1 0,-2 2-1,1 0 1,-8 0-1,-6 0 1,-4 0 1,-8 0-2,-3 0 16,-3 0 5,2 0-8,3 0-3,4 0-4,6 0-6,5 0 0,6 0 1,3 0 0,-3-2 1,-1 0-2,-9 2 1,-3-2-1,-7 2 0,-4 0 1,-1 0-1,-2-2 1,1 0-1,2 0 0,1 0 0,1 0 1,3 2 0,2 0 11,0 0-11,0 0 0,-1 0 0,0 0-1,3 0 1,1 0 0,-1 0-1,2 0 1,3 2-1,-2 0 1,2-2 0,-6 0-1,2 0 1,-3 0 6,-5 0 1,1 0-7,-5 0 6,0 0-6,3 0-1,-1 0 0,2 0 0,1 0 1,4 2 0,3-2-1,-1 2 7,2-2-7,-3 2 0,-1-2 1,-5 2 0,-4 0-1,-4 2 0,-2-1 0,-1-2 0,-2 1-1,0 1 1,1-2 0,1 4 0,-2-4-30,5 4-131,0-4-54,-3-1-488</inkml:trace>
  <inkml:trace contextRef="#ctx0" brushRef="#br0" timeOffset="43817.9779">23275 5773 1045,'0'0'144,"0"0"-87,0 0-43,0 0-14,0 0-3,0 0-5,0 0 7,-14 25 0,6 11-5,-3 9 6,-1 7 10,3 9 10,7 1-4,2 0-6,2-5 9,14 0 7,0-11-13,-3-8-12,-2-11 10,-4-12-9,-1-8 4,-1-7 7,2 0 40,-1-15-53,3-13-34,1-10-11,-10-33-139,0 13-49,0-3-508</inkml:trace>
  <inkml:trace contextRef="#ctx0" brushRef="#br0" timeOffset="43958.9999">23279 5821 962,'0'0'263,"0"0"-128,0 0-92,0 0-31,0 0-6,0 0 18,0 0-6,69 154-11,-51-63-6,-8-13-1,-10-16-322</inkml:trace>
  <inkml:trace contextRef="#ctx0" brushRef="#br0" timeOffset="45902.3818">20884 5660 977,'0'0'189,"0"0"-112,0 0-41,0 0-23,0 0 29,0 0-4,0 0-18,35-56-7,-29 44 0,-4-2-7,2-4 1,1 0 8,1-4-15,3 2 0,-1 2-1,2 6 0,-1 3 0,-2 9-1,-3 0-5,-2 5-3,1 17 2,-3 6 8,0 4 0,0 1 0,0-4 0,0-3 0,0-3-2,0-5-5,13 0-60,0-6-235,3-2-268</inkml:trace>
  <inkml:trace contextRef="#ctx0" brushRef="#br0" timeOffset="46290.9325">21366 5476 669,'0'0'550,"0"0"-404,0 0-110,0 0-35,0 0-1,0 0 0,0 0 0,-100 83 0,88-58-1,8 1-6,4-1 6,0-6 1,1 0-9,22-6-55,6-4 3,5-7-102,-1-2-1,-2 0-2,-4-6-117,-12-8 107,-7-3 176,-8-2 228,0 1 6,-15-1 122,-9 6-119,0 3-102,-3 6-91,0 4-34,7 0-10,9 7-15,9 9-121,2-2-264</inkml:trace>
  <inkml:trace contextRef="#ctx0" brushRef="#br0" timeOffset="46855.0059">21604 5509 1311,'0'0'83,"0"0"-83,0 0-145,0 0 92,0 0-56,0 0 56,0 0-49,65 72-156,-50-49-80,-1 1 338,-6-2 67,-3-1-4,-1-7-27,-2-2 22,-2-6-23,0-2-24,2-4 41,1 0 85,0 0-92,1-12-32,5-4-12,-3-6 15,3-4 75,2-1 3,-2 1 10,-2 4 21,2 2 0,-4 8-25,-3 4-51,0 6-30,0 2-19,0 0-6,0 4-10,3 14 14,-4 6 1,2 2-54,2 2-12,2-1-13,3-5 11,4-4-107,1-8 26,4-6 7,0-4 61,2 0 72,-1-9 10,1-9 72,4-2 42,0 3-16,4 0 64,4 6-65,1 6-37,1 5-27,-2 0-13,-1 20-14,-12 21-6,-7-3-15,-13-6-335</inkml:trace>
  <inkml:trace contextRef="#ctx0" brushRef="#br0" timeOffset="56759.7318">21436 5510 447,'0'0'110,"0"0"-13,0 0-47,0 0 7,0 0 23,0 0 49,5-26-70,-5 24-40,0 2-12,0 0-6,0 0-1,0 0-10,0 0 10,0 0 0,0 0 0,-5 0-6,1 0 7,0 0-1,0 0 20,-6 0-20,4 4-1,-5 4 1,2 1 4,-3-1-4,2 7-1,-1 1 1,-3 1 3,2-2 3,1-1-6,3-2 0,1-2 0,3 0-6,2-2 6,2 3-9,0-2 9,0 3 9,0 1-9,0-4 1,11 0 0,5-3-1,3-6 6,4 0-6,1 0 0,-2-2-13,-2-12 12,-1-4 1,-8-4 17,-1-2-17,-2-1 0,-4 1 4,-2 4 14,-2 6 64,0 4 4,-2 8-60,-16 2-26,-16 6-66,1 14-100,2 0-345</inkml:trace>
  <inkml:trace contextRef="#ctx0" brushRef="#br0" timeOffset="58680.3281">19465 5823 462,'0'0'80,"0"0"-80,0 0-1,0 0-9,0 0 10,0 0 11,0 0 54,31 0 11,-31 0 5,0 0-33,0 0-4,0 0 33,2 0-58,-2 0 1,0 0-13,0 0 0,0 0 112,0 0-55,0 0-38,0 0-18,0 0-2,0 0 6,0 0 27,0 0-23,0 0-16,2 0-6,0 8 3,1 12 3,-3 10 13,3 8 7,-3 6-5,2 0-14,2 1 15,7-4-15,22 6-1,-4-11-30,0-14-1169</inkml:trace>
  <inkml:trace contextRef="#ctx0" brushRef="#br0" timeOffset="60124.0075">19832 5857 134,'0'0'0</inkml:trace>
  <inkml:trace contextRef="#ctx0" brushRef="#br0" timeOffset="60244.3505">19832 5857 339,'5'-10'102,"-5"8"-46,0-1-18,0 2-8,0 1-15,0 0-15,0 0-170</inkml:trace>
  <inkml:trace contextRef="#ctx0" brushRef="#br0" timeOffset="60468.0641">19803 5849 641,'0'0'109,"0"0"-52,0 0 3,0 0 53,0 0 88,0 0-102,0 0-15,17-40-39,-11 36 30,0 0-30,5 4-16,1 0-13,-1 10-15,-3 18-1,-4 8 0,-4 12-1,0 36 1,0-12 0,-8-7-190</inkml:trace>
  <inkml:trace contextRef="#ctx0" brushRef="#br0" timeOffset="61100.6056">20229 5873 532,'0'0'221,"0"0"-140,0 0 4,0 0-36,0 0 91,0 0-43,0 0-32,31 82-37,-26-45-15,-4 0-7,4 0-5,7 8-1,-3-10-29,3-11-279</inkml:trace>
  <inkml:trace contextRef="#ctx0" brushRef="#br0" timeOffset="61407.6996">20677 5878 1129,'0'0'142,"0"0"-120,0 0-15,0 0-7,0 0 0,0 0 0,0 0 8,22 114-8,-12-78 1,-4 0 1,3 0-2,4 6 0,-2-11-205,0-6-182</inkml:trace>
  <inkml:trace contextRef="#ctx0" brushRef="#br0" timeOffset="61648.7108">21083 5911 1194,'0'0'213,"0"0"-192,0 0-21,0 0-20,0 0 1,0 0 19,-18 117 0,22-84-1,18 2-82,12 1-111,-3-9-8,-6-10-202</inkml:trace>
  <inkml:trace contextRef="#ctx0" brushRef="#br0" timeOffset="61820.7134">21537 6025 1217,'0'0'0,"0"0"-83,0 0-278</inkml:trace>
  <inkml:trace contextRef="#ctx0" brushRef="#br0" timeOffset="66339.1143">16259 5648 998,'0'0'176,"0"0"-57,0 0-12,0 0-63,0 0-22,0 0-14,0 0 0,0-57 8,0 52 17,0 5-20,0 0-11,0 0-2,0 0-5,0 5-12,-2 13 16,-5 9 0,-3 8 0,-2 5 1,-1 2 1,-1-4-1,5 0 0,3-6 0,3-2 0,3-5 0,0-6 0,0-2 0,0-6 1,7-4 0,4-4-1,5-3-42,7 0-19,-4-12-224,-3-4-390</inkml:trace>
  <inkml:trace contextRef="#ctx0" brushRef="#br0" timeOffset="66581.2949">15980 5907 1088,'0'0'260,"0"0"-163,0 0-52,0 0-14,0 0-30,0 0 8,0 0-8,121-29-1,-82 26-14,13 3-41,-14 0-184,-9 0-491</inkml:trace>
  <inkml:trace contextRef="#ctx0" brushRef="#br0" timeOffset="66770.3838">16315 5857 846,'0'0'264,"0"0"-119,0 0-68,0 0-42,0 0-26,0 0-9,0 0 0,116-40 0,-89 38-1,-4 2-31,-4 0-208,-11 0-375</inkml:trace>
  <inkml:trace contextRef="#ctx0" brushRef="#br0" timeOffset="66962.9482">16495 5909 1145,'0'0'276,"0"0"-192,0 0-59,0 0-14,0 0-11,0 0-40,0 0-120,115-28-689</inkml:trace>
  <inkml:trace contextRef="#ctx0" brushRef="#br0" timeOffset="67268.7368">16762 5795 1109,'0'0'199,"0"0"-150,0 0-49,0 0-6,0 0 6,0 0-9,0 0 2,10 83-6,7-62 7,3-3-2,1-4 8,-4-6 1,-1-4 6,-3-4 18,-5 0 11,0-14 19,-6-8-34,-2-1 19,0-8 27,-7-1-23,-12 3-11,-2 6-33,-13 15-49,5 8-83,7 0-372</inkml:trace>
  <inkml:trace contextRef="#ctx0" brushRef="#br0" timeOffset="68233.8985">19178 5361 424,'0'0'132,"0"0"-98,0 0 2,0 0 6,0 0 20,0 0-23,0 0-19,0 5-7,0-1 5,-2-1 34,-1 4 21,1-1-25,2 0-41,0 2 5,0 1 1,0-1-13,0 1-6,2-1-98,7-4 3,2-4-45,-2 0-93,0 0 55,-7-2 174,-2-11 10,0 1 194,0-3-13,0 1 46,-11 2 59,0 2-140,-4 4-37,1 2-38,3 4-14,0 0-34,4 0-22,4 2-1,3 10-41,21-3-47,4-2-296</inkml:trace>
  <inkml:trace contextRef="#ctx0" brushRef="#br0" timeOffset="69020.2581">17811 5117 962,'0'0'0,"0"0"-49,0 0 15,0 0-12,-37 112 46,32-77 5,5 1 8,0-2 34,7-1 17,14 0-28,3-5-4,1-8 49,-2-4-31,0-6-29,4-10-21,-7 0-128,-7 0-230</inkml:trace>
  <inkml:trace contextRef="#ctx0" brushRef="#br0" timeOffset="69217.5114">17624 5438 1283,'0'0'220,"0"0"-162,0 0-58,0 0-50,156-2-46,-102-4-453</inkml:trace>
  <inkml:trace contextRef="#ctx0" brushRef="#br0" timeOffset="69373.7558">18110 5514 532,'0'0'590,"0"0"-590,0 0-302</inkml:trace>
  <inkml:trace contextRef="#ctx0" brushRef="#br0" timeOffset="69458.5346">18110 5514 386,'127'-72'139,"-127"91"-50,0 14 25,0 27-47,-4-4-67,-7-9-272</inkml:trace>
  <inkml:trace contextRef="#ctx0" brushRef="#br0" timeOffset="70158.8962">19276 4948 504,'0'0'89,"0"0"-44,0 0 5,0 0 56,0 0 173,0 0-178,0 0-33,6-23 6,-6 8 14,0 2 10,0-3-8,0 3-36,0 4 32,0 3-5,-2 6-81,-21 0-84,4 14-101,-2 0-21</inkml:trace>
  <inkml:trace contextRef="#ctx0" brushRef="#br0" timeOffset="70546.171">18611 4514 1081,'0'0'108,"0"0"-108,0 0-66,0 0-18,0 109 52,0-79 18,0-1 14,0 0 12,-2 2-12,2-3 7,0-6 9,7-5 96,11-6 8,6-4-67,3-6-28,7-1 4,8 0-17,-7 0-12,-10-10-268</inkml:trace>
  <inkml:trace contextRef="#ctx0" brushRef="#br0" timeOffset="70752.7538">18455 4766 1602,'0'0'273,"0"0"-195,0 0-78,0 0-75,0 0 47,0 0-6,170 14-43,-95-10-214</inkml:trace>
  <inkml:trace contextRef="#ctx0" brushRef="#br0" timeOffset="71033.8152">18841 4913 1288,'0'0'240,"0"0"-128,0 0-64,0 0-28,0 0-12,0 0-7,0 0-1,123-31-2,-92 38-15,-7 11-27,-8 0 10,-12 4 18,-4 0 8,0 0 3,-13-2 5,-1-3 13,6-6-7,8-3-5,0-4-1,8-4 1,50 0-1,0-12-52,0-8-469</inkml:trace>
  <inkml:trace contextRef="#ctx0" brushRef="#br0" timeOffset="71590.7105">19315 4182 644,'0'0'282,"0"0"-6,0 0-150,0 0-33,0 0 37,0 0-23,0 0-42,-30-86-3,23 81-30,-2-2-22,3 7-9,2 0-1,2 0-31,2 11 15,0 4-2,0 3 2,10-1 7,3-3-8,-1-5-43,1 0 25,-3-7 16,0-2 13,-1 0 6,-3-2 8,-2-14-2,-4 0-4,0-2-2,-10-2-55,-15 5-283,0 4-823</inkml:trace>
  <inkml:trace contextRef="#ctx0" brushRef="#br0" timeOffset="71956.9698">18544 3657 781,'0'0'519,"0"0"-400,0 0-92,0 0-18,0 0-8,-46 125 10,34-78-11,6 8-1,4 7 1,2 1 8,0-4-7,6-6-2,10-7-1,2-9 2,5-7 2,5-11-2,8-7-19,7-8 11,21-4-18,-11-12-196,-6-9-133</inkml:trace>
  <inkml:trace contextRef="#ctx0" brushRef="#br0" timeOffset="72181.8753">18318 4196 1356,'0'0'208,"0"0"-125,0 0-71,0 0-11,0 0-1,0 0 0,149 2-16,-84 3-165,-7-1-801</inkml:trace>
  <inkml:trace contextRef="#ctx0" brushRef="#br0" timeOffset="72571.6631">18814 4317 1330,'0'0'173,"0"0"-173,0 0-47,0 0-60,0 0 86,0 0 20,125-16-6,-105 16-150,-9 8 53,-9 2 74,-2 0 30,0 0 133,-8 2-53,-8 0-35,1-2-15,4 2 2,5-2-23,6 2-8,0 0 6,10-2 15,12 2-3,0-4-9,1 0-3,-4-4-5,-7 1 0,-6-4-1,-3-1-1,-3 3 2,0-1 30,-21 2 7,-12 4-26,-7 0-13,-16-2-56,12-2-225,13-4-849</inkml:trace>
  <inkml:trace contextRef="#ctx0" brushRef="#br0" timeOffset="72965.0109">19238 3363 1144,'0'0'164,"0"0"-112,0 0-19,0 0 8,0 0 15,0 0 33,0 0-15,0-72-30,0 68-21,0 4-23,0 0-82,4 0-113,3 0-434</inkml:trace>
  <inkml:trace contextRef="#ctx0" brushRef="#br0" timeOffset="73436.0892">18037 2651 867,'0'0'343,"0"0"-260,0 0-56,-10 116-20,6-72-6,0 0 6,-1 0-6,3-4 10,2-2-10,0 1 7,0-5 3,11-1 0,7-3 4,7-7 2,6-1 5,9-4-21,9-4 3,27-6-4,-12-4-88,-10-4-248</inkml:trace>
  <inkml:trace contextRef="#ctx0" brushRef="#br0" timeOffset="73832.6899">17778 3076 1347,'0'0'187,"0"0"-110,0 0-77,0 0-46,0 0 27,0 0 17,130-5-5,-59 5-34,6 0-31,2 6-31,-4 11-73,-7-1 35,-16 0 94,-13 0 36,-15-2 11,-12-1 1,-12-5 75,0 3 115,-21-1-63,-12 1-57,-5-1-38,3-1-9,8-1 16,9 2-32,11 3-6,7 1-4,0 0 2,25 1-11,10-3 10,12-3 1,6-4 0,5-2 0,11-3-48,-13 0-82,-16-7-249</inkml:trace>
  <inkml:trace contextRef="#ctx0" brushRef="#br0" timeOffset="73970.1058">18538 3234 1092,'0'0'268,"0"0"-188,0 0-64,-18 130 3,18-71-5,12 3-5,34 20-9,-1-15-75,-3-17-567</inkml:trace>
  <inkml:trace contextRef="#ctx0" brushRef="#br0" timeOffset="74510.531">18525 2755 1637,'0'0'223,"0"0"-128,0 0-50,0 0-29,0 0-16,0 0-42,0 0-109,-18-114-120</inkml:trace>
  <inkml:trace contextRef="#ctx0" brushRef="#br0" timeOffset="74696.0727">18402 2155 1443,'0'0'172,"0"0"-124,0 0-48,0 0-98,0 0-35,0 0-132,0 0-10,-18-73-137</inkml:trace>
  <inkml:trace contextRef="#ctx0" brushRef="#br0" timeOffset="74792.9957">18434 2007 1139,'-8'-19'177,"8"4"-61,0 9-116,0 4-212</inkml:trace>
  <inkml:trace contextRef="#ctx0" brushRef="#br0" timeOffset="75651.4025">23284 5805 1428,'0'0'268,"0"0"-194,0 0-48,0 0-14,0 0 25,0 0-20,0-14-5,0 8-12,0 0-57,0-2-69,0 2-121,0-2-493</inkml:trace>
  <inkml:trace contextRef="#ctx0" brushRef="#br0" timeOffset="75812.4697">23295 5432 1395,'0'0'217,"0"0"-150,0 0-67,0 0-15,0 0-101,0 0-59,13-106-357</inkml:trace>
  <inkml:trace contextRef="#ctx0" brushRef="#br0" timeOffset="75981.0844">23243 5023 1181,'0'0'207,"0"0"-126,0 0-40,0 0-15,0 0 9,0 0-25,0 0-10,-6-84-70,26 74-113,-2-1-193</inkml:trace>
  <inkml:trace contextRef="#ctx0" brushRef="#br0" timeOffset="76150.9281">23211 4538 1038,'0'0'181,"0"0"-116,0 0-65,0 0-68,-3-103-77,3 75-56</inkml:trace>
  <inkml:trace contextRef="#ctx0" brushRef="#br0" timeOffset="76333.9524">23201 4118 704,'0'0'117,"0"0"-77,0 0-25,0 0-8,0 0 22,0 0-17,18-111-12,-5 94-69,-2 5-84,-1 0-410</inkml:trace>
  <inkml:trace contextRef="#ctx0" brushRef="#br0" timeOffset="76826.4268">23206 3579 633,'0'0'131,"0"0"-10,0 0 92,0 0-109,-7-108-59,7 96-39,0-1-6,0 4-8,0-3-21,9-2-53,-2-1 36,-3 0-80,-2-3-13,-2 0-64,0-4-15,-15 0 98,-3-5 120,-2-1 170,2-2-34,3 0-48,3 0-12,6 1 12,2 6 5,4 1-6,0 2-56,0 2 10,0 0 15,0-1-56,0 4-39,0-1 4,0 2-65,0-3-4,0 1-16,0-4-2,-3 0 32,-2-6 61,3 2 29,2-4 28,-2 0 25,0 0-12,0-2-15,2 1-19,-3 0 38,1-1 22,2-3-13,0-2-15,0-6 50,0 3 24,0-2-9,2 4-70,7 4-34,-2 8-89,-4 10-125</inkml:trace>
  <inkml:trace contextRef="#ctx0" brushRef="#br0" timeOffset="78202.1841">23379 6088 1061,'0'0'0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</inkml:channelProperties>
      </inkml:inkSource>
      <inkml:timestamp xml:id="ts0" timeString="2023-11-17T03:56:52.5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4062 9364 61,'0'0'340,"0"0"-151,0 0-137,0 0-36,0 0 37,0 0 59,0 0 9,0 0-79,0 0-29,0 0-2,0 0-2,0 0-9,0 0-1,0 0 0,-2 0-5,2 0 6,-2 0 2,0 0 27,-3 0 7,-2 0-16,1 0 2,-3 0-3,0 0-12,-1 0-7,-2 0 0,1 3 2,-1 6-2,1 3-1,0 4-1,2 5 1,3 0-8,1 1 8,5-2 1,0-3 0,5-3 7,19-4-7,10-4 0,5-3 7,9-3-7,0 0-31,2 0-42,-9-17-70,-3-3 89,-11-6 50,-9 0 4,-13-5 6,-5 1-5,0 0 81,-21 2 5,-5 4-20,-3 2-4,-2 6 27,0 5-49,3 8-20,4 3-21,4 0 1,7 0-1,4 0-2,4 6-14,5 18-2,0-2-117,2-2-179</inkml:trace>
  <inkml:trace contextRef="#ctx0" brushRef="#br0" timeOffset="419.998">4575 9393 844,'0'0'146,"0"0"-133,0 0-12,0 0-1,0 0 0,0 0 2,0 0 6,0 25 4,0-18-12,0-1 0,0-2 1,4-1 1,3 3-1,1-1 0,2 0-1,-6-1-51,-1 3-44,-3 0-102,0 3 69,-25 5 47,2-4-102,4 0 50</inkml:trace>
  <inkml:trace contextRef="#ctx0" brushRef="#br0" timeOffset="751.9035">4980 9260 768,'0'0'159,"0"0"-87,0 0-40,0 0 3,0 0-24,0 0-9,0 0 2,-66 47 3,66-24-5,0 1-2,0 0 12,0-2-5,11 0-6,5 0 8,1-1-8,3-1 0,5-2-1,-1-2-25,3-6-116,10-10 74,-8 0-81,-2 0 1</inkml:trace>
  <inkml:trace contextRef="#ctx0" brushRef="#br0" timeOffset="897.076">5176 9425 322,'0'0'242,"0"0"-34,0 0 49,0 0-108,0 0-46,-118-91-12,98 79 28,3 4-79,8 1-28,2 6-12,2 1-63,3 6-99,-1 12-92,3 1-235</inkml:trace>
  <inkml:trace contextRef="#ctx0" brushRef="#br0" timeOffset="1404.2169">5760 9301 342,'0'0'199,"0"0"-150,0 0-29,0 0 6,0 0 26,0 0-14,0 0 54,-60 62-24,24-40-46,-4 1 17,5-3 0,6 1 4,6-7-4,7-2-10,10-5-19,4-1-2,2-4-6,0 1 6,0-3-6,14 0 11,11 0 33,12 0-27,6 0-6,12 0-3,5-6-9,2-6-1,16-5-7,-15 2-105,-10 0-217</inkml:trace>
  <inkml:trace contextRef="#ctx0" brushRef="#br0" timeOffset="1661.6157">5965 9301 1018,'0'0'243,"0"0"-167,0 0-72,0 0-4,0 0 0,0 0 6,-12 112-5,12-79-2,6-3-34,13-3 6,4-5-17,14-3-35,-3-6-105,-5-3-157</inkml:trace>
  <inkml:trace contextRef="#ctx0" brushRef="#br0" timeOffset="2194.9912">6497 9212 884,'0'0'143,"0"0"-110,0 0-26,0 0-5,0 0 14,0 0-15,-116 58 1,108-35 0,3-2-1,5 2 12,0-6-2,3-1-11,10-1 0,7-7-19,0-2-7,0-6-68,0 0 29,-4 0 33,-3-6-46,-2-6 36,-6-1 35,4-4 7,-7 4 12,-2-3 75,2 6 69,-2 2-52,0 4-23,0 3-18,4 1-57,3 0-6,5 0-1,3 2 0,5 13 0,5 6-13,1 6-9,3 8 8,-4 4 15,-5 4-21,-9 0 19,-5-8 2,-6-3 2,0-8 16,-13-4 17,-11-2-6,-10-3 50,-1-7-41,-1-2-29,-1-6-9,10-6-73,6-8-297</inkml:trace>
  <inkml:trace contextRef="#ctx0" brushRef="#br0" timeOffset="2652.4054">7333 9176 1026,'0'0'206,"0"0"-160,0 0-45,0 0 1,0 0-2,0 0 0,0 0-7,-13 14-22,-10 3 22,-6 2 7,2-1 10,1-2-2,6 0-8,6 1 0,5-6 1,7 1 0,2-2 12,0-2-7,0-2 2,11-2 8,14 1 3,6-3-7,9 1-12,7-3 1,5 0-1,-4 0-19,12-5-36,-14-6-95,-11-1-184</inkml:trace>
  <inkml:trace contextRef="#ctx0" brushRef="#br0" timeOffset="2833.9024">7498 9238 920,'0'0'253,"0"0"-177,0 0-59,0 0-5,0 0 2,0 113-12,20-42-2,-2-8-53,-1-11-449</inkml:trace>
  <inkml:trace contextRef="#ctx0" brushRef="#br0" timeOffset="7952.2548">4167 10518 763,'0'0'199,"0"0"-108,0 0-15,0 0 0,0 0-15,0 0 1,0 0-20,-3-6-24,3 6 1,0 0 2,-2 0-2,2 0-18,-2 0 4,0 0-5,-7 0-13,-1 0-9,-9 1 10,-3 14 12,-3-1-1,3 1 0,2 2 1,-1 1-1,7-1 1,0 2-2,7-1-8,7-2 9,0-2 1,4-2 0,19-4-2,10-4-5,7-4-3,3 0 10,1 0-15,-3-10-14,-3-2 5,-9-4 1,-5 3-5,-6-7 8,-8 4 8,-2-4 12,-8 1 10,0-2 25,-2 1 29,-14 0 24,-5 4-41,0 0-27,-2 6 32,3 2 5,5 4-26,1 2-30,3 2-1,2 0-45,3 2-12,6 18-95,0-2-162,0-2-411</inkml:trace>
  <inkml:trace contextRef="#ctx0" brushRef="#br0" timeOffset="8299.2674">4588 10707 618,'0'0'223,"0"0"-197,0 0-24,0 0-1,0 0-1,0 0-84,0 0 20,25 11-4,-21-9 25,3-2 29,-5 0 14,0 0 36,-2 0 49,0 0 61,2 0-12,-2-8-50,0-3-46,0 2-24,0-3-14,0 4-253,0-1-628</inkml:trace>
  <inkml:trace contextRef="#ctx0" brushRef="#br0" timeOffset="8906.9206">5136 10515 713,'0'0'166,"0"0"-11,0 0-65,0 0 4,0 0-9,0 0-25,0 0-46,-64-8-12,46 8-2,0 8 1,0 6 0,0 4-1,3 6 0,4 5 0,3 3-1,8 2 1,0-1-1,14-4 1,18-7-6,7-6-17,11-8 13,0-8-22,2 0-59,-3 0-132,-9-17-4,-4-2-131,-9-6 154,-7 0 163,-14-6 41,-6 2 204,0-2-5,-13 5 156,-7 2-117,-2 6-80,1 4-40,4 5-44,3 2-48,5 5-20,5 2-6,4 0-61,0 12-26,1 7-35,13-4-287</inkml:trace>
  <inkml:trace contextRef="#ctx0" brushRef="#br0" timeOffset="9292.1472">5642 10521 312,'0'0'90,"0"0"-44,0 0-27,0 0-9,0 0 73,0 0-13,0 0-50,2 111 12,27-99-19,4-3-12,6 0-1,-4-3-8,1 0-12,-3-2 20,-4 2 1,-4 0 16,-12 3-7,-5-1 6,-8 5 82,0 3-36,0-1 78,-10 4-46,-8 0-94,-5-1 3,-1 1-13,-3-2 7,0-6-34,6-3-261,5-6-348</inkml:trace>
  <inkml:trace contextRef="#ctx0" brushRef="#br0" timeOffset="9454.5399">5727 10590 932,'0'0'212,"0"0"-96,0 0-84,0 0-23,0 0 2,133-59-11,-88 56-139</inkml:trace>
  <inkml:trace contextRef="#ctx0" brushRef="#br0" timeOffset="10302.2537">6524 10495 1064,'0'0'236,"0"0"-154,0 0-82,0 0-2,0 0 1,0 0 0,0 0-7,107-74 1,-71 68-3,-5 3 9,-5 3-5,-5 0-14,-9 0-18,-10 0 11,-2 3-9,0 8 17,-16 6 19,-7 2 9,-4 0-8,-1 3 6,1 0 0,3 0 18,3 0-15,8 1-9,7-3-1,4 1 1,2 2-1,0-3 2,0-2-1,15-5 1,1 0-1,1-3 0,1-6-1,2-2 0,0-2-11,0 0-31,2 0-31,1-8-94,-1-4 35,-5-3 2,-3 0 71,-8 1 41,-6 1 18,0 0 55,-8 0 21,-17-1 129,-8 2-124,-5 1-7,-4 1-13,2-2-44,2 1 3,7 4 38,4-2-35,4 4-12,8-2 23,1 3-15,6 1-6,1 0-1,5 3-11,2-1-1,0 1-53,9 0 12,13 0 31,12 0-2,6 0-54,7 0-41,3 0-126,27 0 93,-15 0-15,-7-5-332</inkml:trace>
  <inkml:trace contextRef="#ctx0" brushRef="#br0" timeOffset="10678.6502">7108 10437 411,'0'0'156,"0"0"-23,0 0 124,0 0-104,0 0-60,0 0-48,0 0-22,11-30-23,-38 35-1,-2 8 0,1 3-2,3 2-10,7 2 6,9 0 0,5 0 6,4 0 0,0-2 1,8-1-8,13-5-2,3-6-16,5-6-9,0 0-111,0-2-11,-2-17 88,-5-1 30,-4-2 39,-2-1 7,-8-2 7,2 6 115,-8 2 53,0 4-97,0 7-1,1 6-45,3 0-33,7 0-5,10 13-1,8 10 0,4 4 1,6 3-1,-3 7 2,-9-1-1,-19 5-1,-29 42 0,-24-9-25,-19 0-153</inkml:trace>
  <inkml:trace contextRef="#ctx0" brushRef="#br0" timeOffset="11968.4575">4276 11837 430,'0'0'177,"0"0"-70,0 0 33,0 0 12,0 0-60,0 0-35,0 0-13,-16-9 13,14 7-2,-2 2-6,-1 0-4,-1 0-30,-3 0-14,-5 0-1,-1 7-1,-3 5-8,3 0 8,1 2-3,3-2 3,3 2-4,2 3 4,2 0 1,2 1 0,2 2-10,0-2-2,0 1-7,14-4 19,5-3-1,6-4-12,4-3 5,4-5 7,1 0-18,-1 0-65,-4-15-103,-4 0-43,-5-4 33,-9-3 106,-3-6 91,-5-4 7,-3-5 15,0 2 47,0 1 54,-11 6 126,0 8-82,-3 6-20,1 6-49,-1 6-45,3 2-38,1 0-15,-2 11-2,3 32-50,1-6-74,2 0-250</inkml:trace>
  <inkml:trace contextRef="#ctx0" brushRef="#br0" timeOffset="12408.7867">4692 12021 519,'0'0'129,"0"0"-81,0 0-39,0 0-1,0 0-6,0 0-2,0 0-2,-17 37 2,17-33 6,2-1 13,9-3-5,1 0 4,-4 0-5,-1 0-12,-3 0 63,-2-3-43,-2-6-5,0 2 5,0-4-21,0 4-8,-2 2-161</inkml:trace>
  <inkml:trace contextRef="#ctx0" brushRef="#br0" timeOffset="13183.7152">5338 11947 814,'0'0'213,"0"0"-139,0 0-47,0 0-8,0 0 34,0 0 7,0 0-30,-57-28-15,46 28-15,-2 0 8,-1 6-7,-1 10-1,-4 2 0,4 2-1,4 4 1,2-2 0,9 0 0,0-1-1,6-3 1,19-4 2,6-5 4,9-4-6,3-5-1,3 0-29,-1-5-64,-5-13-87,-6-2 0,-12-2 113,-9-2 68,-13-2 18,0-2 206,-13 2-94,-12 2-17,-4 2-6,0 8-20,3 7-48,2 7-27,1 0-12,5 9-10,7 20-67,7 0-122,4-5-308</inkml:trace>
  <inkml:trace contextRef="#ctx0" brushRef="#br0" timeOffset="13657.6264">6094 11805 967,'0'0'186,"0"0"-186,0 0-33,0 0-8,0 0 41,0 0 38,0 0-16,-53 40-14,19-13-8,-3 4 1,-1-3-1,-1-1 12,8-4-11,7-3 12,3-5-12,11-2 11,6-3-12,4-3 0,0-4 0,6 0 0,23-3 19,15 0-19,12 0 0,9-13-20,22-11-84,-16 4-125,-15 1-82</inkml:trace>
  <inkml:trace contextRef="#ctx0" brushRef="#br0" timeOffset="13873.5977">6150 11925 172,'0'0'1049,"0"0"-871,0 0-153,0 0-25,0 0 9,0 0-8,0 0 4,44 121-5,-25-89-36,10 8-27,-5-8-109,-4-6-212</inkml:trace>
  <inkml:trace contextRef="#ctx0" brushRef="#br0" timeOffset="14205.7151">6656 11825 451,'0'0'52,"0"0"-52,0 0 18,0 0 46,0 0 76,0 0-45,-109 101-1,109-88-46,14-3 10,14-4-58,5-3-5,10-3-68,-7 0-111,-7 0-31</inkml:trace>
  <inkml:trace contextRef="#ctx0" brushRef="#br0" timeOffset="14455.4584">6656 11825 487,'136'22'143,"-127"-28"-97,-1-1-31,6 7-7,1 0 1,6 0-6,0 5-3,4 13 0,0 6-11,2 6-14,-5 2-18,-9 1 22,-6 0 21,-7-3 46,-3-4 42,-20-5 165,-10-4-116,-2-2-25,-5-7-21,3-2-42,1-6-30,7 0-6,9-9-13,9-6-95,9-4-300</inkml:trace>
  <inkml:trace contextRef="#ctx0" brushRef="#br0" timeOffset="14867.1679">7413 11784 611,'0'0'104,"0"0"-104,0 0-9,0 0 2,0 0 7,0 0 20,36-106 13,-27 82-21,-2 7-1,-3 2 70,-1 7 122,-3 6-73,0 2-82,0 0-47,0 16-1,0 14 0,0 8 12,0 9-11,4 3 0,7 4 7,5 0-8,-1 3 0,1 16-1,-4-15-99,1-11-465</inkml:trace>
  <inkml:trace contextRef="#ctx0" brushRef="#br0" timeOffset="16489.558">6977 11767 340,'0'0'209,"0"0"-72,0 0-4,0 0-82,0 0 86,0 0-60,0 0-54,0-34-16,2 27-4,-2 3-2,0 0 12,0 3 6,0-2 41,0 3-13,0-2-18,-2 2-7,-8 0 1,-3-1-22,-1 1 9,-3 0-9,-1 0 1,-4 0-2,0 0-8,-5 0 8,-2 7-1,0 1 1,-2 3 0,4-1 1,0-3-1,5 4-1,2-4 1,0 2 1,5-1 0,-2 0-1,2 2 0,-1 2-2,1 0 2,-1 2 0,1 2 0,-1-1-1,1 2-6,-1-1 7,7-3-7,1 0 6,3-3 0,5-2 1,0-2-1,0-1-10,0 0 11,0 2 0,0 2 0,5-1 0,1-2 0,5 3 6,0-5-6,2-1 1,6-3-1,2 0 2,8 0-1,8-1 0,0-7-1,1-3 0,0 1 0,-5 0 0,-4 0 0,-5-2-18,-3-2 1,-6-3-3,-1 0 2,-3-3 8,-2 4 4,-1 0 6,0 0 8,-4 4-8,2 2 0,1 0 0,-3 3 0,2 2-6,-4 3 5,0 0 1,0 2-19,-2 0 18,2 0-6,-2 0 6,2 0-1,1 8 2,-1-2-1,0 2-1,1 0 1,6-1 1,-1 4 0,1-1 0,-1 2-2,4 1 2,-3 0 0,-3 1 0,2 2 0,-4 0 0,-2 2-1,0 2-1,3 0 1,1 3 0,1-6 0,2 1 1,0-1 0,-3-6 0,-1 1 0,-5-2 0,0-1 1,0-1 5,-11 0 2,-7-1 4,0 1 5,-4 2-2,-1 1 12,0-1-4,0-2-11,-2-2-5,3-2 22,0-4 28,2 0-1,2 0-29,0 0-20,7 0 12,2 0 14,5 0-12,1 0-14,1 0-7,2 0 0,-2 0-13,2 0-40,0 1-57,0 8-19,0-2-235,0-1-286</inkml:trace>
  <inkml:trace contextRef="#ctx0" brushRef="#br0" timeOffset="17893.3463">10327 11562 905,'0'0'159,"0"0"-109,0 0-30,0 0 9,0 0 72,0 0 2,0 0-23,31-36-45,-25 32 11,-4 4 1,2 0-21,0 0-26,5 15 0,5 14-1,-1 15 1,3 8 0,-3 7 1,3-2-1,1-4-1,6-12-17,4-14 17,13-18-6,28-18 6,59-59-13,76-60-6,58-42 19,42-30-6,-65 46-70,-46 30-333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</inkml:channelProperties>
      </inkml:inkSource>
      <inkml:timestamp xml:id="ts0" timeString="2023-11-17T03:58:54.1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10221 10537 580,'0'0'122,"0"0"-112,0 0-1,0 0 117,0 0 2,0 0-68,29 2-32,-23-2-4,1 0 16,-2-2 2,-3 0-17,0 0 5,0 0 24,1 0-27,-1 2-18,-2 0 24,2 0-20,-2 0-13,1 0-19,2 4 19,2 13 11,-3 4 9,2 9-11,1 5 25,0 1-25,-1 1-7,0-2-2,3-3 2,-5-4 7,2-6-9,1-5-26,0-11-102,-3-5-100,0-1-447</inkml:trace>
  <inkml:trace contextRef="#ctx0" brushRef="#br0" timeOffset="267.8082">9886 10499 1092,'0'0'197,"0"0"-155,0 0-17,0 0-3,125-18 2,-58 8 61,9-2-43,-1 2-42,19 4-105,-20 2-76,-18 4-334</inkml:trace>
  <inkml:trace contextRef="#ctx0" brushRef="#br0" timeOffset="565.2856">10599 10606 808,'0'0'169,"0"0"-122,0 0-8,0 0-10,0 0 2,27 124-5,-15-94-26,1-1-13,-5-4-35,2-7-3,-4-6-141,-3-7-176</inkml:trace>
  <inkml:trace contextRef="#ctx0" brushRef="#br0" timeOffset="847.6259">10652 10509 1197,'0'0'62,"0"0"-62,0 0-179,0 0 98,0 0 55,0 0-605</inkml:trace>
  <inkml:trace contextRef="#ctx0" brushRef="#br0" timeOffset="1254.1303">10807 10694 601,'0'0'198,"0"0"-147,0 0-34,0 0-11,0 0 21,62 126-8,-51-97-12,-4-4-5,-1-6-1,-3-9 2,1-9 4,-2-1 29,5-1-36,5-21-3,1-8-15,3 1 18,1-3 1,1 2 44,-1 6 33,-1 6 20,-5 6-25,3 6-21,-3 6-22,0 0-17,0 0-1,0 16-6,0 4-6,-1 1 0,-2 4-6,1 0-27,1 2-3,2-3-44,-4-4-79,5-9-366</inkml:trace>
  <inkml:trace contextRef="#ctx0" brushRef="#br0" timeOffset="1689.7728">11289 10368 1016,'0'0'80,"0"0"-80,0 0-28,0 0 28,0 0 1,0 0 7,39 117-8,-26-73-46,1 2 13,-5 1 25,-1-6 8,2-1 1,-4-5 0,-1-7 13,-2-5 6,0-11-2,-1-3 5,0-9-4,4 0 49,0 0-37,7-16-31,5-2-11,2-2 11,2 2 0,1 4 0,2 3 0,-4 7 0,0 4-1,-1 0-6,-5 11-8,-3 13 4,-8 8 3,-4 4-6,0 3 1,-18 14-78,-5-13-33,2-9-187</inkml:trace>
  <inkml:trace contextRef="#ctx0" brushRef="#br0" timeOffset="1892.3888">11072 10144 1635,'0'0'211,"0"0"-211,-51 103-27,26-33-101,5-5-664</inkml:trace>
  <inkml:trace contextRef="#ctx0" brushRef="#br0" timeOffset="2645.3387">12518 10629 918,'0'0'200,"0"0"-145,0 0-20,0 0 17,2 145 20,11-89 25,3 7-47,0 1-24,-6-2-13,-2-5 10,-2-5-8,-4-8-1,1-4-5,-1-13-8,-2-7 5,2-8-6,-2-10-13,2-2-6,-2-2-24,0-24-162,0-28 20,-11 4-33,-5 0-73</inkml:trace>
  <inkml:trace contextRef="#ctx0" brushRef="#br0" timeOffset="3062.967">12494 10720 570,'0'0'133,"0"0"-25,0 0-56,0 0-4,0 0 47,0 0-5,0 0-37,37-92-27,-19 92-26,2 0 0,2 1-1,1 14-1,-2 4-6,4 2-7,0 2-48,0 2 5,-1-1 23,0-2 16,-1-4-4,-3-7-10,-7-6 21,-1-5 11,-6 0-1,1-8-90,-1-12-24,1-4 2,0-6 36,0 0 52,1-1 26,2 2 45,1 7 76,-1 1 65,-1 10-67,3 3-30,-4 4-16,-1 4-4,2 0-38,-2 13-8,-2 9-15,1 11 21,-6 3-16,2 8-2,0 2-1,8 16-10,0-14-56,1-9-514</inkml:trace>
  <inkml:trace contextRef="#ctx0" brushRef="#br0" timeOffset="3536.511">13560 10712 1018,'0'0'223,"0"0"-167,0 0-25,0 0 52,0 0 36,0 0-80,0 0-29,110-3-8,-74 3-2,3-2 0,0 1-86,-2-2-34,-8 1-116,-11 1-367</inkml:trace>
  <inkml:trace contextRef="#ctx0" brushRef="#br0" timeOffset="3794.7099">13663 10950 1300,'0'0'284,"0"0"-222,0 0-41,0 0 1,0 0-6,0 0-14,125 28-2,-87-24-82,-3-4-293</inkml:trace>
  <inkml:trace contextRef="#ctx0" brushRef="#br0" timeOffset="11085.4101">15082 10211 472,'0'0'172,"0"0"-84,0 0-62,0 0-19,0 0 102,0 0-62,16-36-34,-14 32 38,-2 4 20,3 0 18,-3 0-16,0 0-18,2 0-7,-2 0-16,0 0-21,0 0-11,0 0-8,0 0-5,0 0 6,0 11 1,0 7 5,0 7 1,-12 1 6,-3 5 15,-5 2-13,-5-1 9,0-3 37,-3-2-37,1-5 7,2-4-23,1-6 8,4-2 5,5-4-13,1-6-1,3 0 1,2 0 8,1-2-9,2-10 0,2 0 2,2-4-2,-3 0-31,3-4-44,2 2 59,0 0 16,0-1 0,0 6 2,0 3 5,5 0-7,9 4 0,3 4 0,5 2-15,1 0 15,-2 6 6,2 12-5,-5 4 17,0 3-18,0 0 9,-5-3-8,3 0 5,-5-4-6,5-4-1,-6-4-82,1-8-241</inkml:trace>
  <inkml:trace contextRef="#ctx0" brushRef="#br0" timeOffset="11562.0457">15212 10062 965,'0'0'253,"0"0"-173,0 0-63,0 0-16,0 0 14,0 0-15,0 0 9,76-2-8,-62 4 6,-2 8-7,-5 0-1,-5 4-5,-2 0-4,0 0 9,0 2 1,-16-2-8,1-4-50,-1 1-54,5-5 24,5-3 21,4 0 67,2-3 1,0 0 28,0 0 12,10 0 2,5 0 15,4-9-41,3 3-17,7 5-13,-7-2-78,-2 3-153</inkml:trace>
  <inkml:trace contextRef="#ctx0" brushRef="#br0" timeOffset="12002.3382">15475 10471 849,'0'0'202,"0"0"-145,0 0-40,0 0 27,0 0-4,0 0-31,0 0-8,-2 32 1,2-16 5,4 0-1,0-1-5,-2-3 6,1-5-6,-3-1 0,1-6 6,-1 0 3,3 0-10,-1-4-10,2-14-75,-1 4-160,-1 0-401</inkml:trace>
  <inkml:trace contextRef="#ctx0" brushRef="#br0" timeOffset="12744.8542">15905 10240 1302,'0'0'215,"0"0"-215,0 0-117,0 0 117,0 0 79,0 0-79,0 0-3,-25 34-45,11-7 33,1 4 7,3 2 7,0-3-15,3-4-22,5-8 6,0-4 26,2-5 6,0-9 5,0 0 12,0 0-17,13-19-26,1-5-7,1-6 4,1-6 14,-1-4 14,1 1-9,-5-1 10,0 10 17,-5 7-1,0 6 9,-6 9 8,2 6 16,-2 2-36,0 0-11,4 17-2,1 6 1,1 5 0,6 4 1,-1 2-2,2 2-2,3-5-31,0-1-19,-3-2 11,0 0 15,0-1-58,-4-4-49,-2-1-69,-5-6 82,-2-6 32,0-3 82,0-7 6,-13 0 233,-10 0-53,-4 0-63,-4-3-24,2-1 4,3 2 26,8 2-41,9 0-56,7 0-26,4-2-147,20 0 30,7-2-275</inkml:trace>
  <inkml:trace contextRef="#ctx0" brushRef="#br0" timeOffset="13085.28">16379 10066 644,'0'0'100,"0"0"-99,0 0 8,0 0 80,0 0 15,0 0-13,0 133-1,0-98-26,0 5-8,0-3-9,0-1 22,0-7-30,0-2-21,0-6-8,0-6-9,0-3 5,4-4-6,10-4-79,12-4-3,-1 0-109,0-8-740</inkml:trace>
  <inkml:trace contextRef="#ctx0" brushRef="#br0" timeOffset="13354.1837">16234 10313 1077,'0'0'278,"0"0"-183,0 0-76,0 0-6,129-4-2,-59 0-11,-12 0-161,-10 0-849</inkml:trace>
  <inkml:trace contextRef="#ctx0" brushRef="#br0" timeOffset="14095.5792">15207 10954 461,'0'0'137,"0"0"-78,0 0-17,0 0 144,0 0 11,0 0-73,0 0-57,7 0-25,11 0 29,7 0 1,10 0-3,18 0 17,36 0-33,45 0-28,46-14-17,15-8 16,-15-2-6,-44 6-12,-47 2-1,-29 7-5,7-2-47,-9 3-174,-12 0-354</inkml:trace>
  <inkml:trace contextRef="#ctx0" brushRef="#br0" timeOffset="15374.8182">15789 11153 1039,'0'0'383,"0"0"-199,0 0-134,0 0-37,0 0-13,0 0-12,0 0 11,-29 23 1,15 4 5,-1 3 5,1 1-9,5-8 0,3-1 0,4-8 0,2-5 8,0-5-8,0-4 25,4 0-16,9-7-10,3-10-40,2-10 21,-3-1-81,-2-4 31,-1 0-28,-6-2 39,-1 6 52,-5 4 6,0 6 48,0 7 17,0 8 52,0 3-52,0 0-65,0 0 1,0 9 18,0 6-8,2 4-10,12-2-1,3 1 0,5 0-67,3 2-13,2 1 16,-3-2-10,-4 3 20,-4-2 28,-5 0 9,-9-4 7,-2 0 10,0-4 9,-15-3 42,-14-2 29,-9 2 40,-5-6-32,2 1-43,4 0-21,11-4-13,10 0-11,8 0-7,8 0-105,0-1-57,4-9-168</inkml:trace>
  <inkml:trace contextRef="#ctx0" brushRef="#br0" timeOffset="15856.8851">16192 11155 1232,'0'0'214,"0"0"-179,0 0-35,0 0 0,120-12 1,-95 12-1,-8 8-1,-3 9-77,-12 4 62,-2 4 1,-11-2 4,-20 4 11,-5-2 13,-2-5 1,7-1-13,9-10 6,9-3-6,11-6-1,2 0-26,0-6-42,17-12-85,8-8 86,4 1-63,2-2-95,-2 1-42,-2 2 267,-7 4 124,-5 4 51,-4 6 54,-7 4-55,-4 4-22,0 2-14,0 0-112,0 0 9,-6 16 18,-1 3-3,3 4-25,4 1-8,0 0-7,11-3-10,32-4-42,-4-6-150,1-7-301</inkml:trace>
  <inkml:trace contextRef="#ctx0" brushRef="#br0" timeOffset="16435.3153">16693 11015 734,'0'0'218,"0"0"-126,0 0-2,0 0 0,0 0 43,137 80 3,-114-30-51,-2 6-50,-8 5-21,-10-2 1,-3-2-4,-10-1-3,-21 0-8,-31 16-31,4-16-323,3-12 137</inkml:trace>
  <inkml:trace contextRef="#ctx0" brushRef="#br0" timeOffset="16994.5688">15370 11195 983,'0'0'162,"0"0"-132,0 0-14,0 0-15,0 0 11,0 0-11,0 0-1,-82 86 29,70-49 44,3 4 5,5 9-14,4 5 11,0 3-37,27-2-26,15-1-12,56-5-69,-9-16-128,7-17-403</inkml:trace>
  <inkml:trace contextRef="#ctx0" brushRef="#br0" timeOffset="17612.4624">17019 10957 838,'0'0'202,"0"0"-115,0 0-70,0 0-10,0 0-6,0 0 0,118-7-1,-101 7-11,-6 7 11,-3 4 0,-8 2 10,0-1 6,-8 3 9,-11 3 20,-4 0 4,1 2 7,2-6-22,6 1 27,8-5-29,4-4 4,2-1-30,0-5-6,22 0-2,29 0-139,-2-15-40,1 0-489</inkml:trace>
  <inkml:trace contextRef="#ctx0" brushRef="#br0" timeOffset="18076.4879">17664 10716 920,'0'0'193,"0"0"-143,0 0-21,0 0 45,0 0 0,141-4-53,-106-1-21,15 4-59,-11 1-69,-5-3-138</inkml:trace>
  <inkml:trace contextRef="#ctx0" brushRef="#br0" timeOffset="18353.0824">17716 10850 993,'0'0'330,"0"0"-237,0 0-64,0 0 57,0 0-12,130 4-74,-78-4-111,-2 0-150</inkml:trace>
  <inkml:trace contextRef="#ctx0" brushRef="#br0" timeOffset="26708.3032">18429 10222 618,'0'0'249,"0"0"-150,0 0-59,0 0-1,0 0 28,-18 0-28,18 0-22,0 0-8,0 0-9,0 0 2,-3 3-1,2 1 0,-1 4 15,-3 2 0,0 4-7,-1 4 2,1 0 7,-1 4 5,-1 0 1,2 0-3,3 0 2,2-2-1,0-1 2,5-6-12,15-3-12,4-6 1,3-2-1,2-2 0,0 0-59,0-12-9,-2-8 16,-5-4-29,-5-5 26,-5-7 29,-6 3 26,-6-1 14,0 6 39,0 8 21,0 3-12,-13 5 5,0 6-32,-5 2 1,0 2-11,1 2-12,-2 0-6,4 0-6,-1 6 8,5 2-7,3-2-1,-2 1-1,6-3 0,2-3-14,2 3-27,0 5-41,0-1-37,0-3-199</inkml:trace>
  <inkml:trace contextRef="#ctx0" brushRef="#br0" timeOffset="27072.4356">18881 10399 1077,'0'0'242,"0"0"-150,0 0-27,0 0 15,0 0 23,0 0-50,0 0-36,0 0-16,0 0 1,0 0-2,2 0-12,6 2-147,-4-2-83,2 0-568</inkml:trace>
  <inkml:trace contextRef="#ctx0" brushRef="#br0" timeOffset="27549.0483">19076 10212 848,'0'0'167,"0"0"-125,0 0-22,0 0 22,0 0-3,0 0-27,0 0-12,112-13 0,-100 13 0,-3 9-1,-3 4 1,-6 3 1,0 1-1,0 3 0,-11-1 15,-9 3-3,-2 1 2,2 0 5,4-3 0,5-4 4,7-4 4,4-2 33,0-3-33,4-2 27,16-4-16,4-1-13,8 0-15,5 0-10,23-13-87,-8-1-70,-7 0-241</inkml:trace>
  <inkml:trace contextRef="#ctx0" brushRef="#br0" timeOffset="27832.3544">19458 10271 481,'0'0'411,"0"0"-284,0 0-94,0 0-24,0 0-9,0 0-1,0 0-38,-22 11 33,22-2 6,8 3 1,2 0 9,-1 2 14,-3 2 10,2 0 3,-2-1 15,-2 2-11,-2-5-6,3-2-15,-3-4 3,-2-2-13,0 0-9,0-4-1,0 2-79,0-2-39,0 0-169</inkml:trace>
  <inkml:trace contextRef="#ctx0" brushRef="#br0" timeOffset="28023.0334">19481 10193 1066,'0'0'250,"0"0"-161,0 0-50,0 0-17,0 0-22,131-73-92,-111 63-617</inkml:trace>
  <inkml:trace contextRef="#ctx0" brushRef="#br0" timeOffset="28417.6865">19730 9837 1011,'0'0'183,"0"0"-112,0 0-57,0 0-7,0 0 5,0 0 5,0 0-9,98 25-8,-89-9 0,-7 0 0,-2 2 0,0 0 0,0 2 7,-13-2 15,-3-2-12,3-1 6,4-4-8,5-5 1,4-2 1,0-2 8,7-2-1,17 0-17,22 0-43,-4 0-113,-3 0-388</inkml:trace>
  <inkml:trace contextRef="#ctx0" brushRef="#br0" timeOffset="29138.4444">20100 10347 327,'0'0'779,"0"0"-646,0 0-81,0 0-8,0 0 54,0 0-21,0 0-48,0-9-29,0 9-6,0 0 4,0 9-7,0 3 2,0-2-28,2-3-5,3-2 29,-1-5 11,2 0 1,2 0 0,-2 0 5,1-10-5,-3-2 6,-4 2-7,0-1 0,0 5-29,-11 5-97,-7 1-495</inkml:trace>
  <inkml:trace contextRef="#ctx0" brushRef="#br0" timeOffset="33616.5441">20732 10131 221,'0'0'150,"0"0"-98,0 0-13,0 0 17,0 0 15,0 0-3,0 0-3,0-14 50,0 11 14,0 1-41,0 0-4,0 0-21,0 0-19,0-3-20,0 4-6,0 0-4,0 1-1,0-3-5,0 3 0,0 0 0,0 0-8,0 0 0,-2 0-6,-2 0-17,-4 0 19,1 0 4,-5 4 9,-1 4-9,-1 1-1,1 2 1,-3 1 0,1 4 0,-1 3 6,1 2 7,1 5 3,3 1-1,5-1 11,4 0 4,2-3-20,0-4 9,6-3-4,14-4-14,4-7 12,5-2-13,0-3-28,2 0-19,-2-8-11,-4-10 8,-2-4 0,-8-4 30,-3-4 14,-8-2-4,-2 0 10,-2 2 13,0 2 31,0 6 19,0 1 6,-9 5-6,2 2 7,3 6-25,-1 0-19,3 6-18,0 2-8,2 0-19,-4 2-60,-3 24 27,0-2-84,2-1-228</inkml:trace>
  <inkml:trace contextRef="#ctx0" brushRef="#br0" timeOffset="33859.0351">21010 10393 1175,'0'0'229,"0"0"-155,0 0-74,0 0-52,0 0-3,0 0-84,0 0-639</inkml:trace>
  <inkml:trace contextRef="#ctx0" brushRef="#br0" timeOffset="34350.5719">21372 10087 796,'0'0'292,"0"0"-260,0 0-31,0 0-1,0 0 2,0 0 4,0 0 5,-112 39 22,106-15 17,3 1-11,2 0 7,1 0-8,0-1-24,0-4-2,1-2 1,11-2-12,6-6-1,4-4-11,3-6-59,2 0-20,-1 0-4,-2-14-3,-1-9 38,-3-2 59,-6-3 58,-2-1 30,-4 1 42,-6 6-8,-2 4 22,0 3-45,-2 4-48,-12 4-35,1 4-15,-3 3-1,1 0-34,5 12-117,6 2-62,4-2-501</inkml:trace>
  <inkml:trace contextRef="#ctx0" brushRef="#br0" timeOffset="34698.6259">21698 10178 849,'0'0'25,"0"0"-25,0 0-45,0 0 45,0 0 30,0 0-30,0-108-45,0 87-53,4-2 89,0 3 9,-1 4 61,-3 4 92,2 6-17,-2 6-38,0 0-63,0 4-16,0 16 17,0 8-10,0 10 1,0 4-3,0 8-8,2 3-16,7 15-24,-2-12-99,-1-13-618</inkml:trace>
  <inkml:trace contextRef="#ctx0" brushRef="#br0" timeOffset="36722.5047">20331 10240 487,'0'0'107,"0"0"-45,0 0 2,0 0 48,0 0 4,0 0-47,0 0-5,-42 47-28,38-37 12,-2 4 23,-7 1-12,1 6-17,-4 0 15,-1 2-21,-4 1-22,1 2 1,0-2-9,0-2 0,7 0 2,-1-3-8,8-5 2,-1-5-1,3-1-1,2-4-35,2-4-91,0 0-84,0-1-724</inkml:trace>
  <inkml:trace contextRef="#ctx0" brushRef="#br0" timeOffset="37012.1701">20059 10294 907,'0'0'199,"0"0"-142,0 0-41,0 0-8,0 0 39,0 0 31,101 105-16,-67-75-7,6 3 27,-3-6-42,0 2-18,-6 3-22,-10-7-11,-7-4-213</inkml:trace>
  <inkml:trace contextRef="#ctx0" brushRef="#br0" timeOffset="38363.8075">18864 10824 504,'0'0'118,"0"0"-57,0 0 2,0 0 144,0 0-67,0 0-53,0 0-12,-8-18-3,8 18-9,0 0-20,0 0-14,0 0-17,6 0-11,11-2 0,14 2-1,7 0 1,13 0 4,7 0-4,9 0 0,4 0 6,5 0 1,2 0-8,-2 0 0,-1-3-1,-1-2 1,-5-1-6,-1-2 5,-5 2 1,-5 2-1,-4 0-9,-10 2-3,-1 0 13,-3 2-1,0 0-7,-1 0-10,0 0 9,-1 0 7,0 0 2,-1 0 1,-2-2 1,-2 0-2,0-1 0,-2 2 5,1 1-5,1 0 0,-2 0 0,0 0-6,1 0 5,-3 0-14,0 0-3,0 0 7,0 0-12,2 1 1,0 2 2,0-3 19,2 2-1,1-2 2,-1 0-2,3 0 1,-1 0 1,1 0 0,-2 0 2,1 0 4,-1 0-5,-1 0 6,0 2-7,-3-2 0,1 0-1,2 0 0,3 0 0,3 0-19,4 0 5,1-4-1,2-3 16,-2 0 0,-5-1-8,2 0-68,10-6-190,-13-1-39,-6 6-190</inkml:trace>
  <inkml:trace contextRef="#ctx0" brushRef="#br0" timeOffset="39716.6624">19777 11075 905,'0'0'136,"0"0"-108,0 0-15,0 0-13,0 0 42,0 0-8,0 0 11,-80 57-17,70-42 4,4 2 11,2 1 2,-1 5-12,5-2-13,0 0-19,0-4 0,0-3 7,11-5 32,9-4-29,3-5-11,-1 0-45,4 0 5,-3-9-24,0-6-4,-8-6 23,-1-5-22,-8-4 18,-4 1 48,-2-1 1,0 5 91,0 5 7,0 6-18,-13 2-18,4 4-2,-4 2-30,1 3-21,3 3-9,3 0 0,-1 0-6,7 13-42,0 8-71,0 0-38,7-5-236</inkml:trace>
  <inkml:trace contextRef="#ctx0" brushRef="#br0" timeOffset="40021.5121">20144 11199 1149,'0'0'233,"0"0"-118,0 0 0,0 0-37,0 0-41,0 0-33,0 0-4,0-6-52,5 6-116,-3 0-99,3 0-613</inkml:trace>
  <inkml:trace contextRef="#ctx0" brushRef="#br0" timeOffset="40394.851">20579 11071 1033,'0'0'132,"0"0"-132,0 0-19,0 0 19,0 0 40,0 0-8,0 0-17,-73 44-7,48-28-7,-2 0 8,5 1-8,0-6-1,6 1 0,5-4 9,4 0 1,3-2-9,4-1 4,0-4-4,0 2 16,17-2 3,10-1-19,4 0 4,7 0-5,1 0-18,-2-4-40,10-12-55,-7-1-66,-11 4-609</inkml:trace>
  <inkml:trace contextRef="#ctx0" brushRef="#br0" timeOffset="40517.3454">20579 11071 884</inkml:trace>
  <inkml:trace contextRef="#ctx0" brushRef="#br0" timeOffset="40613.3738">20579 11071 884,'27'13'305,"-27"-4"-192,0 1-86,0 5 8,0 4 14,8 3-6,10 1-19,3 7-24,-2-5-16,4 0-30,0-6-57,-1-4-75,-5-10-337</inkml:trace>
  <inkml:trace contextRef="#ctx0" brushRef="#br0" timeOffset="40894.3539">20831 10940 1220,'0'0'255,"0"0"-201,0 0-54,0 0 0,131 68 5,-102-35 7,-7 1-11,-6 6-1,-9-2-27,-7-2-34,-3 0 9,-23-2-25,-41 8-14,5-6-81,-1-8-359</inkml:trace>
  <inkml:trace contextRef="#ctx0" brushRef="#br0" timeOffset="41547.1632">19554 11001 834,'0'0'220,"0"0"-133,0 0-41,0 0-6,0 0-2,0 0-10,0 0-8,-102 83-10,92-52 16,2 3 18,5 2-5,3 4 19,0-1-25,7-3-32,15 0 11,7-4 10,1-3-22,3-3-13,16 1-61,-9-7-51,0-8-260</inkml:trace>
  <inkml:trace contextRef="#ctx0" brushRef="#br0" timeOffset="42312.9941">21237 10990 735,'0'0'225,"0"0"-193,0 0-13,0 0 21,0 0 4,0 0-8,0 0-14,54 9 5,-42-9 4,-5 0 8,-3 0-16,-2 2-22,-2 1-1,0 4 12,0 1-6,-4 1 5,-11 2 15,1-2-11,3 2-6,2-1-1,6-1 13,1 0-21,2-1 26,0 0-11,0-2-4,0 0 5,8-2-14,34-4-2,-3 0-26,9 0-313</inkml:trace>
  <inkml:trace contextRef="#ctx0" brushRef="#br0" timeOffset="43010.8025">22228 10669 1041,'0'0'194,"0"0"-149,0 0-23,0 0 8,0 0 38,0 0-36,0 0-32,102 0-26,-67 0 17,-1 0-1,7 0-26,-12 0-63,-10 0-138</inkml:trace>
  <inkml:trace contextRef="#ctx0" brushRef="#br0" timeOffset="43242.1267">22190 10850 1420,'0'0'262,"0"0"-194,0 0-53,0 0-1,0 0-14,127 12-90,-83-12-294</inkml:trace>
  <inkml:trace contextRef="#ctx0" brushRef="#br0" timeOffset="62110.2356">23480 10262 576,'0'0'181,"0"0"27,0 0-96,0 0-36,0 0 9,0 0-7,32-36-44,-28 32-20,2 0-4,-1 1-9,-1-4 18,2 2 0,2-4-11,-2 2-8,1-4-1,-1-1-9,2-2-30,-2-2-16,1 0 18,-3-2 21,0 2 5,-2 2 12,-2 1 13,3 7 21,-3 5 16,0 1-27,2 4-21,-2 20 17,0 12 3,0 10 7,3 9-28,1 4 15,3-2-6,-1-6-9,3-2 6,0-9-7,0-4 0,-2-6-10,1 1-58,-1-7-30,0-9-224</inkml:trace>
  <inkml:trace contextRef="#ctx0" brushRef="#br0" timeOffset="62502.9343">23269 10774 1043,'0'0'199,"0"0"-113,0 0-48,0 0 17,0 0 9,0 0-32,139-30 5,-64 29 1,8 1 12,7 0-30,3 0-11,-1 0-9,15 0-54,-20 1-164,-20 1-279</inkml:trace>
  <inkml:trace contextRef="#ctx0" brushRef="#br0" timeOffset="63109.36">23248 11081 643,'0'0'255,"0"0"-172,0 0-30,0 0-17,0 0 31,0 0-31,0 0-23,87-24 12,-64 24-2,-6 0-4,1 0-11,-7 0-6,-2 0-2,-4 2 0,-5 4-1,0 5 1,-3 2 0,-17 3 1,-9 4 17,-2 2-1,-2 0 6,2 0 12,8-1-26,7-7 5,7-1 14,9-1-9,0-4 5,9 1-8,18-4 0,12-3-16,7-2-68,32 0-35,-9-6-147,-4-7-142</inkml:trace>
  <inkml:trace contextRef="#ctx0" brushRef="#br0" timeOffset="63381.2508">23746 11111 859,'0'0'197,"0"0"-131,0 0-49,0 0-16,0 0 13,0 0 15,0 0-15,-53 44 6,72-30-6,3 2-13,1-2-1,0 2 0,-1-2-11,-3 0-27,-6-4 29,-4-1-2,-5-6 11,-4 1 1,0-2 15,0-2 6,-11 0-9,-6 0-12,-17 0-1,8-6-106,1-6-290</inkml:trace>
  <inkml:trace contextRef="#ctx0" brushRef="#br0" timeOffset="63545.6234">23746 11111 1159,'30'-70'216,"-16"63"-129,8-1-60,4 1-2,10 0 0,7 3-25,21 3-29,-13 1-122,-4-3-143</inkml:trace>
  <inkml:trace contextRef="#ctx0" brushRef="#br0" timeOffset="63957.0797">24264 10866 523,'0'0'150,"0"0"-105,0 0 29,0 0 37,-125 102 28,105-69-58,5 3-7,9 3-21,6 3-5,0-3 4,12-1-17,13-7-16,6 0-8,3-9-9,-1-4 5,-2-8-7,-8-3-6,-6-7-5,-7 0 10,-6 0 0,-4-11 1,0-5 13,0 2 9,-18 3 31,-5-2 14,-1 7-49,-2 4-7,1 2-11,-2 0-20,10 4-102,5 4-275</inkml:trace>
  <inkml:trace contextRef="#ctx0" brushRef="#br0" timeOffset="64939.6145">24667 10694 929,'0'0'156,"0"0"-156,0 0-21,0 0 14,0 0 7,0 0 18,0 0-8,32 102-9,-30-80 0,-2-3-1,2-5 20,-2-1-4,2-3-4,-2-3-2,0-6-4,2 1 17,-2-2-16,0 0 6,0 0 18,6 0 5,-2 0-9,4 0 4,8-12 6,8-6-8,12-4 82,9-6-15,13-6-41,11-6-10,6-6 5,39-25-50,-20 11-16,-14 8-369</inkml:trace>
  <inkml:trace contextRef="#ctx0" brushRef="#br0" timeOffset="75398.5653">10185 12362 1428,'0'0'228,"0"0"-228,0 0-369,0 0-388</inkml:trace>
  <inkml:trace contextRef="#ctx0" brushRef="#br0" timeOffset="77171.1428">12195 12253 697,'0'0'891,"0"0"-741,0 0-147,0 0-3,0 0-13,0 0 13,0 0 6,-52 91 5,33-37 4,-2 5-14,6-5 1,1-4 4,3-10-6,3-10-1,0-8 1,4-9 0,0-7-11,2-6 10,-2 0-6,4-13-4,0-18-59,0-6 31,0-13-18,12-7-134,6 0 7,7-4 68,1 9 113,5 6 3,4 12 68,-4 12-35,-8 7 2,0 12 13,-7 3-11,-5 6-5,2 18 63,1 10-23,3 5-31,6 8-19,3 0-3,6 6 1,3-4-11,1-1-8,-3-5 0,-4-5-1,-2-5-6,-9-9-20,-3-6-133,-3-6-57,-8-10-358</inkml:trace>
  <inkml:trace contextRef="#ctx0" brushRef="#br0" timeOffset="77409.8112">12151 12533 1380,'0'0'259,"0"0"-176,0 0 15,0 0 61,0 0-25,0 0-90,0 0-27,137-14-17,-61 14-2,40 0-80,-21 0-194,-12 2-383</inkml:trace>
  <inkml:trace contextRef="#ctx0" brushRef="#br0" timeOffset="77930.4402">13211 12408 955,'0'0'273,"0"0"-167,0 0-55,0 0 87,0 0 16,0 0-58,0 0-68,31-10-13,-4 2-14,6 1 10,5-2-3,-1 3-8,4 2 1,-3 2-1,-5 0-41,3 2-114,-10 0-112,-7 0-277</inkml:trace>
  <inkml:trace contextRef="#ctx0" brushRef="#br0" timeOffset="78712.2672">13198 12701 985,'0'0'282,"0"0"-144,0 0-103,0 0 37,0 0 59,0 0-64,0 0-48,50 8-4,-16-2-8,6 1-7,0 2 0,14 3-1,-10-3-207,-9-5-357</inkml:trace>
  <inkml:trace contextRef="#ctx0" brushRef="#br0" timeOffset="81134.3225">14628 11857 512,'0'0'503,"0"0"-409,0 0-65,0 0-19,0 0 4,0 0 18,0 0-20,-36 28-12,28-10 1,-4 4 10,-2 2 14,-1 2-2,0 0 2,1 2-11,-1 5 11,-1 1 1,-4 6-3,0 4-1,-3 4-12,2 2 18,2 5 12,4 1-28,6 5 37,7 8 24,2 7-15,2 4-12,15 4-22,3 7-9,3-1-5,2 0 3,-5 0-1,-1-3-5,0-5-1,-2-7 0,-3-10 1,-1-9-7,-1-14 0,-2-11 0,-3-12 7,-1-7-7,0-4 0,-2-5-16,9-3-81,-1 0-173,-2-7 58</inkml:trace>
  <inkml:trace contextRef="#ctx0" brushRef="#br0" timeOffset="81992.1682">14928 12137 370,'0'0'196,"0"0"-82,0 0-79,0 0-19,0 0-16,0 0 1,28-109-5,-20 95 5,1 3-1,-2 5 68,-3 6 79,-1 0-77,-1 4 1,-2 16 33,0 6-46,0 5 1,0 0-28,0 1-7,0 0 2,0-2-2,0-1 3,0-1-26,2-2 27,2-4-28,1-4 0,9 0-8,-1-4-2,-3-8-142</inkml:trace>
  <inkml:trace contextRef="#ctx0" brushRef="#br0" timeOffset="82735.2217">15241 12328 1045,'0'0'295,"0"0"-188,0 0-88,0 0-3,0 0 48,0 0 50,0 0-81,47 2-20,-7-2-7,6 0 1,10 0-7,31-4 0,-14-8-127,-9 0-168</inkml:trace>
  <inkml:trace contextRef="#ctx0" brushRef="#br0" timeOffset="83419.3763">15905 12132 785,'0'0'490,"0"0"-340,0 0-114,0 0-14,0 0-22,0 0 86,0 0-64,44-24-22,-21 24 0,1 0 1,0 0-1,-4 1-1,-1 8 1,-6 1 0,-7 2-31,-4 1 12,-2 2 19,0 1-1,-11 2 0,-7-2-7,5 0 8,5-4 0,5-5 1,3 0 0,0-5 13,13-2 25,10 0-14,8 0-13,5-6-12,3-6-91,11-4-40,-8 4-56,-11-1-397</inkml:trace>
  <inkml:trace contextRef="#ctx0" brushRef="#br0" timeOffset="106214.7771">16346 12112 535,'0'0'306,"0"0"-136,0 0-76,0 0-33,0 0 4,0 0-20,0 0-29,0 0-15,0 0 6,0 0-6,0 0 0,2 0 0,2 0-1,1 0 2,2 16-1,2 6 12,1 4 2,4 10-7,1 5 45,6 8-24,0 5-5,2 2-3,2 3-13,-3-5-7,0-4 0,-2-9 9,-4-4-10,-3-13 0,-4-8 0,-5-6 0,-4-10-2,0-4-11,0-16-67,-2-6-490</inkml:trace>
  <inkml:trace contextRef="#ctx0" brushRef="#br0" timeOffset="107090.4497">16386 12103 512,'0'0'326,"0"0"-179,0 0-57,0 0-6,0 0-28,0 0-22,0 0-11,18 0-9,-10 0-8,1 0-4,1 0 5,0 0 0,3 3 0,1 9 21,1 2-11,2 0 5,-2-1-12,1 0 0,-1-3-10,1-2 1,-1-1 6,-1-1-7,1-1 0,1-4-1,-1-1-34,12 0-47,-4-1-198,-5-11-52</inkml:trace>
  <inkml:trace contextRef="#ctx0" brushRef="#br0" timeOffset="107277.1781">16742 12109 380,'0'0'352,"0"0"-114,0 0-102,0 0-63,0 0-27,0 0 5,0 0-15,0-18-17,0 18-18,0 0-1,0 12 0,0 11 21,0 3-11,0 4-9,0 0 4,-2-3-3,2-4-4,2-7-77,11-8-639</inkml:trace>
  <inkml:trace contextRef="#ctx0" brushRef="#br0" timeOffset="108094.8019">17709 12115 810,'0'0'310,"0"0"-163,0 0-114,0 0-22,0 0 10,0 0-20,0 0-1,0 44 0,7-12 7,2 11-6,-2 6 8,1 5 0,-1 5 1,2 2-1,-2-3-8,1-4 8,4-7-8,-3-5 0,2-11 0,-5-5-1,-4-4-9,-2-7-103,0-9-258</inkml:trace>
  <inkml:trace contextRef="#ctx0" brushRef="#br0" timeOffset="108411.0358">17713 12140 512,'0'0'569,"0"0"-569,0 0-107,0 0 107,0 0 57,0 0-9,121 33-12,-90-15-19,-4 0-15,-2-1 4,-5-3-6,-5-4 0,-2-7-20,4-3-71,-3 0-130,-2-1-587</inkml:trace>
  <inkml:trace contextRef="#ctx0" brushRef="#br0" timeOffset="108733.7656">18112 12103 955,'0'0'171,"0"0"-116,0 0-12,0 0-31,0 0 0,0 0-12,0 0-23,0 33 4,0-7-13,0 3-15,-6 0-20,-3-2 40,1-4 22,2-4 5,4-11 10,2-3 2,0-5 49,0 0-9,4-6-52,12-14-12,5-3-20,3 0-17,5-1 49,2 2 34,2 6 69,0 4 7,6 3-7,-1 9-43,-5 0-31,-2 6-18,-10 32-11,-8-1-75,-9-3-317</inkml:trace>
  <inkml:trace contextRef="#ctx0" brushRef="#br0" timeOffset="109484.6073">19614 12064 522,'0'0'542,"0"0"-542,0 0-124,0 0 124,0 0 10,0 0 67,0 0-48,-98 29-18,87-13 1,-2 3 5,4 0 21,5 3 4,2 3 23,2 1 9,0 0-28,12 0-28,9-4 2,3-4-10,5-6-10,4-6-5,6-6-14,-4 0-24,3-4-76,-5-16-11,-4-6 68,-2-4 62,-9-4 62,-3-2 35,-8 2 22,-5 3 36,-2 5-7,-7 6-78,-57 9-70,4 6-10,-9 5-240</inkml:trace>
  <inkml:trace contextRef="#ctx0" brushRef="#br0" timeOffset="110874.3641">14615 13615 765,'0'0'300,"0"0"-214,0 0-31,0 0 40,0 0-5,0 0-42,0 0-25,0 0-16,0 0-7,0 0 0,0 0-1,0 4-5,0 4 6,4 5 1,0 2-1,1 6 1,2 5 12,4 6-4,-2 6 7,-1 6 9,4 4-15,-6 6-9,3 5 8,0-3-7,2 0 0,2-4 0,6-10 8,3-4-9,0-7-1,7-8-6,-7-11-116,-7-8-239</inkml:trace>
  <inkml:trace contextRef="#ctx0" brushRef="#br0" timeOffset="111401.5855">15301 13218 993,'0'0'263,"0"0"-197,0 0-66,0 0 1,0 0 6,0 107-1,8-67 4,6 4-10,-1 0 1,-2-2 7,3-6-7,-3-8 0,0-4-1,0-10-1,0-6-164,-3-5-618</inkml:trace>
  <inkml:trace contextRef="#ctx0" brushRef="#br0" timeOffset="111655.2273">15294 13189 1114,'0'0'194,"0"0"-140,0 0-40,0 0 1,0 0-7,0 0 6,0 0-14,134 39-2,-103-19 0,2-2-31,-2-1-35,9-9-34,-9-5-181,-5-3-332</inkml:trace>
  <inkml:trace contextRef="#ctx0" brushRef="#br0" timeOffset="111968.151">15668 13154 637,'0'0'347,"0"0"-240,0 0-88,0 0-19,0 0-16,0 0 7,0 0 9,-8 42 1,-2-16 0,2 0 2,3-3-2,1-5 30,2-9 2,2-2-20,0-7-3,0 0 51,2-2 33,11-14-94,5-2-40,-3-3 40,3 6 7,-2 4 39,2 3 8,9 6-15,4 2 0,4 0-17,5 21-2,7 23-20,-9-5-44,-9-3-180</inkml:trace>
  <inkml:trace contextRef="#ctx0" brushRef="#br0" timeOffset="112636.3644">17160 13214 965,'0'0'194,"0"0"-139,0 0-45,0 0-10,0 0 43,0 0 6,0 0-23,3-81-17,2 76 13,-3 4 43,3 1-23,-1 0-26,2 3-15,3 15 9,1 11-1,0 6-2,-3 6-7,3 3 2,-2 2 7,-1-2-9,11 4-9,-5-11-76,4-10-288</inkml:trace>
  <inkml:trace contextRef="#ctx0" brushRef="#br0" timeOffset="112854.7093">17399 13361 1423,'0'0'333,"0"0"-276,0 0-56,0 0 5,121 0-6,-65 3-132,-3-3-212</inkml:trace>
  <inkml:trace contextRef="#ctx0" brushRef="#br0" timeOffset="113290.3872">17867 13174 1132,'0'0'190,"0"0"-190,0 0-104,0 0 68,0 0 36,0 0 17,0 0-17,121 6-36,-108 4-120,-6 0 148,-5 2 8,-2 3 123,0 1-49,-6-1-10,-4 2-27,4-3-15,3-2-3,3-1 7,0-1 16,3 1 15,13-1-12,5-1-23,8-2-11,25-5-11,-7-2-90,-5 0-472</inkml:trace>
  <inkml:trace contextRef="#ctx0" brushRef="#br0" timeOffset="113566.3251">18293 13166 1433,'0'0'208,"0"0"-199,0 0-9,0 0 6,-9 153 1,22-89 6,8 4-4,1 0-9,-6-8-1,-1-6 1,-8-10 0,-3-5 1,-4-9-1,0-10-48,0-10-15,0-8-12,-4-2-5,-8-37-206,1-7 110,0-4-678</inkml:trace>
  <inkml:trace contextRef="#ctx0" brushRef="#br0" timeOffset="113767.5322">18304 13221 1020,'0'0'156,"0"0"-110,0 0-26,0 0-11,0 0-7,0 0-2,0 0-10,18-63-3,-2 65 11,1 16-8,4 4-3,-4 5 3,1-3 4,-3 0-14,-1-6-31,-3-6-50,-1-10 16,-2-2-57,-1-4-11</inkml:trace>
  <inkml:trace contextRef="#ctx0" brushRef="#br0" timeOffset="114001.9901">18484 13193 755,'0'0'273,"0"0"-147,0 0-35,0 0-33,0 0-16,0 0-1,0 0-40,63-45-1,-49 45-1,-2 0-13,2 0-41,-1 6 19,-2 8 19,3 2 17,-3 3 0,2 0 42,-1-1-19,-2-4-11,2-3-5,1-10 18,1-1-6,5 0-19,-3-8-102,-3-6-1085</inkml:trace>
  <inkml:trace contextRef="#ctx0" brushRef="#br0" timeOffset="114680.3823">19899 13014 801,'0'0'290,"0"0"-135,0 0-7,0 0 16,0 0 68,0 0-113,0 0-93,-8-18-26,-3 22 0,-1 16-1,3 6-2,5 6 2,4 4 1,0 0-1,15 0-6,14-4-21,4-3-4,6-10-70,-1-7-3,-1-10-25,-5-2 10,-3-5 1,-7-17 52,-5-6 67,-3-4 15,-7-1 95,-7 1 28,0 4-66,-36 2-45,-7 6-27,-5 6-178</inkml:trace>
  <inkml:trace contextRef="#ctx0" brushRef="#br0" timeOffset="116712.457">19997 13120 747,'0'0'247,"0"0"-136,0 0 50,0 0-24,0 0-29,0 0 2,0 0-37,0-14 26,0 12-39,0 2-17,0 0-9,0 0-34,0 0-9,0 0-4,0 8 4,0 16 9,0 11 1,-2 8 0,0 14 5,2 6 8,0 6 16,0-1-3,0-6-15,14-8-10,3-9 8,-1-9-10,-3-14 0,-1-7-2,-6-6-14,-4-9-46,-2-6-52,0-16-109,0-9-1204</inkml:trace>
  <inkml:trace contextRef="#ctx0" brushRef="#br0" timeOffset="117025.2756">19982 13070 1099,'0'0'236,"0"0"-162,0 0-43,0 0 19,0 0 33,129-34-38,-100 34-23,2 3-21,2 10 1,-1 5 5,-2 1-6,0-4-1,-4-3-11,-1-4-60,9-8-76,-7 0-187,-3-4-178</inkml:trace>
  <inkml:trace contextRef="#ctx0" brushRef="#br0" timeOffset="117217.042">20541 12964 992,'0'0'317,"0"0"-193,0 0-124,0 0 1,0 0-1,0 0 13,0 0-7,-25 106-5,15-66 0,3-4 0,1-5 1,6-10-1,0-5 0,4-9-1,11-6-1,1-1-128</inkml:trace>
  <inkml:trace contextRef="#ctx0" brushRef="#br0" timeOffset="118481.9814">15392 14419 613,'0'0'203,"0"0"-112,0 0 29,0 0-16,0 0-12,0 0-11,0 0-16,4-58 16,-4 55 21,0 0-15,3 3-36,-3 0-27,0 0-24,0 0-55,0 3 5,0 12 30,-5 8 19,1 3 0,4-1 0,0 4 1,0-12-1,19-2-27,10-7 4,6-8-1,0 0-38,1-10 7,-5-14 25,-9-3 31,-6-5 7,-10-1 37,-6 1 22,0-3 39,-9 9 20,-11 4-14,1 6-39,-2 9-44,3 7-24,5 0-4,2 17-7,11 23-100,0-6-193,20-4-1116</inkml:trace>
  <inkml:trace contextRef="#ctx0" brushRef="#br0" timeOffset="119021.5076">17312 14225 1352,'0'0'274,"0"0"-213,0 0-61,0 0 0,0 0 0,0 0 2,0 0 5,12 144-5,3-94 12,-1-1-14,-3-5 1,0-4-2,-2-12-17,2-6-49,0-14-76,1-4-5,-4-4-495</inkml:trace>
  <inkml:trace contextRef="#ctx0" brushRef="#br0" timeOffset="119251.3902">17339 14187 1302,'0'0'178,"0"0"-178,0 0-24,0 0 24,0 0 20,0 0-13,123 29 0,-80-10-7,3-1-26,3-2-43,14-10-68,-13-6-145,-7 0-455</inkml:trace>
  <inkml:trace contextRef="#ctx0" brushRef="#br0" timeOffset="119545.2396">17910 14141 49,'0'0'1109,"0"0"-987,0 0-122,0 0 0,-127 58 0,98-32 0,2 2 0,9-2-24,5-8-3,7-4 20,6-6 7,0-8 1,0 0 49,8-4-35,10-14-8,2-4 5,5-1-2,4 0-9,2 5 17,2 6 43,1 2 21,5 6-37,2 4-37,1 2-7,-2 19-1,-1 23-25,-9-5-103,-10-1-463</inkml:trace>
  <inkml:trace contextRef="#ctx0" brushRef="#br0" timeOffset="120377.3775">19169 14287 591,'0'0'33,"0"0"-21,0 0-12,0 0 59,0 0 256,0 0-144,86-102-74,-72 86 7,-1 6-10,-1-4-34,1 6-9,-5 4-23,2 2-20,-1 2-7,-3 0-1,3 18 0,0 10 0,0 4 1,2 6-1,4 20-31,1-8-95,-2-9-248</inkml:trace>
  <inkml:trace contextRef="#ctx0" brushRef="#br0" timeOffset="120802.3547">19803 14253 1295,'0'0'241,"0"0"-203,0 0-31,0 0-7,0 0 1,0 0 17,0 0-18,85-24-4,-58 26 4,-2 10 1,-8 3-1,-8-7 0,-9 9-6,0-1-20,-13 1-13,-18 4 7,-5 1 22,3-4 9,6 1 0,11-10 1,9 0 1,7-4 12,0-2 7,23-2-11,31-1-9,-6 0-109,2-4-392</inkml:trace>
  <inkml:trace contextRef="#ctx0" brushRef="#br0" timeOffset="121220.4034">20331 14266 393,'0'0'496,"0"0"-382,0 0-114,0 0-37,0 0 24,0 0 1,0 0-254</inkml:trace>
  <inkml:trace contextRef="#ctx0" brushRef="#br0" timeOffset="122202.3412">19874 14341 988,'0'0'19,"0"0"-19,0 0 0,0 0 62,123-2-24,-87 2-26,0-2-12,-7 2-20,-7 0-32,-6-4 26,-10 3-25,-4-4-77,-2 3 38,-2 2 90,-17 0 12,-8 0 2,-4 0-14,-1 0 0,-1 7 5,2-2 6,2 1 80,2 0-53,7 0 43,5-6-34,7 0-12,8 0 43,0 0 15,2 0-2,21 0-55,8 0-25,9 0-10,9-6-1,3 0-31,1 0-20,-4 1-17,-5-2-96,-5 1 10,-12 2 84,-14-2 1,-13 6 23,0 0-81,-29 0 127,-21 0 21,-12 7 17,-11 6 25,-8-1 82,6-1-2,6 1-16,15-3-8,16-5-35,14 1-19,13-1-24,9-4-24,2 0 27,2 0 18,22 0 16,10 0-52,10 0-16,6-9-9,2 0-1,0-1-36,-5 1 18,-3 1-17,-10 0 0,-12 4-10,-9 0 19,-11 0 23,-2 4-20,-6 0-3,-21 0-6,-9 0 31,-10 0-1,-3 0 2,-3 6 0,6-1 1,5 0 12,12-5 24,12 2 21,8-2-13,7 0 39,2 0-21,0 0-25,15 0 1,14 0-39,11 0-19,43-2-77,-10-8-157,-3-1-921</inkml:trace>
  <inkml:trace contextRef="#ctx0" brushRef="#br0" timeOffset="122645.8755">20572 14149 1311,'0'0'269,"0"0"-190,0 0-33,0 0 65,0 0-59,0 0-39,0 0-12,38-21-1,-22 21-2,-5 0 1,-3 9-40,-2 3-13,-6 3 16,0-1-44,-6 3 5,-11 4 42,-3-4 28,2 2 6,7-5 0,4 1 1,7-5 1,0-4 12,7-1 3,17-5-2,12 0-14,26-3-14,-6-13-130,-2-1-353</inkml:trace>
  <inkml:trace contextRef="#ctx0" brushRef="#br0" timeOffset="122900.1737">20933 14161 234,'0'0'1014,"0"0"-880,0 0-95,0 0-23,-66 110 17,66-65 15,0 8-20,6 4-18,15-1-9,0-2 15,0-6-15,-6-8 0,-1-8 1,-6-8 6,-3-8-8,-3-8 0,-2-4-8,0-4-27,-2-12-16,-14-16-88,-8-40-3,1 7-130,6-2-419</inkml:trace>
  <inkml:trace contextRef="#ctx0" brushRef="#br0" timeOffset="123042.7958">20888 14107 1124,'0'0'194,"0"0"-150,0 0-31,0 0-12,0 0-1,0 0 0,0 0-39,121 78-84,-92-55-120,-5-6-62</inkml:trace>
  <inkml:trace contextRef="#ctx0" brushRef="#br0" timeOffset="123214.5471">21123 14177 342,'0'0'519,"0"0"-445,0 0 62,0 0 14,0 0 14,0 0-33,0 0-47,66-76-37,-54 80-33,-3 18-7,-5 6-7,-2 4-28,-2 20-18,-2-12-66,-9-4-201</inkml:trace>
  <inkml:trace contextRef="#ctx0" brushRef="#br0" timeOffset="124784.5466">21098 12112 516,'0'0'170,"0"0"-100,0 0 45,0 0 96,0 0-105,0 0-45,0 0-25,0 0-22,4-3-5,4 2-2,-4 1-5,0 0-1,3 6 0,1 12 0,3 3 1,1 10 14,2 1 1,3 5-5,1 4-12,2-1 2,0 4 0,3 2-1,-4 2-1,-1 5 1,-3 0 0,2 4-1,-2 1 0,1-2 1,0 1 0,5-2 0,0 2 0,1-1 0,0 0 1,0 3-1,-1-2-1,-4 0 0,-3-2 2,-1 3-2,-1-3 1,1 1-1,0-4 0,1-4 0,-2-2 1,0-4 0,-1-2 0,-2-1 6,-3-3 0,-1-4 8,-2 2 1,-1-2-2,0 0-8,-2 2-5,2-1 5,0-2-6,0 1 0,1-1 0,-1-4 8,-2 2-8,0-5 0,0-3 1,0 2-1,0-3 2,0 0-1,0 0 1,0 4 15,0 5-1,-2-2-10,-1 7 4,-3 5-10,-4 0 0,0 0-40,-1-7 40,1-3 1,4-2 8,1-5-9,5 2 1,0-5-1,0-2 0,0-5 1,0-1-1,0-7 0,0-4 0,0 0-48,0 0-169</inkml:trace>
  <inkml:trace contextRef="#ctx0" brushRef="#br0" timeOffset="128470.7153">22159 12478 469,'0'0'655,"0"0"-514,0 0-63,0 0 38,0 0-27,0 0 45,0 0-48,4-24-37,3 20-22,1 2 3,-1 2-16,3 0-13,-4 9 1,-1 11-2,1 4-2,-1 6 1,-3 1 0,3 2 1,-1-6-9,2-2-27,1-6 20,2-6-24,-4-5 18,1-6 2,-1-2-2,-1 0 20,0-4 1,4-12-15,-2-8 8,1-5-26,-1 0 12,4-1 12,-2 1 10,3 5 10,-2 9-2,0 4 37,0 8-3,-1 0-16,6 3-18,-3 0 0,3 11-8,-1 9 0,-2 5 0,1 8 0,-2 1-1,-1 2-33,1-2-53,5 2-43,-1-8-57,-4-10-380</inkml:trace>
  <inkml:trace contextRef="#ctx0" brushRef="#br0" timeOffset="128914.4395">22482 12300 1066,'0'0'175,"0"0"-145,0 0-30,0 0-15,0 0 14,0 0-5,0 0 5,16 44 1,-8-7-1,3 4 1,3 3 0,1 2 6,3-1-6,2-3 0,0-6-1,1-5 1,-2-6-33,-1-7-58,-5-8-22,-1-8 32,-3-2 81,-3 0 6,2-10 1,-4-6-7,2 0 55,-1 1 76,1 0-25,1 3 11,0 0-37,4 3-14,0 4 2,2 1-4,3 2-42,0 2-15,1 0-7,1 6-1,3 10-33,8 10-60,-6-4-73,4-4-330</inkml:trace>
  <inkml:trace contextRef="#ctx0" brushRef="#br0" timeOffset="129304.3495">23159 12547 1031,'0'0'193,"0"0"-164,0 0-29,-114-3-22,83 10 22,5 11-7,3 2 5,7 5-47,8 0 27,6-3 21,2 0 1,0-8 2,0-2 12,15-7-8,3-5-6,0 0-98,4 0-22,-2-13-51,-2-3 25,-3 0 94,-2 2 52,-1 2 133,-5 2 46,-3 4-2,-2 4-70,-2-1 0,0 3-67,0 0-27,0 0-13,0 15 1,4 3-1,6 2 0,3 2-26,7-3-39,20 0-51,-7-5-135,-1-5-356</inkml:trace>
  <inkml:trace contextRef="#ctx0" brushRef="#br0" timeOffset="129745.8649">23389 12589 750,'0'0'222,"0"0"-76,0 0-59,0 0-56,0 0-10,0 0 23,0 0-22,-14 72-9,14-30-13,0 7 0,11 2-9,3 5-6,1 1 15,1-5-1,-3-4 1,1-6 1,-6-10 1,1-8 11,-4-8-12,-2-10-1,-3-6 28,0 0 50,0-16-78,0-13-10,-8-8-4,-3-7 1,-2-4-57,-3-5-4,3 3 52,2 0 22,4 6 5,5 4 38,2 4 27,0 6-14,0 4 2,4 4-5,12 4-20,-1 8-23,4 4-8,0 6-2,-1 0-24,-3 12 8,-3 13 5,-5 4 1,-7 5-8,0 4-12,-29 12-30,-5-7-140,1-10-431</inkml:trace>
  <inkml:trace contextRef="#ctx0" brushRef="#br0" timeOffset="129922.4451">23034 13028 970,'0'0'955,"0"0"-823,0 0-107,0 0-9,0 0-16,0 0-51,0 0-481</inkml:trace>
  <inkml:trace contextRef="#ctx0" brushRef="#br0" timeOffset="130123.4024">22860 12278 1923,'0'0'232,"0"0"-232,0 0-9,176-87-76,-113 83 40,-7 4-430</inkml:trace>
  <inkml:trace contextRef="#ctx0" brushRef="#br0" timeOffset="130904.4827">24198 12312 973,'0'0'210,"0"0"-169,0 0-27,0 0 21,0 0 58,0 0-11,0 0-44,12-62-26,-2 46-11,-1-2 6,-1 2-6,1-2-1,-4 4-8,-3 2-8,1 2 2,-3 5-1,0 5 2,0 0-17,0 0 7,0 18 23,0 7 0,0 7-1,0 4 1,0 2 0,8 2 0,7 13-47,1-12-77,-6-7-181</inkml:trace>
  <inkml:trace contextRef="#ctx0" brushRef="#br0" timeOffset="131174.4363">24104 12633 1242,'0'0'193,"0"0"-154,0 0-27,0 0 40,0 0-13,142 8-20,-64-8-9,7 0-10,30 0-17,-23 0-104,-18 0-483</inkml:trace>
  <inkml:trace contextRef="#ctx0" brushRef="#br0" timeOffset="131806.7618">24023 13010 1098,'0'0'169,"0"0"-146,0 0-23,0 0 1,0 0 7,0 0-7,0 0 0,116 10 0,-116 3 0,0 0 15,0 3 6,-12 2-6,-11 2-3,-4 0-7,-2 1-5,0 2 0,4-1 0,1 0 15,6 0 21,4-4 0,8 0-7,2-6-7,4-1 9,0-6 11,10-5 12,17 0-19,9 0-36,32-17-59,-8-6-141,-5-3-883</inkml:trace>
  <inkml:trace contextRef="#ctx0" brushRef="#br0" timeOffset="132126.8034">24433 13022 1018,'0'0'230,"0"0"-230,0 0-19,0 0 19,0 0 21,0 0 13,0 0-25,47 88 0,-26-65 7,-2-2 11,-1-1-2,-5 0-15,-1-3 5,-3-3-2,-5-3 17,-4-3 6,0 2 11,0-2 24,-15-1 1,-10-1-43,-4-3-14,0-1-15,0-2-64,7 0-38,6-3-136</inkml:trace>
  <inkml:trace contextRef="#ctx0" brushRef="#br0" timeOffset="132286.2055">24462 12970 1264,'0'0'210,"0"0"-153,0 0-43,0 0-14,0 0-113,0 0-949</inkml:trace>
  <inkml:trace contextRef="#ctx0" brushRef="#br0" timeOffset="132715.6858">24962 12934 992,'0'0'170,"0"0"-122,0 0-35,0 0-3,-145 88 34,109-54-2,7 4-13,11 1-3,12-4 35,6 0 19,0-5-35,18-2-9,6-6-14,5-4-9,4-4 7,3-8-20,0-6-39,-5 0-63,-4 0-38,-10-12-57,-7-4 54,-10 0 143,0 0 64,-25 3 41,-14 5-25,-11 7-25,-37 1-36,12 0-19,7 8-218</inkml:trace>
  <inkml:trace contextRef="#ctx0" brushRef="#br0" timeOffset="133158.4512">24456 12991 1128,'0'0'85,"0"0"-85,0 0-22,0 0 22,0 0 0,0 0-225,0 0-77</inkml:trace>
  <inkml:trace contextRef="#ctx0" brushRef="#br0" timeOffset="133397.6852">24456 12991 970,'14'-1'401,"-2"1"-259,13 0-101,11 0-31,6 0 10,20 0-20,-10 1-42,-13-1-672</inkml:trace>
  <inkml:trace contextRef="#ctx0" brushRef="#br0" timeOffset="139174.5275">22575 14153 557,'0'0'410,"0"0"-296,0 0-98,0 0-5,0 0-5,0 0 14,4 0-2,-4 0-8,0 0 6,0 0 1,0 0-2,5 6-5,0-1 26,-1 2-11,3 0-8,-1 4-16,3 1 8,-2 3-8,2 0-1,-2 1 2,1 3-2,0 0 1,0-2 4,1-4-5,3-1 0,-4-2 0,1-8 1,1 0-1,-4-2 1,3 0 6,-3 0-1,2-8-5,0-2-1,-1-2 0,-3 0-7,2 2 7,2 4-7,-4 2 7,3-4-10,-1 3 4,1 4 6,0 0-1,2-2 1,1 1 0,4 1 0,4 1 0,4-5 0,3 1 0,2 2-1,4 0 1,-2 0-13,2 2-16,-5-2-29,-1 2-80,-5-2-9,-7 2 42,-3 0 64,-10-4 41,0 2 49,0 2 87,-6-2 27,-11 2-116,-3 0-34,-5 0-13,1 8 1,0 6-1,1 4 1,6 4-2,1 0-11,7 4 12,5-2 27,4-2-7,0-6-13,6-4-6,14-8 18,0-4-9,5 0 0,-3-14 2,0-8-11,-2-2 0,-5 2 1,-1-4-1,-7 6 8,-3 4 17,0 6 9,-4 6 2,3 2-22,0 2-15,-1 0-3,4 0 3,3 10-1,3 2 0,1 0 1,2 0 0,1 2-13,-1 0-5,1 0-15,-5-3-77,1-4-178,-9-4-342</inkml:trace>
  <inkml:trace contextRef="#ctx0" brushRef="#br0" timeOffset="139380.5495">22972 13930 1607,'0'0'264,"0"0"-213,0 0-31,0 0-19,133 6-2,-81 8-103,-8-6-455</inkml:trace>
  <inkml:trace contextRef="#ctx0" brushRef="#br0" timeOffset="140437.8735">23512 13941 1026,'0'0'164,"0"0"-112,0 0-13,0 133-23,2-88-15,17-3 17,9-2 25,9-2-25,1-6-5,2-6-7,-2-8 5,-7-4-4,-6-6-5,-10-8-1,-1 0 11,-8 0-2,-2-14-8,-1-1 6,-3-4-7,0 1 0,0 5 24,0-4 1,-3 9 21,-1 0-21,4 5 19,0 2-12,0 1-12,0 0-14,0 0-7,0 0-14,4 0 4,8 10 10,5 6 0,2 1 0,2 0-11,4-1-21,0-4-12,2-2-25,-1-6-14,-3-4 0,-6 0-15,-3 0 38,-5 0 52,-5-8 8,-4-2 55,0 2 62,0-4-29,-4 2-22,-5 1-30,0 4 0,2 2-8,3-2 7,2 4-23,2 1-7,0 0-5,0 0-9,0 0-7,0 0 3,4 9 12,7 1 1,3 0-12,-1-2-11,5 0-6,-3-3 8,3-4-18,-1-1-6,-3 0 12,-3 0 8,-1-1 5,-4-8 2,1 3 18,-6 0 0,-1 4 51,3 2-2,-3 0-21,0 0-18,0 0-8,0 0-2,2 0 0,-2 0-12,2 0 12,3 2 0,0 4 0,4-2 0,3 2 0,5-6-22,2 0-23,1 0-1,1 0-53,-3 0-77,1 0 40,-3 0 127,-3 0 9,-6 0 106,-3-4 53,-4-2-45,0-2-41,0-2-9,0 0-8,-2 3-18,0-2-12,-1 5 2,3 0 1,0 4-29,0 0-10,0 0-13,12 4 12,1 6 10,3 7-42,2 2-34,11 11-7,-4-8-77,-5-4-326</inkml:trace>
  <inkml:trace contextRef="#ctx0" brushRef="#br0" timeOffset="140859.8054">24057 13946 1307,'0'0'178,"0"0"-126,0 0-37,0 0-6,0 0 2,0 0-9,0 0-1,115 38-1,-112-15 0,-3 3 0,-3 2-26,-21 0-9,-9 7-48,4-6-70,12-5-787</inkml:trace>
  <inkml:trace contextRef="#ctx0" brushRef="#br0" timeOffset="141480.5832">24997 14021 1096,'0'0'97,"0"0"-71,0 0-9,-100 140 11,67-96 2,11-2-20,1-6 0,8-8-9,9-7 1,4-12 4,0-7-6,9-2 0,8-6-18,3-16-20,-2-14 32,0-8 6,-4-6 2,-6-7 11,-1-2-12,-3-2 7,0 10-7,4 4-1,-2 15 1,3 8 0,-1 10-1,4 10 0,-1 4 9,1 0 3,3 10 0,1 14 18,1 10-1,4 6-3,0 10-7,1 4-4,3 5-4,0-1-1,2-2-9,-3-2-1,0-8 6,-1-8-5,-3-7-1,-2-7-73,-4-15-149,-8-5-616</inkml:trace>
  <inkml:trace contextRef="#ctx0" brushRef="#br0" timeOffset="141667.9128">24913 14178 1689,'0'0'270,"0"0"-220,0 0-50,162-1-56,-92 1-170</inkml:trace>
  <inkml:trace contextRef="#ctx0" brushRef="#br0" timeOffset="146601.7645">9772 14771 620,'0'0'283,"0"0"-130,0 0-55,0 0 60,0 0-29,0 0-42,0 0 9,12-49 3,-12 48-1,0 1-19,0 0-35,0 0-39,0 0-5,0 9-2,0 13-8,2 10 10,0 8 0,3 1 1,-3 5-1,2 1 0,1-1-27,0-7-45,-1-7-39,7 4 5,-5-11-90,4-7-311</inkml:trace>
  <inkml:trace contextRef="#ctx0" brushRef="#br0" timeOffset="146894.6384">9463 14684 1295,'0'0'241,"0"0"-142,0 0-85,124 0-2,-54 0-5,8 0-7,25-1 0,-19-2-86,-14 2-236</inkml:trace>
  <inkml:trace contextRef="#ctx0" brushRef="#br0" timeOffset="147340.4079">10229 15004 901,'0'0'377,"0"0"-220,0 0-133,0 0-9,0 0 10,0 0 8,0 0-2,29 73-15,-17-59-6,0 0-1,-2 0 2,-1-8-11,0-2-1,0-4-49,-5 0-156,0-4-949</inkml:trace>
  <inkml:trace contextRef="#ctx0" brushRef="#br0" timeOffset="147517.7681">10258 14829 1437,'0'0'243,"0"0"-243,0 0-155,0 0-70,0 0-122</inkml:trace>
  <inkml:trace contextRef="#ctx0" brushRef="#br0" timeOffset="147946.2203">10448 14999 586,'0'0'100,"0"0"-61,0 0-32,0 0 12,0 0 33,0 0-33,74 110-5,-64-96 40,-1-5-20,-1-4-19,-4-1 25,0 1 35,-2-5-4,1 0 33,-1 0-47,0-14-48,0-3 5,0-1-7,2-2-6,6-2-1,5 0 1,3 4-1,3 2 0,-2 6 13,-1 6 1,0 4 1,-2 0-4,-3 4-10,1 15 13,-1 0-12,1 6-2,-2 0-1,-2 0-24,3 0-7,-4-5-150,-3-8-366</inkml:trace>
  <inkml:trace contextRef="#ctx0" brushRef="#br0" timeOffset="148424.8429">10860 14602 660,'0'0'411,"0"0"-332,0 0-79,0 0-1,0 0 0,0 0 1,49 125 0,-24-73 1,1 3-1,1-1-78,0-1 9,-2-9 21,-4-4 38,0-11 8,-6-12 2,-3-5 15,-6-12 47,-2 0 104,-1-8-86,1-18-47,1-7-22,2-4-9,3 3-1,1-2 6,5 6 5,-3 10 4,3 8 14,-3 8-8,3 4-22,-1 0 0,1 14 0,-3 10 0,-1 6 0,-7 4 0,-5 6 9,0 0-1,-25 0-8,-19 8-14,5-9-51,4-9-291</inkml:trace>
  <inkml:trace contextRef="#ctx0" brushRef="#br0" timeOffset="148645.0184">10597 14189 616,'0'0'1307,"0"0"-1048,0 0-259,0 0-55,-2 175 54,-5-71-187,-3-2-806</inkml:trace>
  <inkml:trace contextRef="#ctx0" brushRef="#br0" timeOffset="149664.0781">12288 14730 568,'0'0'172,"0"0"-109,0 0 2,0 0-43,0 0 101,0 0 4,9 94-44,-2-59-31,2 11-22,3 3-5,7 1-3,4-5 2,4-5-1,-2-4 6,4-2-2,0-7-6,-2-1-6,-2-4-8,0-2-6,-1-2 0,0-6 8,-3-5-8,-3 0 7,-3-3-8,1-4 0,-3 0 13,0 0 2,1-16-14,-3 2-1,-2 0 1,0-1 2,-5 4 9,0 1-12,3-4-1,-3-1 1,6-1 0,-3-2-7,5-4-20,-2-2-1,-2-2-18,-1-12 2,-5 0 30,-2-5 14,0 4 0,0 5 6,0 7 25,0 6 27,-6 4-17,-3 8-2,5 3-7,-2 3-20,4 3-10,2 0-2,0 0-5,0 6 5,0 6 0,0 1-5,0-1-51,0-2-51,0-7-291</inkml:trace>
  <inkml:trace contextRef="#ctx0" brushRef="#br0" timeOffset="151008.7354">13090 14490 707,'0'0'282,"0"0"-132,0 0-67,0 0 6,0 0-28,0 0-14,0 0-15,-77 13 1,65 0-14,3-5 6,1 7-1,-2-2-3,2 5-5,1-2-7,3 4 2,2 3 7,2 0 31,0-1-8,0 2-16,9-4-15,8 1-7,3-3-3,5-4-59,14-6-61,-5-7-86,-3-1-733</inkml:trace>
  <inkml:trace contextRef="#ctx0" brushRef="#br0" timeOffset="151401.0089">13296 14574 1228,'0'0'270,"0"0"-219,0 0-42,0 0-8,0 0 5,0 0-4,0 0-1,-52 65 5,52-46-6,0 2-9,6-6 9,11-1 0,-2-1-8,3-4 2,0-6-18,-3-3-31,1 0-6,-3 0-37,-4-6 17,-5-9 38,-2 1 23,-2-4 20,0 0 39,0 2 23,-4 3 58,-5-2-47,3 7-28,-1 0 12,2 6-12,3-1-45,2 3-104,0 0-125,0 0-420</inkml:trace>
  <inkml:trace contextRef="#ctx0" brushRef="#br0" timeOffset="151775.0976">13489 14476 1204,'0'0'222,"0"0"-192,0 0-21,0 0-9,0 0 14,0 0 20,0 0-2,116 77-18,-92-28 15,-6 5-14,-11 6-6,-7 4 5,-7 28-14,-18-13-47,2-15-198</inkml:trace>
  <inkml:trace contextRef="#ctx0" brushRef="#br0" timeOffset="152527.9903">13950 15368 1309,'0'0'288,"0"0"-210,0 0-47,0 0 109,0 0-21,0 0-75,0 0-32,81-2 0,-33 2-12,10 0 1,5 0-1,1 2-30,-3 0-80,3-2-76,-19 0-84,-14 0-1047</inkml:trace>
  <inkml:trace contextRef="#ctx0" brushRef="#br0" timeOffset="152744.7698">14140 15584 1423,'0'0'548,"0"0"-427,0 0-102,0 0-19,0 0 0,158 0-8,-76 0-166,-5-5-801</inkml:trace>
  <inkml:trace contextRef="#ctx0" brushRef="#br0" timeOffset="155123.3756">15566 15015 603,'0'0'371,"0"0"-251,0 0-77,0 0-17,0 0 21,0 0-27,-20 0-14,20 0-5,-2 0 7,2 0 21,-2 0 5,-3 0-10,0 0-15,-4 0-9,3 10 0,-5-2 1,1 6 7,-3 4-8,0 4 1,0 0 5,0 5-6,1 2-1,-1 10 1,1 0 18,4 5-1,5 6 18,3 4 4,0 5-1,7 3 17,13 0-26,1 2 14,2 2-22,4-4-6,0 1-8,4-5 17,1-8-8,1-1 1,2-5-7,4-8 5,-6-9-15,1 0-2,-10-11 2,-2-2-1,-8-4-54,-8-2-21,-6 1-59,0-5-44,-8 5-118,-8-7-598</inkml:trace>
  <inkml:trace contextRef="#ctx0" brushRef="#br0" timeOffset="155928.4618">16317 14874 649,'0'0'205,"0"0"-136,0 0 113,0 0-40,0 0-30,0 0-64,0 0-30,0-13-18,0 35 0,-2 10 23,-12 12-4,1 5-9,-2 1-4,-1-6-5,7-10 6,1-7-6,6-13 0,2-5-1,0-9-16,6 0-1,9-18-21,1-9-43,-1-12 11,-4-8 46,-4-4-24,-3-4-98,-1 1 65,1 6 81,0 12 135,1 5-63,-1 13-23,3 8-7,-2 10 21,3 0-36,1 0-15,3 20 8,3 9 3,5 4-14,3 5 0,4 5-8,-2-3 0,2 0-1,-2-4-25,0 2-35,-10-10-85,-3-10-140</inkml:trace>
  <inkml:trace contextRef="#ctx0" brushRef="#br0" timeOffset="156182.277">16174 14985 1290,'0'0'311,"0"0"-212,0 0-61,0 0-19,0 0-9,151-6 3,-30-7-13,-14-2-116,-13 3-612</inkml:trace>
  <inkml:trace contextRef="#ctx0" brushRef="#br0" timeOffset="156830.2004">16450 15500 340,'0'0'864,"0"0"-689,0 0-133,0 0-29,0 0-4,0 0-9,0 0 8,14 34 0,-3-7 3,3-1-11,-3 2 1,-1-6 2,0 0-2,-1-4 8,-3 0-9,-2-9-24,-2-4-50,-2-5-134,0 0-93,0 0-350</inkml:trace>
  <inkml:trace contextRef="#ctx0" brushRef="#br0" timeOffset="157300.8292">16481 15580 811,'0'0'189,"0"0"1,0 0-111,0 0-70,0 0 33,0 0-42,0 0-3,8-107-29,7 96 22,1 7 10,-1 0 1,3 4 8,-1 0-9,0 0-1,0 8 0,-3 10-18,-3-4-25,-3 4-4,-8 0 43,0-1 5,0 1 21,-13 0-13,-7 0 13,0-4-5,0-2 2,2-2-7,5-6 1,6-2 4,3-2 27,4 0-17,0 0-26,0-2-23,7-6 1,5-1 12,7 3 4,0 3 6,2 3 0,1 0-1,5 0 1,-2 0 0,-2 0-2,-2 9 4,-6 4-2,-3 1 0,-10 0 29,-2 0 0,0 2 5,-2-2 2,-19 0 5,-1 0-32,-4 3-9,-15-9-71,7 1-161,8-5-727</inkml:trace>
  <inkml:trace contextRef="#ctx0" brushRef="#br0" timeOffset="157885.7877">16747 16160 869,'0'0'256,"0"0"-168,0 0-66,0 0 59,0 0-25,0 0-35,0 0 9,0-18-20,-9 7 21,-3 0-17,-1 5 4,-7 2-8,-5 4-4,-6 0-6,-2 6 0,-3 9-1,5 6-5,2 1 6,7 0-2,9 0 2,6 4 2,7-3 5,0-2 30,11-3 15,18 0-13,11-4-15,11-5-4,43-9-20,-9-4-29,-10-18-204</inkml:trace>
  <inkml:trace contextRef="#ctx0" brushRef="#br0" timeOffset="158630.942">17114 15087 690,'0'0'104,"0"0"-73,0 0-21,119 76 27,-79-40 132,-1 5-65,-3 6-62,-5 12-26,-11 9-1,-11 4 18,-9 13 29,0 3-11,-22 2-6,-7 4 10,0-1-20,7-11-10,7-8-25,7-10 0,8-12-1,0-12-10,10-21-98,3-10-49,-2-9-424</inkml:trace>
  <inkml:trace contextRef="#ctx0" brushRef="#br0" timeOffset="176574.8538">11665 515 142,'0'0'90,"0"0"-25,0 0 87,0 0-1,0 0 21,0 0-48,-23-20 12,21 19-61,2 1-4,0-2-11,0-2 11,0-1-16,0-1-32,0 2-17,0 0-5,2 2 0,2 2-1,1 0-9,0 2 9,-1 10-1,3 6 1,1 2-7,4 5 7,1 4 0,0 6 0,1 1 8,-3 2-8,-2-4-1,-4-1 1,-3-5 4,-2-3-4,0-7-7,0-6 7,0-6-1,0-4 1,0-2 8,-4 0 2,-6-4-9,-1-13-1,-3-6-6,-1-3-6,-3-6-7,-2 0 13,0-3 5,3 3 0,1 2-1,3 4-5,5 4-27,6 5 33,2 2 1,0 1-2,0 0 2,16 2 7,5 0-6,0-2 0,8 2-1,0 2 1,2 2-1,1 6 0,-6 2-1,-1 0 1,-5 18-1,-4 8-11,-6 4 11,-7 3-5,-3-4 6,0-1 1,0-4 7,-7-1-1,-4-3 7,-5-5 4,1 0-1,-1-4 9,3-2-16,1-4-2,8-2-7,2-3 1,2 0 6,0 0 8,0 0-16,2 0 0,16 0-1,9 0-10,4 1 3,3 11-5,-1 4-21,-2 4-29,-8-3 30,-8 1 26,-11-3 7,-4-7 7,0 1 36,-17-3 24,-12 0-2,-7-2-30,-7 0-4,3 0 2,3-1-14,8-3-13,6 0-6,10 0-9,13 0-5,3 0-104,14-9-443</inkml:trace>
  <inkml:trace contextRef="#ctx0" brushRef="#br0" timeOffset="177766.9418">12095 753 743,'0'0'265,"0"0"-118,0 0-56,0 0-62,0 0-11,0 0-18,0 0 2,4 27-2,2-5 13,6 2-6,-1 2-6,4-1 17,5 0-6,1-3-11,0-4 7,2-3-8,0-6 0,-3-4 0,-1-5-31,0 0-4,-4 0 10,-1-10-11,-4-11 26,-3 0 1,-5-6 9,-2 4 7,0-4 1,0 6 15,0 4 17,-2 5 30,2 6-22,0 2-18,0 4-15,0 0-14,0 0-2,0 0-1,0 0 2,0 1 0,7 12-8,0 1 7,1 6 0,-1 0 1,3 1 1,0 4-1,1-4 1,3-4-1,3-3 1,1-5 6,7-8-7,2-1 1,1 0 0,3 0 0,-2-4 0,-2-6-1,-4-4 0,-3-3-1,-7-2 1,-4-1 0,-2 0 2,-5 2-1,-2 3 11,0 6 11,0 3-3,0 4 9,0 0-5,0 2-24,0 0-2,2 0-14,3 8 3,1 9 12,3 6 1,0 3-1,4 0 1,1-2 0,-1-2 0,2-6-1,-1-4-1,-3-4-18,-1-4 0,-4-4 5,-2 0 15,3 0 1,-5-12-1,0-6-1,-2-2-21,0-1-7,0-4-13,-11 3-16,-1 2 3,0 3 20,5 5 29,3 7 6,4 1 13,0 2 3,0 0-7,6 0-9,13-2 0,4 2 0,4 0-1,2 2 1,2 0 1,-1 0 0,-1 2-1,-7 10 0,-5 2 0,-3 0 0,-3 2 1,-4-2-1,0-2 7,2 2-7,-3-2 0,1 0-1,2-2 1,2-2 0,2 0 7,5-2-6,7-1 0,7-5-1,-2 0-79,-5 0-547</inkml:trace>
  <inkml:trace contextRef="#ctx0" brushRef="#br0" timeOffset="178100.1138">12703 677 772,'0'0'192,"0"0"-78,0 0-81,0 0-32,0 0-1,0 0-1,0 0-1,88 33-11,-72-11 5,-7-2 7,-9 2-34,0-2-25,-29 0-95,-4-7 22,-1-2-361</inkml:trace>
  <inkml:trace contextRef="#ctx0" brushRef="#br0" timeOffset="178346.4567">12357 556 573,'0'0'108,"0"0"-60,0 0-14,0 0-9,0 0-9,0 0 1,0 0 12,49 124 35,-67-102-2,-1-3 7,-4-2-14,2-3-55,5-8-111,4-4-68,8-2-330</inkml:trace>
  <inkml:trace contextRef="#ctx0" brushRef="#br0" timeOffset="178548.9413">12976 154 954,'0'0'86,"0"0"-67,-37 115-19,-5-23-3,2-12-160,7-10-404</inkml:trace>
  <inkml:trace contextRef="#ctx0" brushRef="#br0" timeOffset="178977.4001">13516 758 973,'0'0'172,"0"0"-95,0 0-49,0 0-18,0 0-9,0 0 29,0 0 19,11-76-22,-7 60-20,1 3 6,-2 2-13,-1 2 0,0 7 0,0 2 0,0 0-16,2 2 16,3 14 0,5 6-1,-1 5-12,7 1 13,1 4-1,4-1-9,1 1 10,1 1-16,-3-5-16,-4-2-36,-9 0-114,-7-6-47,-2-5-400</inkml:trace>
  <inkml:trace contextRef="#ctx0" brushRef="#br0" timeOffset="179591.4294">11604 1301 690,'0'0'185,"0"0"-126,0 0-43,0 0 94,0 0-4,0 0-31,152-24-13,-54 22-17,45 0-4,42 2-8,19 0-4,-3 0-8,-20 0 0,-35 2-15,-30 6 9,-27-2-15,-24 0 0,-14-2 1,3 2-1,1 8 0,-8-4-86,-20 0-422</inkml:trace>
  <inkml:trace contextRef="#ctx0" brushRef="#br0" timeOffset="185041.1443">14949 771 599,'0'0'223,"0"0"-222,0 0 12,0 0-11,0 0 0,7 33-2,-5-21 1,-2 2 57,0 0-35,0 2-14,0 0-8,0 0 12,2 0-12,2 0 5,1 2-5,-3-3 0,2-2 0,1-5 1,-3-2-1,0-4 0,1-2 10,-1 0 73,-2 0 0,0-6-58,0-10-20,0-4 17,0-3-3,0-2-12,0-2-7,0-4-1,2 3 0,5 0 0,1 6 0,4 6 0,3 10 0,1 6 0,1 0-2,2 8 2,-1 10-5,-3 4 5,1 4 0,1 0 1,-1 3-1,-3 0 1,1-4-9,1 2 15,0-5-14,6-2-8,-5-5-166,-1-9-67</inkml:trace>
  <inkml:trace contextRef="#ctx0" brushRef="#br0" timeOffset="185553.9469">15272 613 606,'0'0'123,"0"0"-99,0 0-14,0 0-8,0 0 5,0 0-7,37 104 0,-18-73 3,3 3-3,2 3 1,-2-4 0,-1 1 0,-6-6-1,-1-2 0,-3-8 0,-5-5 1,4-6 0,-4-5-1,1-2 38,1 0 54,2-11-60,-4-8-20,1-4 48,-3 0 10,-2-4-21,-2 2-9,2 0-22,-2 8-7,3 5 17,1 8-11,3 4-17,2 0-1,2 12 1,3 8-1,-1 2 1,5 1 0,-2 0-1,6-3 1,0-4 0,5-2-28,2-6-74,17-6-83,-7-2 13,-1 0-433</inkml:trace>
  <inkml:trace contextRef="#ctx0" brushRef="#br0" timeOffset="186304.393">15907 869 487,'0'0'175,"0"0"-58,0 0-61,0 0 21,0 0-56,0 0 5,-141-6 55,117 19-60,4 3-21,6-1-5,10-3-6,4-4 10,0 1 1,0-3 12,4-4 11,12-2-21,-1 0 12,6 0-5,1 0-8,0 0-1,0 0 19,-1-2-12,-6 0-6,1 0 8,-3 0-8,-4 0 6,0 2-7,0 0 0,2 0 0,3 2 0,1 6 0,5 2 0,0-1 0,2-2-1,3-1-28,-3-2-66,-2-1-9,-2-3 50,-4 0 24,-3 0 21,-1 0 7,-3-7-4,-2 1 6,0 2 1,-5 2 28,0 2-6,0 0-23,0 6 1,4 14 8,0 6-8,3 6 6,4 8-7,2 7 2,3 3-2,3 3-2,2-2 2,2-1 2,-6-7-1,-3-9 0,-5-11-1,-3-6 1,-4-11-1,-2-6 53,0 0-43,0-17-10,-4-11-26,-6-12-11,-3-8 22,0-8 8,-1-2 7,4-2 2,3 4 58,5 8-41,2 8 53,0 12 19,9 8-36,9 11-31,1 7-10,6 2-4,-2 0-9,1 12 6,-4 7-1,-4 5-5,-5 2 0,-10 2 0,-1-1 1,0 2 6,-12-2 1,-17-2-2,-5-3-6,-21 6-1,7-6-81,8-6-255</inkml:trace>
  <inkml:trace contextRef="#ctx0" brushRef="#br0" timeOffset="186440.6206">16034 1259 1016,'0'0'222,"0"0"-141,0 0-38,0 0-17,0 0-8,0 0-18,0 0-173</inkml:trace>
  <inkml:trace contextRef="#ctx0" brushRef="#br0" timeOffset="186613.7166">15590 840 1245,'0'0'186,"0"0"-80,0 0-29,0 0-29,68-120-25,9 94-14,41 14-9,-11 6-81,-18 6-553</inkml:trace>
  <inkml:trace contextRef="#ctx0" brushRef="#br0" timeOffset="187362.0571">17651 742 1086,'0'0'281,"0"0"-165,0 0-84,0 0-31,0 0 6,0 0-7,-125-26-2,96 43 2,-2 6 8,6 3-8,6 0-13,7-1 12,8 2 0,4-3 1,0 5 2,18-2-1,11 3 0,4 2-1,9 3-46,6 1-39,-4-1 7,-3-2-52,-12-7 5,-12-4 57,-11-6 48,-6-6 20,0-4 17,-15-2 85,-5-4-13,-7 0-41,2 0 1,4-6-8,5-6-18,5-6-5,11-2-7,0-4 1,8-4-11,22-1-1,7 4-5,6 3 5,-3 5 0,-7 7 15,-6 7-15,-6 3 6,-9 0-6,-1 2 0,-3 11 0,-4 3 0,-2 5 0,0-3 1,-2 0-1,0 0 8,0-2-8,0 0-1,11-4-16,1-6-171,-1-4-863</inkml:trace>
  <inkml:trace contextRef="#ctx0" brushRef="#br0" timeOffset="187529.389">17842 988 1101,'0'0'169,"0"0"-61,0 0-82,0 0-26,0 0-17,0 0-59,0 0-297</inkml:trace>
  <inkml:trace contextRef="#ctx0" brushRef="#br0" timeOffset="187879.0301">18106 976 449,'0'0'355,"0"0"-251,0 0-76,0 0-25,0 0-3,0 0 0,0 0-21,93 87-22,-91-66 22,-2 2 20,0-6 1,0 0 0,0-7 11,0-3 1,0-4-11,0-3 206,0 0-98,0-10-59,7-10-28,8-3 1,5-2 5,7-3 14,4 3-7,6 6-11,-4 6-8,-2 7-3,-7 6-5,-3 0-8,-7 9-1,-12 28-18,-2-2-68,0-3-314</inkml:trace>
  <inkml:trace contextRef="#ctx0" brushRef="#br0" timeOffset="189064.2345">19448 471 636,'0'0'137,"0"0"-99,0 0-25,0 0 1,0 0 123,0 0-15,0 0-44,17 115-43,-5-82-2,-4 1-4,1 1-10,-5-3-9,3 0-3,-2-7-6,1 2-1,3-7-76,-5-11-250</inkml:trace>
  <inkml:trace contextRef="#ctx0" brushRef="#br0" timeOffset="189462.6953">19240 501 732,'0'0'310,"0"0"-198,0 0-88,0 0-23,0 0 19,152-40-5,-92 37-9,7 3-6,1 0 1,-5 0 0,-7 7 1,-14 1-1,-11-2-1,-11 0 0,-7-2 0,-8 1 0,-2-3-1,-3 7 1,0 1 1,0 4 22,-10 3-7,1 8-3,5 3-6,2 4 2,2 0-8,0 3 2,13-6 3,7-4-5,5-6-1,4-4 1,15-9-2,-4-6-18,-4 0-490</inkml:trace>
  <inkml:trace contextRef="#ctx0" brushRef="#br0" timeOffset="190011.3519">20149 567 1001,'0'0'177,"0"0"-98,0 0-57,0 0-10,143-34-11,-117 34 0,-5 0-1,-8 9-4,-11 8 4,-2 5 0,-2 2 0,-23 2 8,-8 1 13,-3-2-5,3 0-2,6-6-4,9-2-9,11-5-1,7-6 1,0-4 6,21-2 0,12 0-7,6-11-11,7-4-38,-4-6-112,-4-1 34,-7-2 73,-7 1 54,-7 1 0,-9 1 48,-4 5 42,-1 4-19,-3 6-35,0 4-6,0 2-24,-5 0 1,-5 4-5,-4 12 8,3 0-9,1 5 9,6 1 1,4 1-11,0 4 0,0-5 1,16 0 6,11-4-6,6-4 0,7-5-1,20 2-32,-8-7-188,-13-2-390</inkml:trace>
  <inkml:trace contextRef="#ctx0" brushRef="#br0" timeOffset="190424.823">19481 1024 715,'0'0'192,"0"0"-141,135 0 82,-3 0-7,66-16-22,27-2-4,2 2-27,-32 6-37,-64 9-14,-42 1-12,-31 0-4,-10 11-6,-9 9-82,-10 0-278</inkml:trace>
  <inkml:trace contextRef="#ctx0" brushRef="#br0" timeOffset="191326.656">20078 1532 770,'0'0'195,"0"0"-54,0 0-96,55-102-29,-34 63 38,-4 1 8,-1-2-19,-3 6-22,-4 7-11,-4 10-1,-1 9 4,-4 8-13,0 2-13,-4 24 6,-8 10 7,-3 11 1,1 4 1,4 5-1,3-2-1,5-1 0,2-9 0,0-2 0,4-3 0,9-8-39,1-11-304</inkml:trace>
  <inkml:trace contextRef="#ctx0" brushRef="#br0" timeOffset="191567.5339">20437 1652 1182,'0'0'242,"0"0"-197,0 0-30,0 0-5,0 0-10,0 0 0,0 0 0,69 40-34,-61-34-137</inkml:trace>
  <inkml:trace contextRef="#ctx0" brushRef="#br0" timeOffset="192086.0401">21266 1329 426,'0'0'640,"0"0"-534,0 0-73,0 0-19,-127 7-13,88 12 4,-3 9 5,0 5-1,4 3 5,4 4-13,7 1 1,12 0-1,11-2-1,4-6 1,2-5 9,25-6 9,4-8-4,7-8-10,2-6-5,-3 0-23,-3-3 6,-10-16 7,-11 1 10,-13-4 1,0 2 54,-15 2 61,-16 4-21,-11 4-40,-5 4-39,3 6-15,4 0-2,9 4-27,10 6-131,13-2-360</inkml:trace>
  <inkml:trace contextRef="#ctx0" brushRef="#br0" timeOffset="192633.7575">21419 369 965,'0'0'162,"0"0"-78,158 25-33,-74 8-19,8 15-5,-5 16 1,0 27 1,-14 31-3,-24 28 1,-26 9-5,-23-13-7,-20-15 9,-22-20-13,-14 0 3,-17 0-13,-24 1-1,16-26-1,2-23-385</inkml:trace>
  <inkml:trace contextRef="#ctx0" brushRef="#br0" timeOffset="193391.3386">19026 456 584,'0'0'104,"0"0"-70,0 0-6,-54 133-6,37-64 39,-1 29 17,0 30 11,3 22 14,15 5-29,0-31-44,15-34-2,19-31-7,6-7-3,16 8-18,10 8 6,30 10-6,-22-22-84,-17-19-664</inkml:trace>
  <inkml:trace contextRef="#ctx0" brushRef="#br0" timeOffset="194280.7853">17956 808 456,'0'0'159,"0"0"-45,0 0 43,0 0 69,0 0-122,0 0-40,0 0-17,14-42-25,-16 42-22,-5 0-55,-2 0-806</inkml:trace>
  <inkml:trace contextRef="#ctx0" brushRef="#br0" timeOffset="197775.4786">22843 411 1020,'0'0'211,"0"0"-134,0 0-32,0 0 1,0 0 29,0 0-16,6-33-19,-6 32-19,2-2-8,-2 3 10,0 0-22,3 0-1,1 15-1,3 15 1,0 14-6,-1 10 5,1 8-9,1 4-29,4-3-38,-1-5 10,3-8 16,-1-8 9,1-10 32,-6-5 3,1-10-6,-5-7-5,1-6 18,-5-4 6,0 0 26,0-2-19,0-12-6,0-1 5,0-4 1,-5 1 1,1 2 5,2 0-6,2 0 5,0 0-5,11 2-7,11 1-5,7 4-1,5 3 0,-1 3-1,0 3 0,-2 0-5,-5 11 5,-2 7 0,-9 1-1,-8 2-8,-7-1 4,0 0-4,-9-4 10,-18 1 0,-6-6 1,-1-1 31,5-6-3,10-2-3,7-2 2,10 0 3,2 0-14,0-10-17,10-1-3,11-1-14,6-1-27,6 3-33,3 0-51,24 3-164,-11 0 22,-2 1-323</inkml:trace>
  <inkml:trace contextRef="#ctx0" brushRef="#br0" timeOffset="198070.3959">23520 833 637,'0'0'512,"0"0"-386,0 0-58,0 0-10,0 0-22,0 0 2,0 0-31,-89-13 5,60 13-11,3 10-1,5 2 6,6-2-6,6 1-1,7-4-4,2 0 5,0 0 11,0-3-11,2-4-1,13 0-1,8 0 2,3 0-6,1-2-10,-5-2 2,-2-1 13,-9 4 0,1-1 1,-6 2-1,1 0 1,1 0-9,0 0-20,11 0-30,-3 8-118,5 0-235</inkml:trace>
  <inkml:trace contextRef="#ctx0" brushRef="#br0" timeOffset="198609.3697">23722 858 363,'0'0'850,"0"0"-726,0 0-53,0 0 6,0 0-21,0 0 5,0 0-61,-6-25-5,8 32-30,10 9-25,-4 2-21,0 2-6,-3-1-39,1-6 29,-2-3 53,-2-6 34,0-2 10,0-2 26,1 0 26,-1 0-29,2-15 10,0 1 3,4-3-14,3-2 0,4 5-9,1-1 7,1 3-2,1 3 3,3 6-5,-2 3-14,2 0-1,-1 0 0,-3 12-1,-3 6-22,-1-1-46,-6 4 11,0 0-41,-5-7 70,-2-1-2,2-7 30,-2-2 7,0-4 58,2 0 24,3 0-31,6-8-24,5-7-23,11 1-9,6-1 4,9 1 0,5 1-6,-3 9-1,-2 4 1,-3 0 10,-12 0-4,-10 7-6,-8 7 0,-9 0-1,-26 4-62,-15-2-118,-3-4-95</inkml:trace>
  <inkml:trace contextRef="#ctx0" brushRef="#br0" timeOffset="198820.9437">23337 670 1235,'0'0'231,"0"0"-150,0 0-27,0 0 6,0 0-2,0 0-39,0 0-19,169-67-66,-111 67-129,-8 0-517</inkml:trace>
  <inkml:trace contextRef="#ctx0" brushRef="#br0" timeOffset="198969.8907">23961 313 1431,'0'0'275,"0"0"-143,0 0-115,0 0-17,38 101-16,-38-30-126,0-1-420</inkml:trace>
  <inkml:trace contextRef="#ctx0" brushRef="#br0" timeOffset="199985.1986">13483 3121 438,'0'0'0,"0"0"-110</inkml:trace>
  <inkml:trace contextRef="#ctx0" brushRef="#br0" timeOffset="200322.1997">13928 2996 977,'0'0'188,"0"0"-149,0 0-35,0 0-4,0 0-1,0 0 0,-129-8 0,91 23-37,-4 3 35,1 3 3,6-1 18,6-3 25,6 4-10,10-1-15,8 0-11,5 0 5,5 4 2,27-4-14,12 0 0,16-4 7,14-5 3,6-8-10,5-3-50,-5 0-31,7-14-152,-18-6-23,-21 2-396</inkml:trace>
  <inkml:trace contextRef="#ctx0" brushRef="#br0" timeOffset="200620.6486">14291 3127 322,'0'0'208,"0"0"-41,0 0-60,0 0 56,0 0 6,0 0-95,0 0-48,-71-25-19,49 44-1,-3 4-5,1 3-1,6-2 9,5-4-9,6-6 0,4-4 0,3-4 1,0-6 1,14 0 14,6-2-2,7-14-13,-1-1 0,-1-2 0,-2 3-1,-8 2 2,-4 4-1,-4 6-1,-5 0 1,3 4-1,-1 0-11,0 0 4,5 10 6,0 4 1,2 2-22,10 6-22,-2-5-92,-1 0-73</inkml:trace>
  <inkml:trace contextRef="#ctx0" brushRef="#br0" timeOffset="200892.3922">14492 2702 950,'0'0'153,"0"0"-89,0 0-25,46 130-11,-32-74 4,-1 5-15,0 4-5,1-2-4,-1-4 6,8-1-14,-3-18-98,-1-11-272</inkml:trace>
  <inkml:trace contextRef="#ctx0" brushRef="#br0" timeOffset="201188.1316">15178 3010 639,'0'0'395,"0"0"-242,0 0-111,0 0-32,0 0-10,0 0-1,0 0-36,-25-34-2,-1 50 25,-6 4 14,3 4 40,3 2 14,6 2-12,6 2-3,8 0-13,6 0-24,2 0 9,29-4-1,56-11-10,-4-7-39,6-8-559</inkml:trace>
  <inkml:trace contextRef="#ctx0" brushRef="#br0" timeOffset="202048.8461">17742 2853 924,'0'0'237,"0"0"-62,0 0-102,0 0-7,0 0-26,0 0 2,0 0-10,-17-28-32,15 28-19,-3 14 1,-4 12 17,-6 8-1,-5 8 1,-3 2 1,1 0-1,4-2-35,5 0 15,4-7 15,0-3 5,3-5-45,1-4 11,0-5-4,5-2-30,-2-6-228,2-8-412</inkml:trace>
  <inkml:trace contextRef="#ctx0" brushRef="#br0" timeOffset="202343.8278">17382 2963 713,'0'0'169,"0"0"-151,0 0-12,0 0-5,0 0 33,0 0 99,0 0-43,129 91-47,-87-59-23,3 2 11,-1-2 1,-2 0-21,14 5-9,-13-6-2,-9-10-171</inkml:trace>
  <inkml:trace contextRef="#ctx0" brushRef="#br0" timeOffset="202802.0594">18206 2788 955,'0'0'217,"0"0"-152,0 0-17,0 0-5,0 0 17,0 0-31,0 0-16,87-43-12,-60 43 8,0 0-8,-5 0 8,-2 0-9,-2 4 1,-7 8-1,-3 6 0,-5 2 0,-3 4-2,0 2 1,0 2 0,-11-2-15,-2 6-8,1-8-84,8-6-501</inkml:trace>
  <inkml:trace contextRef="#ctx0" brushRef="#br0" timeOffset="203174.7198">18442 3294 409,'0'0'169,"0"0"-4,0 0 116,0 0-130,0 0-47,0 0-8,0 0-28,21-42 25,-21 34-20,0 2-15,0 6-30,-2 0-28,-12 0-373</inkml:trace>
  <inkml:trace contextRef="#ctx0" brushRef="#br0" timeOffset="209303.2228">19835 3017 485,'0'0'184,"0"0"-69,0 0 2,0 0-11,0 0 19,0 0-68,0-25-28,0 22-13,0 3-6,0 0-9,0 0 6,0 0-4,0 0-2,0 0-1,0 0 1,0 0 0,0 0 0,-3 0 0,3 0 0,-2 0 1,-2 0 24,-2 0 0,-8 0-6,1 0-13,-1 0-6,1 10 7,-1 8-8,1 4 1,4 8-1,0 1 3,4 3-2,5 1 1,0-2 4,3-3-5,17-5-1,7-4 9,6-7-2,3-5 2,1-8-8,2-1 0,-6-1-1,-6-18-6,-10-6-1,-8-8-9,-6-7 1,-3-4 14,-3-2 0,-14 0 1,-4 8 20,4 5 47,-1 12 13,3 4 11,1 10-51,1 7-4,1 0-34,1 3 0,5 18-2,-3 2 0,9 19-51,0-3-115,0-9-337</inkml:trace>
  <inkml:trace contextRef="#ctx0" brushRef="#br0" timeOffset="209557.4039">20300 3309 1285,'0'0'196,"0"0"-119,0 0-57,0 0-2,0 0-18,0 0-58,0 0-182</inkml:trace>
  <inkml:trace contextRef="#ctx0" brushRef="#br0" timeOffset="209953.4545">20680 2976 1117,'0'0'154,"0"0"-108,0 0-28,0 0-11,0 0 0,0 0 0,0 0-6,-110 70-1,97-46 0,-1 0 0,1 1 0,4-4 0,0 2 1,3-4-1,3 1 1,3-3-1,0-2 0,0-3 1,15-1-1,12-4 0,11-2 0,7-4 0,19-1-58,-8 0-241,-11-10-513</inkml:trace>
  <inkml:trace contextRef="#ctx0" brushRef="#br0" timeOffset="210127.0021">20706 3142 1094,'0'0'145,"0"0"-97,0 0-8,11 106 13,14-60 2,6 8-25,7 27-30,-7-15-59,-14-16-1171</inkml:trace>
  <inkml:trace contextRef="#ctx0" brushRef="#br0" timeOffset="213131.8502">21461 3090 613,'0'0'23,"0"0"-23,0 0-29,0 0 21,0 0 8,0 0 0,-60 10 0,56-4-2,2 2-60,2-3-8,0-1 48,0 0-47,0-1-5</inkml:trace>
  <inkml:trace contextRef="#ctx0" brushRef="#br0" timeOffset="213467.9689">21461 3090 753,'-116'60'214,"112"-60"-100,0 0-33,1 0 5,1 0-8,2 0-14,0 0-11,0 0-22,0 0-5,9 0-8,9 0-10,6 0 0,7 0-8,10 0 2,5 0-1,4-2-1,3 2 1,0 0-1,1 0-9,-3 0-27,2 0-2,-4 0-1,-1 0-54,7 0-20,-12 0-91,-12 0-160</inkml:trace>
  <inkml:trace contextRef="#ctx0" brushRef="#br0" timeOffset="213772.4403">21947 3036 474,'0'0'167,"0"0"-93,0 0-51,0 0-7,0 0 8,0 0 10,113 8-11,-101-6 0,-1 0-13,-3-2-4,2 2-5,1-2-1,-5 0-29,-1 0-589</inkml:trace>
  <inkml:trace contextRef="#ctx0" brushRef="#br0" timeOffset="214475.4526">22066 3048 1016,'0'0'229,"0"0"-158,0 0-38,0 0 31,0 0 16,0 0-44,0 0-24,29-10-12,-6 10 1,2 0-1,2 6 0,-2 7-6,-6 3 6,-3 1-7,-7 1-7,-3-3-14,-6 0 9,0 1 9,-11-1 10,-17-2-3,-4 1-3,-8 0 5,1 2-30,-9 2 21,13-2-51,10-6-264</inkml:trace>
  <inkml:trace contextRef="#ctx0" brushRef="#br0" timeOffset="255702.4281">21846 2189 591,'0'0'123,"0"0"-70,0 0-27,0 0 12,0 0 25,0 0 2,-6-30-34,6 28-11,0 0-6,0 0 50,0 2-26,0 0-25,0 0-13,0 0 1,0 0-1,0 0 1,0 10 0,0 4 9,0 4-9,0 8 8,0 9-3,0 7 1,0 8 4,0 2 13,0-2-6,0-2 7,0-5 0,0-7-9,18-6-9,1-9 3,6-3 7,4-6-9,-2-6-1,0-3-6,-5-3 5,0 0-5,-4-6 6,-2-9-7,-6 0 1,0-2-1,-6 2-1,-2-2 1,-2 5 1,0 2 0,0 2 0,0 4 1,0 4 5,0 0-7,-2 0-1,0 0 1,0 10-2,2 5 1,0 0 0,0 4 1,16 1-1,3-1 1,4 2-1,-1-3 1,3-4 0,-3-5-2,-2 0-11,-5-3 7,-1-4-7,-5-2 4,2 0 8,-2 0 1,-2-8 0,1-7 0,-4 0 0,2-1 0,-6-1 0,0 2 0,0 4-1,0 4 1,0 5 2,0 0-2,0 2-7,0 0-2,0 0 8,1 2 0,2 7 1,1 2 0,5 1 0,3 1-1,1 2 1,5 0 0,0-2 0,6 3 0,-1-4 0,-6-2-1,-1-4 1,-3-5 0,-5-1 0,-1 0 1,0 0 9,-5-1-8,3-9-1,-1 0 0,-2 0 5,0-3 1,4 1-6,-2 3 0,-2 1 0,3 4 8,-3 2-2,2 2-7,0 0-9,6 0 8,1 4 0,2 6 0,7-1 1,7 6 0,15 9-66,-3-2-158,-6-2-356</inkml:trace>
  <inkml:trace contextRef="#ctx0" brushRef="#br0" timeOffset="256229.3692">22756 2671 985,'0'0'249,"0"0"-186,0 0-62,0 0 5,0 0 4,0 0-10,0 0 1,22 44-1,5-32-109,-3-4-197</inkml:trace>
  <inkml:trace contextRef="#ctx0" brushRef="#br0" timeOffset="256900.2945">22453 2420 811,'0'0'166,"0"0"-37,0 0-26,0 0-19,0 0-26,0 0-32,0 0-16,49-20-9,-34 22 0,-1 10 0,-7 1 0,-7 4-1,0 2 0,-3-4 0,-15 1 2,-3-3 12,0 3-14,3-2 0,11-9-242</inkml:trace>
  <inkml:trace contextRef="#ctx0" brushRef="#br0" timeOffset="258052.9362">22664 2689 166,'0'0'229,"0"0"-164,0 0-44,0 0-21,0 0-114</inkml:trace>
  <inkml:trace contextRef="#ctx0" brushRef="#br0" timeOffset="258616.542">22664 2689 191,'-53'-14'181,"55"16"-123,3 2-20,-1 2 9,1 2 17,-1-2 53,3 4-52,1-2-11,0 2-33,-2-1-11,-2-2 0,1-1-3,-1 0-6,-2 2 1,3-2 6,-2 0-1,3 0 0,3-1 12,3-2-12,3-3-6,3 0 7,1 0-7,-1 0-1,-2-6 0,-2-4-19,-2 0 2,-3 2 8,1 0 7,-6 3 2,-2-1-1,-2-1 1,0 3 0,0 0 1,0-2 6,0 2 3,0-1 14,-2 4 7,2 1 1,-2 0-19,2 0-13,0 4-9,0 14 9,0 4 8,2 4 0,13 4-8,22 8 0,-4-6-17,-2-8-307</inkml:trace>
  <inkml:trace contextRef="#ctx0" brushRef="#br0" timeOffset="259690.1415">23327 2777 606,'0'0'10,"0"0"-9,0 0 0,0 0 6,0 0-5,0 0 83,0 0-62,21 86-16,-16-73-5,2-4 6,-1-3 34,3-2 0,0-1-4,0-2-4,0-1-21,0 0 3,-5 0 6,1-8-2,-3-1 21,0-6-20,1 1-12,-2 0 0,2 2 22,1 2 26,5 2-12,3 1-24,3 6-13,7 1-8,3 0 1,4 0 0,2 0 6,0 0-7,-2 6-15,-7 2-10,-4 0 11,-5 1-27,-10 0-34,-3 1 0,0 2 52,-3 2 14,-16 0-17,-6 0 17,-4-2 9,4-2 5,1 1-5,9-5-1,4-5 0,5 2 1,6-3 6,0 0 2,8 0-8,8 0-11,10 0-7,-1-7 11,1 1-17,-2-2-20,-3 2 28,-3 1 16,-7-2 8,-5 5 25,-4 0 0,-2 2 19,0 0-17,0 0-27,0 0 7,0 2 5,0 10-7,0 2-13,0 2 0,14-2 1,6 0 0,2-2 0,3-2-1,0-3-56,-6-6-61,-1-1-137,-5 0 49,-1 0 155,-6-4 50,1-3 30,-5-1 247,-2-3-86,0 1-57,0-1-82,0 0 38,0 1-50,0 4-17,0 3 38,0 0-12,0 3-27,0 0-22,0 0-5,0 0 3,0 15 1,0-1 1,6 4 0,8 0 0,1-3 0,8 3 0,6 0 0,0-3 0,2-3 0,0-7-2,-6 0-24,-2-5 25,-10 0 0,-7-3 1,-6-14-42,0 0-152,-4 1-369</inkml:trace>
  <inkml:trace contextRef="#ctx0" brushRef="#br0" timeOffset="259910.892">23726 2685 1126,'0'0'305,"0"0"-129,0 0-81,0 0-69,187-27-26,-99 32-1,-3 7-209</inkml:trace>
  <inkml:trace contextRef="#ctx0" brushRef="#br0" timeOffset="260591.4464">24757 3054 1181,'0'0'256,"0"0"-190,0 0-66,0 0 2,0 0 4,-81 136-5,48-74 8,4 10-3,7 5-5,8-7 1,10-6-1,4-10 1,0-9-1,2-13 2,9-10-2,-2-12 5,4-10 4,2 0-1,4-22-1,3-15-8,3-10-22,-2-7-17,-5-11-48,-1-7-58,-6-2 0,-3-1 55,2 9 90,-1 10 2,-1 16 87,2 16 5,-1 15-28,1 9-33,-1 0-33,1 22 1,0 9-1,6 5 7,4 8-5,7 6-1,6 6 1,8 2-1,3 1 0,0-1 0,1-4-1,-5-6 0,-9-8 0,-4-5 1,-9-12-1,-13-5-8,-5-8-101,0-7-478</inkml:trace>
  <inkml:trace contextRef="#ctx0" brushRef="#br0" timeOffset="260850.2703">24520 3417 1039,'0'0'390,"0"0"-162,0 0-96,114-28-83,15 20-33,43 5 65,-7 3-55,-12 0-26,-55 11-163,-48-11-930</inkml:trace>
  <inkml:trace contextRef="#ctx0" brushRef="#br0" timeOffset="262506.6817">14102 4038 462,'0'0'298,"0"0"-106,0 0-33,0 0-52,0 0-1,0 0-53,-2-50-22,0 46-14,-3 0-7,1 0 37,-1-1 2,-4 4-24,-2-3 0,-5 1-11,-3 0-13,-8 2 6,-4 1-7,-7 0-11,-1 0-14,2 0-1,1 0 3,5 0 15,3 5 8,5 5-9,5 2 9,2 5-1,3 3-5,4 1 5,0 3 0,0 0 1,5-2 0,4-4 0,0-2 0,7-3 2,22-1 7,10-3-7,13 0 4,6-4-6,7 0-15,23-2-30,-16 0-112,-12-3-199</inkml:trace>
  <inkml:trace contextRef="#ctx0" brushRef="#br0" timeOffset="262881.1627">14383 4128 606,'0'0'144,"0"0"-97,0 0-38,0 0-8,0 0-2,-127 11 1,104 3 0,2 1-12,4 2 12,6 1 1,10-2-1,1-1 2,0-7 12,10-2 38,11-6-10,0 0 3,4 0-31,2 0-14,-5-12-16,0 1-5,-4-5-21,-7-1 23,-1 0 0,-4-4 18,-4 6 1,3 0 8,-3 9 22,0 6 18,0 0-5,-2 14 22,2 7 28,0 3-63,4 0-4,2-4-16,3-2-9,12-6-1,-3-6-42,-3-4-162</inkml:trace>
  <inkml:trace contextRef="#ctx0" brushRef="#br0" timeOffset="263147.3241">14607 3770 1046,'0'0'158,"0"0"-126,0 0-24,0 0 4,21 139-12,-15-77 1,2 5 1,0-1-1,5-7 0,5-11-1,5-6-14,15-4-38,-5-10-116,-2-12-178</inkml:trace>
  <inkml:trace contextRef="#ctx0" brushRef="#br0" timeOffset="263432.3282">15205 4114 844,'0'0'126,"0"0"-77,0 0-33,0 0 0,0 0 36,-116 34 15,103-14-10,1 4 3,6 1-30,4-1 8,2-2-18,2-1 1,58-4-8,-2-3-13,4-10-66</inkml:trace>
  <inkml:trace contextRef="#ctx0" brushRef="#br0" timeOffset="264168.2482">17667 3976 52,'0'0'1111,"0"0"-963,0 0-113,0 0-35,0 0 11,0 0-9,0 0 8,-62 105-9,33-58 20,0 2-21,6-5 2,8-8 9,5-8-9,10-4-1,0-10 1,0-3-2,14-11-8,-1 0-96,1-11-552</inkml:trace>
  <inkml:trace contextRef="#ctx0" brushRef="#br0" timeOffset="264385.6285">17402 4038 1169,'0'0'196,"0"0"-133,116 86-19,-65-46-6,0 5-11,-4-3-15,-5-1-3,3 6-9,-9-13-49,-12-9-313</inkml:trace>
  <inkml:trace contextRef="#ctx0" brushRef="#br0" timeOffset="264726.8043">18235 3954 575,'0'0'221,"0"0"-78,0 0 6,0 0-84,0 0-31,0 0-19,0 0 33,74 84 2,-74-62 5,0 2-20,-8 2-16,-4 3-9,-2 7-10,5-7-28,3-6-288</inkml:trace>
  <inkml:trace contextRef="#ctx0" brushRef="#br0" timeOffset="264970.0285">18326 4457 1167,'0'0'155,"0"0"-126,0 0-9,0 0-14,0 0-4,0 0-1,0 0-1,69 57-23,-42-55-141,-5-2 56,-5 0-387</inkml:trace>
  <inkml:trace contextRef="#ctx0" brushRef="#br0" timeOffset="267921.1805">20004 4279 370,'0'0'117,"0"0"-42,0 0-74,0 0-1,0 0-137,0 0-156</inkml:trace>
  <inkml:trace contextRef="#ctx0" brushRef="#br0" timeOffset="268166.1208">20004 4279 168,'-53'-8'243,"48"6"-106,1 0-11,0 0-31,-2 0-15,2 2-40,0 0-17,-5 0-16,0 0-6,-4 2 0,2 8 7,-3 1-1,1 6 27,1 1 23,4 2-11,3 0-23,5 3 5,0-2 8,5-3-20,17 0 7,7-6 9,9-4-32,2-3-6,20-5-72,-9 0-120,-9-10-323</inkml:trace>
  <inkml:trace contextRef="#ctx0" brushRef="#br0" timeOffset="268325.8072">20221 4257 918,'0'0'274,"0"0"-161,0 0-74,0 0-1,0 0 5,-127-9-23,114 9-14,7 9-5,4 1 1,2 2-2,0 5-41,15-4-182,1-3-612</inkml:trace>
  <inkml:trace contextRef="#ctx0" brushRef="#br0" timeOffset="268966.4937">20100 4255 819,'0'0'148,"0"0"-82,0 0-56,0 0-1,0 0 31,0 0 8,125-14-16,-110 14-22,-3 0-3,-8 10 12,-4 6 30,0 2 24,-12 6-22,-11 3-12,-9 4-13,-3 0-10,-2 0-15,12-4-1,13 1-104,12-9-65,0-8-693</inkml:trace>
  <inkml:trace contextRef="#ctx0" brushRef="#br0" timeOffset="269283.9767">20552 4526 1267,'0'0'223,"0"0"-108,0 0-84,0 0-18,0 0 41,0 0-15,0 0-39,58-28-137,-33 22-370</inkml:trace>
  <inkml:trace contextRef="#ctx0" brushRef="#br0" timeOffset="270012.5117">20815 4248 970,'0'0'163,"0"0"-99,0 0-42,0 0-8,0 0 5,123-50 3,-76 44-15,-1 3-5,-4 3-1,-3 0 5,-10 0-5,-10 0-1,-9 0 0,-6 3-18,-4 6 18,0 1 19,-9 0 10,-6 3 3,-2-1-16,0 5-10,1 1-5,3 2 0,1 0 1,8 4-1,-1 0 0,4 0 0,1 2 1,0 3-1,0-4 0,0 1 1,0-3-2,14-3 2,5-5-2,1-2 0,5-7-18,-3-4-48,-2-2-7,-4 0 33,-5-17 21,-9-6-1,-2-5 20,-4-6 150,-25-6-6,-8 3-48,-7-1 60,0 9-60,-2 4-54,3 10-33,3 9 1,3 6-10,6 0-11,8 17-55,4 5-114,11-2-364</inkml:trace>
  <inkml:trace contextRef="#ctx0" brushRef="#br0" timeOffset="271013.1704">21653 4570 354,'0'0'593,"0"0"-381,0 0-116,0 0 1,0 0-3,0 0 18,0 0-43,-11-4-36,22 4-15,11 0-17,14 0 6,13 0-6,11 4-1,14 4 5,10 4-5,8-2 0,-1 0 0,3 0 6,-3-2-12,-2 0 12,-3 0-5,-1-2 2,0 0 0,0-2-3,-3 0-43,-1-1-5,-8-3-18,3 3-30,-18-3-121,-16 0-171</inkml:trace>
  <inkml:trace contextRef="#ctx0" brushRef="#br0" timeOffset="271224.684">22992 4576 1035,'0'0'217,"0"0"-138,0 0-69,0 0 6,0 0 26,0 0-27,0 0-4,84 60-11,-84-37-18,0-6-170,-19-7-620</inkml:trace>
  <inkml:trace contextRef="#ctx0" brushRef="#br0" timeOffset="272567.0124">22943 4543 424,'0'0'334,"0"0"-132,0 0-37,0 0-34,0 0-22,0 0-25,0 0-1,-2-14-29,2 13-19,0 1-5,0 0-18,0 0-6,0 0-6,9 0 0,15 10 2,4 4 5,9 4-7,0 4-7,2 2-21,-4 0-10,-3 2 2,-10 0-5,-7-7 30,-8 0 5,-7-7 5,0-1 1,-11-4 16,-22-1 18,-17 2 12,-17-2 5,-8 0 24,-1 0 24,9 0-57,16 2-23,19-3-17,24 7-2,8-4-71,0-5-246</inkml:trace>
  <inkml:trace contextRef="#ctx0" brushRef="#br0" timeOffset="273376.0773">23973 4506 1213,'0'0'0,"0"0"-81,0 0-122,0 0 203,0 0 2,0 0 52,66 136-34,-44-94-18,-4-4 12,-7-6-14,-7-8 0,-4-5-1,0-7 1,0-7 10,0-3 13,0-2 80,0 0-20,-4-5-83,2-12-8,0-9-19,-3-6-28,-3-6-77,-4-4-157,-3-3 116,1 6 173,3 5 211,5 6 65,4 7-108,2 5-61,0 4-16,4 3-10,21-2-27,8 4-25,9-1-15,10 3-14,1 5-35,-2 0 5,-6 0-14,-10 5-12,-12 8 17,-14 1-2,-9 5-3,0-2 31,-14 4 13,-12-2 6,-9 2 9,-2-4-5,1 2 12,3-3 2,6-4-12,10-3-11,7 0-1,10-5 0,0-2-1,10-2-9,16 0-17,8 0-24,4 0-126,6 0-115,5 4 35,2 4 61,0 3 196,-5 4 183,-11 1-32,-10-1 35,-12-5 31,-11 3-76,-2-5-36,-7 1-28,-26-2 8,-56 5-25,8-2-60,-4-2-124</inkml:trace>
  <inkml:trace contextRef="#ctx0" brushRef="#br0" timeOffset="275165.2055">14058 5584 740,'0'0'209,"0"0"-63,0 0 45,0 0-78,0 0-12,0 0-24,0 0-25,-63-48-11,56 42-19,-4 0-11,0 2 0,-8 2 2,-5 2-13,-8 0-8,-9 0 0,-8 12 7,-4 5 1,-1 0 2,3 3-2,9-1-1,6-2 1,12-1 8,4-4-8,13 3-9,3-1 8,4 0 2,0 4 2,11 0-3,15 2 0,10-2 0,9 1 7,7-5-7,13-1-8,7-3-11,1-3 10,6-6-39,-2-1-37,2 0-21,-6-6-23,-9-8-8,-10-3-50,-14-2-86,-16-1 123,-7-2 150,-13 4 212,-4 0-72,0 5 3,-4 4-7,-15 4-73,-3 5-62,-5 0 25,-7 7-25,1 10 6,2 2-7,2 1-10,10 0 0,5 0-33,9 0-2,5-4 45,0 0-12,2-4-4,12-6 8,1-2-28,8-4 36,4 0 6,0-6-6,-1-8-1,-4-2 1,-1-1 17,-6 4 11,-4-1 18,-2 2 3,-5 6 29,-1 1 2,-1 4-23,-2 1-40,2 0-17,0 4-1,8 10-9,-2 6 10,5 4 0,1 1-62,2 2-43,-1-4-100,-2-10-672</inkml:trace>
  <inkml:trace contextRef="#ctx0" brushRef="#br0" timeOffset="275452.5311">14578 5257 1280,'0'0'280,"0"0"-169,0 0-110,0 0 7,0 0-7,0 153 0,0-87 8,0 5-9,8-4 0,9-6 1,1-9-1,3-10 0,-2-8-16,10-6-64,-4-8-86,-3-10-396</inkml:trace>
  <inkml:trace contextRef="#ctx0" brushRef="#br0" timeOffset="275781.3667">15214 5745 1030,'0'0'153,"0"0"-107,0 0-31,0 0-1,0 0 56,0 0-18,0 0-27,10-78-16,-33 78-8,-9 0-1,-1 6 0,-3 10 1,2 4 9,8 2-10,4 4 2,4 1 4,9 0 0,5-2 4,4 2-4,11-4-6,28-2 3,48-6-3,-8-8-33,0-7-1086</inkml:trace>
  <inkml:trace contextRef="#ctx0" brushRef="#br0" timeOffset="276451.6792">17649 5686 1001,'0'0'210,"0"0"-159,0 0-24,0 0 18,0 0 20,0 0 1,-121-15-33,75 36-20,-10 9 8,-10 9 5,-1 3-7,7 4-9,10-4-3,19-4-6,18-4-1,13-8 1,0-5 1,11-9-2,27-12-57,-5 0-88,-2-2-792</inkml:trace>
  <inkml:trace contextRef="#ctx0" brushRef="#br0" timeOffset="276672.7813">17160 5722 1194,'0'0'165,"0"0"-149,0 0-3,0 0-6,148 76 15,-81-43-6,11 1 0,2 0-10,-1 1-6,7 3-2,-23-11-168,-17-9-801</inkml:trace>
  <inkml:trace contextRef="#ctx0" brushRef="#br0" timeOffset="277016.5867">18208 5417 1250,'0'0'225,"0"0"-157,0 0-47,0 0-13,0 0 0,122 17-7,-110 5 8,-7 8-9,-5 6 1,0 6-1,-17 4-5,-4 3-32,-8 7-65,6-12-142,7-11-292</inkml:trace>
  <inkml:trace contextRef="#ctx0" brushRef="#br0" timeOffset="277252.81">18320 6002 441,'0'0'82,"0"0"-57,0 0-24,0 0 40,0 0 57,0 0-55,0 0-24,27 70-12,-25-70-7,0 0-99</inkml:trace>
  <inkml:trace contextRef="#ctx0" brushRef="#br0" timeOffset="278197.3722">20046 5807 925,'0'0'200,"0"0"-135,0 0-36,0 0 1,0 0 82,0 0-60,0 0-14,-80-59 5,71 56 10,0 0-33,-1 3-17,-8 0-3,-3 0-1,-4 13 1,0 5 7,2 4-7,5 0 0,7 2 0,7-4 0,4-2 0,0-4 1,19-4-1,10-6 15,8-2-14,2-2-1,3 0-62,1 0-38,-7-12-18,-7-1 78,-10-4 40,-7-3 0,-8 2 46,-4-2 40,0 2 14,-8 0-11,-8 4-47,1 2 31,1 4-43,5 4-12,7 4-18,2 0-85,2 4-60,13 8-77,5 0-844</inkml:trace>
  <inkml:trace contextRef="#ctx0" brushRef="#br0" timeOffset="278693.9558">20372 5957 895,'0'0'263,"0"0"-115,0 0-36,0 0 30,0 0-3,0 0-30,0 0-4,0-50 3,0 44-49,0 2-26,0 2-24,0 2-9,0 0-1,0 0-46,0 0-212,0 4-123</inkml:trace>
  <inkml:trace contextRef="#ctx0" brushRef="#br0" timeOffset="280096.4415">19864 5553 986,'0'0'161,"0"0"-87,0 0-74,0 0-14,0 0 14,0 0 10,0 0-10,56-81 1,-41 65 0,-4-4 0,0 1 0,-4 5 48,-5-3-25,1 7 34,-3 0 24,0 4-35,0 2-37,0 2-5,0 2-5,0 0-30,0 2 4,0 14 20,0 10 5,0 8 1,2 8 1,5 6-1,-1 3 0,3 0 1,2-2 0,0-7-1,-2-6 1,0-3-1,-4-6 3,-1-3 4,-2-2-5,-2-6-2,0-3 0,0-2-14,0-3-63,-6-2-127,-12 0 75,-7 2-47,1-2 120,-5-1-2,2 2 58,3-3 17,3 1 63,6-5-17,3 0 34,4 0-33,1 0-21,3-7 60,2-4-71,2-1-24,0-1-7,0 3 71,15 2-44,9 2 17,10 0-9,9 5-24,10 1-11,7 0 17,0 0-17,-2 1 1,-6 9 6,-13 0-4,-12-4-4,-14 0-26,-11-1-55,-2-2-48,-8-3 36,-21 0 67,-11 0 1,-12 0-79,-6 0 84,-4 0 20,2-3 51,5 0-25,8 3 16,13 0 42,12 0-21,11 0-22,11 0-17,0 0 23,2 0 20,23 0-37,8 0-2,7 0-14,9-2-7,2 2 14,17 0-21,-14 0-5,-11 0-180</inkml:trace>
  <inkml:trace contextRef="#ctx0" brushRef="#br0" timeOffset="280664.4847">21027 5627 1275,'0'0'184,"0"0"-133,0 0-51,0 0 0,0 0 26,0 0-19,0 0-5,131-13-1,-98 27 1,-6 0-2,-6 3 0,-13 1 0,-8 2-2,0 4-4,-27 2-4,-12 0 10,-11-1 7,0 2-1,5-7 3,9-2-8,11-3 0,12-4-1,9 1 5,4-2-5,1 1 0,31-4 60,21 0 0,55 0-60,-13-3-78,-5-4-579</inkml:trace>
  <inkml:trace contextRef="#ctx0" brushRef="#br0" timeOffset="281543.5252">20497 5907 874,'0'0'200,"0"0"-127,0 0 61,0 0-63,0 0-44,0 0-26,0 0 0,-27-14 7,23 26 11,-4 2 3,4 2-6,2-2-9,2-2 9,0 0-6,0-4-2,3-1-6,10-3-2,-2-4-13,-3 0-1,0 0 7,-6 0 7,-2-7 6,0-5 4,0 0 37,-10 3 5,-3 0-29,-7 5-23,5 1-84,3 3-289</inkml:trace>
  <inkml:trace contextRef="#ctx0" brushRef="#br0" timeOffset="282042.2155">22214 5945 1181,'0'0'258,"0"0"-168,0 0-32,0 0 42,0 0-2,0 0 21,0 0-28,65-22-88,-7 22-2,13 0-1,29 6 1,30 12 1,-10-4-2,-8-2 6,-21-4-5,-20-8-1,2 0-13,6 0-56,-17 0-82,-6-9-38,-21-4-35,-14-1-483</inkml:trace>
  <inkml:trace contextRef="#ctx0" brushRef="#br0" timeOffset="282280.6693">23146 5913 751,'0'0'198,"0"0"-134,0 0 47,0 0 79,0 0-76,0 0-114,0 0-17,75 4-31,-30 8 0,-3 2 24,-8 4 22,-14 5 4,-11 0 6,-9 2 26,-9-1 25,-24-2 21,-10-3 20,-8 0-44,2-3-24,9-2-32,13 0-37,15-4-134,12-8-933</inkml:trace>
  <inkml:trace contextRef="#ctx0" brushRef="#br0" timeOffset="282645.7761">24048 5881 788,'0'0'153,"-129"0"-66,62 18-16,5 5 52,18 4 7,24 5-34,20 4 13,6 1 51,59 9-20,51 2-68,40 4-31,8-12-41,-37-16-249,-40-18-996</inkml:trace>
  <inkml:trace contextRef="#ctx0" brushRef="#br0" timeOffset="288987.4952">17932 15587 100,'0'0'311,"0"0"-16,0 0-90,0 0-72,0 0-10,0 0 0,-49-30-28,49 30-35,0-5-21,0 5 16,0 0-14,0 0-21,0 0-8,0 0-12,0 0 0,0 0-1,0 0 1,0 5 1,0-5 0,5 4 13,7-3 11,11-1 3,8 3 26,11-3-22,8 0-16,8 0-16,0 0-18,8 0-75,-12 0-89,-14 1-199</inkml:trace>
  <inkml:trace contextRef="#ctx0" brushRef="#br0" timeOffset="289237.8644">18114 15781 1194,'0'0'354,"0"0"-321,0 0-23,0 0 3,114 4 6,-58 0-8,22-4-11,-14 0-85,-8 0-308</inkml:trace>
  <inkml:trace contextRef="#ctx0" brushRef="#br0" timeOffset="289879.6555">18986 15651 1104,'0'0'232,"0"0"-192,0 0-40,0 0 0,0 0 1,0 0-1,0 0 0,82 48 1,-53-26 0,-2 6-1,-2-2 0,-8 1-43,-1-4-14,-7-7-11,-3-2 54,-3-10 5,-3-2-24,2-2 33,-2 0 0,0-5-107,2-3 57,-2-7 22,0 1 28,0 1 9,0 5 28,3-7 95,-1 3-61,4 2 30,5 3-20,3-6-56,3 7-15,4-2-8,1 4-2,3 2 0,-1 2-5,0 0-36,-1 0-18,-3 14-25,-5 5-26,-2-2-15,-1 16-104,-5-8-54,-3-2 55</inkml:trace>
  <inkml:trace contextRef="#ctx0" brushRef="#br0" timeOffset="290057.506">19473 15877 12,'0'0'137,"0"0"111,0 0-91,0 0-4,0 0-1,0 0-53,0 0 49,58-84-102,-31 57-5,4 2 38,5 0-13,5 8-27,-1 3-13,-3 8-19,-3 6-6,-8 0-1,-3 2-30,-5 22-35,-3 2-125,-6-8-329</inkml:trace>
  <inkml:trace contextRef="#ctx0" brushRef="#br0" timeOffset="290593.8954">20318 15712 527,'0'0'225,"0"0"-163,0 0-4,0 0 63,0 0-44,-116 23-56,87-17-21,0 7-4,0-1-16,8-1-6,0 1 26,7 1-9,6 0 8,8-3 1,0 2 29,2 3 17,18-8-30,7-1-16,4-2 0,3-4-35,-1 0-78,-2 0-89,-4-14-13,-8-2 30,-7-2 90,-7-1-10,-5-2 105,0 1 358,0 2-68,0 6-115,-5-1 72,3 11-114,2-2-75,0 4-46,0 0-12,0 11-1,2 7 1,9 0 0,7 2-23,5-1-69,12 2-83,-4-5-144,-4-3-478</inkml:trace>
  <inkml:trace contextRef="#ctx0" brushRef="#br0" timeOffset="290883.104">20583 15298 1318,'0'0'238,"0"0"-216,0 0-22,0 0-1,0 0-1,0 0 2,0 0 0,43 156 1,-26-89-1,1-4 1,-2 4-1,-1-6 0,-1-7-54,6-4-63,-2-10-161,-1-13-662</inkml:trace>
  <inkml:trace contextRef="#ctx0" brushRef="#br0" timeOffset="291083.1628">20481 15754 1300,'0'0'308,"0"0"-209,0 0 101,0 0-110,0 0-76,118-77-13,-37 68-2,-13 2-73,-5 1-227</inkml:trace>
  <inkml:trace contextRef="#ctx0" brushRef="#br0" timeOffset="291421.7616">21285 15458 1340,'0'0'257,"0"0"-257,0 0-17,0 0 17,-2 116 1,2-72-1,0 0 7,8 3-14,6-7-21,-3-4-32,7-5-34,-2-8-155,-5-10-471</inkml:trace>
  <inkml:trace contextRef="#ctx0" brushRef="#br0" timeOffset="291953.7153">21125 15494 758,'0'0'149,"0"0"-101,0 0 18,0 0 48,0 0-14,62-111-17,-33 88-28,2 4-26,7 2-6,1 5 5,-2 2-14,-1 6-4,-5-1-8,-2 5 4,-10 0-5,-3 15-2,-9 10-4,-5 2-11,-2 3-10,-4 3 10,-17-6 4,-4 3 5,-2-6 7,0-4 5,4-1-4,6-5 7,10-10-3,4 0-5,3-4-1,12 0 1,17 0 7,11 0-7,8-8 2,2-1-1,-1 5-1,-5 3 1,-6 1-1,-1 0-1,-9 14 1,-8 3-1,-9 6 1,-11-2 11,0 4 25,-22 0-10,-21 2 5,-12-1-10,-10 2-6,-33 0-15,12-3-64,16-11-323</inkml:trace>
  <inkml:trace contextRef="#ctx0" brushRef="#br0" timeOffset="316271.4141">10038 12364 502,'0'0'15,"0"0"-15,0 0-256,0 0 242,0 0 14,0 0 186,-11-60-43,9 53 36,0 6-45,-3 1 28,0 0-100,-1 0-58,-1 1-4,1 10-65,-2 1-1,8-4-2,0-2-52,0-1 78,0-4 28,0 0 14,0-1 1,0 0 127,0 0 56,2 0-71,-2 0-45,0 0 16,4 0-45,-4 0-22,0 3-14,2 5 4,4 8-7,1 5 0,4 4 1,0 5-1,4-2 5,1-2-5,2-3-1,-3-10 1,-3-3 1,-1-6-1,-6-1 8,-3-3-7,-2 0 7,0-8 2,0-8 5,0-3-2,-4-3 23,-6 2-34,3 2-1,1 1 8,3 2-8,3 2 0,0 0 5,0 1 1,0 2-7,12 2 1,2 4-1,-2 4-1,2 0-9,1 6-7,-2 15 11,1 4-1,1 6-1,2-2 0,1 0 7,1-5-1,2-6 2,-6-6 0,1-6 0,-8-6-1,-1 0 1,-5 0 10,0-13-4,-2-4-6,0-6 0,0 2-1,0-1-8,0 1 8,0 3 0,3 4 1,8 0 0,4 4 2,3 4 0,3 2 7,3 4-8,-2 0 0,3 0-1,-3 12 0,-2 2 0,-2 0-2,-1 3-7,2-5-12,7 2-56,-3-7-135,-2 0-385</inkml:trace>
  <inkml:trace contextRef="#ctx0" brushRef="#br0" timeOffset="316779.4081">11041 12368 312,'0'0'538,"0"0"-353,0 0-123,0 0-30,0 0 12,0 0-22,0 0-6,-89 23-9,68-4-6,1 2 0,2-2 1,5 2-1,2-3 0,7-4 2,4-2-3,0-2 1,0-4 5,8-4-5,6-2 0,1 0 1,4 0 5,-2-11-7,-1-4-1,-3-2 1,-1 2 0,-4-2 0,-3 5 1,-3 5 10,0 1 78,-2 4-18,0 2-19,0 0-30,0 0-22,0 0-1,4 8-1,8 6 1,5 4 1,8 0-7,6 1 5,5 1 2,7-5-2,1-5-15,5-6-18,-3-4 18,-5 0 11,1-13-3,-11-9-4,-6-3-43,-8-4 6,-3-5-21,-7-4-72,-7-21-19,0 8-95,0 4-382</inkml:trace>
  <inkml:trace contextRef="#ctx0" brushRef="#br0" timeOffset="316975.9398">11471 12126 424,'0'0'327,"0"0"-62,0 0-126,0 0-55,0 0-21,0 0-41,0 0-20,0 6 0,0 18-1,2 10 0,11 10 1,1 6 4,3 6-6,4 4 0,3-2 10,0-4-3,1-4-6,0-5-1,-3-7 0,-5-4-123,-5-12 97,-5-14-474</inkml:trace>
  <inkml:trace contextRef="#ctx0" brushRef="#br0" timeOffset="317155.309">11440 12418 1234,'0'0'246,"0"0"-145,0 0-84,189-34-17,-105 18-1,-3 0-162</inkml:trace>
  <inkml:trace contextRef="#ctx0" brushRef="#br0" timeOffset="323794.4084">8264 10381 137,'0'0'127,"0"0"-73,0 0-36,0 0 44,0 0 54,0 0 41,0-20 13,-2 18-28,2 2-22,0-2-29,0 0 5,0-2-15,0 2-27,0-2 7,0 2 10,-2 0 7,2 2-31,0 0-19,0 0-17,0 0-11,0 10 1,0 13 0,0 6-1,2 9 0,7 6-1,0 0 1,0 1 0,-3-4-1,4-5 1,-4-5 0,-1-7-4,-1-8-25,-2-4-41,-2-8-23,0-4 6,0-6 1,0-10-279</inkml:trace>
  <inkml:trace contextRef="#ctx0" brushRef="#br0" timeOffset="324323.902">8197 10431 654,'0'0'137,"0"0"-70,0 0-14,0 0-31,0 0 151,0 0-112,0 0-26,-10-30 10,10 26 10,10 0-38,4-2-17,3 0-4,2 4-3,1-1 4,0 3-32,0 0 0,-3 6 22,-1 11-3,-3 2-49,-3 2 33,-6 5-34,-4 4 52,0 3 13,-12 1-14,-9 0-24,-6-4 31,0-6 8,2-5 7,5-4-1,7-9-6,4-4 33,5-2 15,4 0-20,0-4-28,11-10-77,24-10-8,8 3-242,-5 4-84,-6 2 305,-18 11 106,-2 3 283,-1 1-84,0 0-39,0 0-70,-4 0 10,-3 9 9,-4 9 13,0 7-54,0 3-43,-9 1-4,-7 2-5,-1-3-3,1-4-11,3-4 13,-1-6-15,6-4-32,1-8-175</inkml:trace>
  <inkml:trace contextRef="#ctx0" brushRef="#br0" timeOffset="325631.2834">8529 10596 950,'0'0'203,"0"0"-150,0 0-41,0 0-11,0 0 10,0 0 1,0 0 4,11 88-5,-3-69-5,3 2-5,-1-7 1,2-2-1,-1-5 6,-3-2-5,4-5-2,-3 0-19,-1 0 10,4-2-72,-1-9-88,-3-6-149,2-2 69,-1 0 132,-3-1 101,1 2 16,-2 2 33,-1 4 152,-4 2 7,0 4 21,0 3-19,0 1-103,0 2-49,0 0-32,0 0-10,-2 11 0,0 0 1,2 6 0,0 0 0,0 2 0,7-1 9,6-2-4,5 0-5,-1-4 1,1-3-1,3 0-1,-4-5-15,1-4-27,-3 0-6,-1 0-100,-3 0-37,-2-4-27,-2-7-35,-5 3 198,0-1 49,-2 3 188,0 0 112,0 0-24,0 3-175,-2-1-43,-3 2-3,1 2-30,0 0-18,3 0-7,1 0-1,0 6 0,0 5-2,0 1 2,5 1-16,6-2 2,0-1-1,2 2 10,3-1-2,-1-3 2,1 3 3,-1-5-62,-1-2-106,-3-4 5,-1 0 121,-6 0 27,-4-8 18,0-5 1,0-1 0,-6-5 12,-6 1-13,1-2 0,1 2 48,4 2-33,6 2-9,0 0 5,0 2-10,2 2 6,14 1 6,1 1 5,6 3-11,-3 0 10,0 4 76,0 1-27,-4 0-37,-4 0-13,5 4-7,-4 10 31,0 0-18,1 2-9,-1 2-3,1-3-4,-3-2-5,-3 1 0,2-4-1,3 0-15,-4-3-104,0-4-197</inkml:trace>
  <inkml:trace contextRef="#ctx0" brushRef="#br0" timeOffset="325873.6099">8915 10469 681,'0'0'121,"0"0"-121,0 0 0,0 0-1,0 0-10,0 0-128,0 0-247</inkml:trace>
  <inkml:trace contextRef="#ctx0" brushRef="#br0" timeOffset="326121.1808">8694 10413 939,'0'0'243,"0"0"-184,0 0-59,0 0-30,0 0 30,0 0 6,0 0-5,0 50-1,0-37-17,5-2-239,8-9-313</inkml:trace>
  <inkml:trace contextRef="#ctx0" brushRef="#br0" timeOffset="326301.2593">8926 10010 1175,'0'0'171,"0"0"-137,0 0-21,0 0-12,52 183-1,-37-107-17,-3-7-147</inkml:trace>
  <inkml:trace contextRef="#ctx0" brushRef="#br0" timeOffset="326873.4846">8951 10539 735,'0'0'248,"0"0"-68,0 0-46,0 0-64,0 0-12,0 0-16,0 0-30,48-11-12,-40 18-1,-6 9-9,-2 2-35,0 10 9,0-3-35,-4-5-463</inkml:trace>
  <inkml:trace contextRef="#ctx0" brushRef="#br0" timeOffset="327319.7078">9525 10607 747,'0'0'345,"0"0"-182,0 0-105,0 0-24,0 0 15,0 0-27,0 0-12,50-6-10,-30 6 1,-5 0 0,-3 0-1,-6 6 0,-1 2-7,-5 5 6,0 3 0,-9 3-1,-14 4 1,-6 0-1,0 2-11,5-3 13,6-4-2,9-3-5,7-5 6,2-5 1,9-3 0,17-1 15,34-1-15,-6 0-18,-5 0-245</inkml:trace>
  <inkml:trace contextRef="#ctx0" brushRef="#br0" timeOffset="327869.3348">8563 11089 316,'0'0'772,"0"0"-613,0 0-108,0 0 3,138-20 15,-73 12 23,33 0-27,43-4-7,36-3 5,10-3-16,-31 3 11,-51 3-14,-47 7-44,-11 5-19,-10 0-133,-10 2-623</inkml:trace>
  <inkml:trace contextRef="#ctx0" brushRef="#br0" timeOffset="331404.0517">7962 12194 501,'0'0'268,"0"0"-100,0 0-106,0 0 17,0 0-2,0 0 16,0 0-50,-34-76-7,31 70-12,1 2 31,2-1 4,0 4-2,0 1-37,0 0-20,0 0-13,0 10 1,0 10 12,0 7 0,0 8 0,0 1 0,0 2 7,0 0-7,0-4 0,0 0-1,2-5-1,-2-4-47,0-7-74,3-6-125,-3-4 109,3-8-199</inkml:trace>
  <inkml:trace contextRef="#ctx0" brushRef="#br0" timeOffset="331911.3344">7879 12206 170,'0'0'691,"0"0"-523,0 0-47,0 0-57,0 0-26,0 0 15,0 0-9,15-97-33,6 94-11,-1 3 0,5 0 0,-4 0-10,0 12-10,-1 6-21,-5 4-20,-6 4-5,-6 2 37,-3 1 29,0 2 13,-10-1 1,-12-4-5,-2-4 19,4-4-21,1-5 16,9-8 0,3-1 12,5-4-19,2 0 10,0 0-26,0-1-19,11-10-1,7 1 13,-1 2 6,6 2 1,-3 2-6,0 4-1,-2 0 1,-1 0 6,-3 10-1,-3 7-8,-7 0 9,-4 3 9,0 2 7,-7 3 3,-17 0 14,-5-3 15,-2-2-9,5-7-7,3-6 16,7-2-21,5-5 8,5 0-20,-1-5-15,2-9-62,5-9-83,0 2-125,0 3-743</inkml:trace>
  <inkml:trace contextRef="#ctx0" brushRef="#br0" timeOffset="332832.0357">8205 12366 1167,'0'0'200,"0"0"-200,0 0-51,0 0 25,0 0 20,0 0 6,0 0 0,40 50 0,-25-32-10,1-2-13,1-2-3,-1-6-14,-3-3-98,1-5-14,-1 0 18,-5 0-8,0-9-41,-5-5 34,0-4 79,-3-2 70,0 0 59,0 1 151,0 2 13,0 4 91,0 6-124,0 4-67,0 3-56,0 0-29,0 0-31,0 13-6,0 7 5,0 1 4,0 4-9,3-1-1,10 0 0,3-2 6,4-1-6,4-7 0,4-4-25,2-7-20,-1-3-29,-2 0-122,-5-1-16,-2-13 21,-9-2 22,-4-3 169,-7 1 25,0 2 83,0 2 120,0 5 54,-2 0-127,-5 5-88,3 2-15,-1 2-17,0 0-24,-1 0-11,2 10 0,-1 7-1,5 2-8,0 4-7,0-1 5,13-3 10,5 0-40,5-5-7,-1-4-26,2-6 18,-3-4-37,-4 0-56,-5-8-27,-8-10 43,-4-3-6,0 0-41,-2-2 148,-12-1 32,3 4 235,2 2 119,7 6-114,2 2-88,0 5-72,2 0-10,18-1-41,7 2-28,8 2 1,4 0 4,1 2-6,-5 0 0,-5 0 0,-4 7-7,-11 6-4,-4 1-1,-4 4 5,-7 3 7,0-2 32,0 2-23,0-1-8,-4-2 5,1-5-6,3-3 10,0-3-10,7-3-6,14-2-30,14-2-18,-4-6-137,-1-8-330</inkml:trace>
  <inkml:trace contextRef="#ctx0" brushRef="#br0" timeOffset="333103.7284">8561 12112 1064,'0'0'28,"0"0"-28,0 0-104,0 0 73,0 0 24,0 0 7,0 0-66,51 129-92,-63-94-169,-5-7 87</inkml:trace>
  <inkml:trace contextRef="#ctx0" brushRef="#br0" timeOffset="333344.4565">8382 12091 810,'0'0'299,"0"0"-202,0 0-73,0 0-12,0 0 2,0 0 4,0 0-4,-37 106-12,28-85 3,9-7-5,0-6-29,0-7-313</inkml:trace>
  <inkml:trace contextRef="#ctx0" brushRef="#br0" timeOffset="333510.6184">8614 11664 1350,'0'0'206,"0"0"-159,0 0-47,83 169-6,-59-91-125,-2-8-280</inkml:trace>
  <inkml:trace contextRef="#ctx0" brushRef="#br0" timeOffset="334027.334">9348 12398 734,'0'0'573,"0"0"-428,0 0-84,0 0-45,0 0-6,0 0-9,0 0 6,77-70-7,-57 66 0,-4 4-1,-5 0-17,-6 0-4,-5 9 6,0 4-4,0 3 20,-5 0 1,-4-3-1,2 2 13,3-5-12,4-2 0,0 1 0,0-3-1,6 1 2,8 0-1,-4-2 0,2 1-1,-5 2-14,-7 9-81,0-3-179,-14 4-388</inkml:trace>
  <inkml:trace contextRef="#ctx0" brushRef="#br0" timeOffset="334519.239">8106 12896 232,'0'0'849,"0"0"-680,0 0-121,0 0-23,0 0 4,122 0 45,-5 0 8,55-6-28,21-8-9,5 2-14,-20 4 39,-35 5-28,-32 3-8,-30 0-22,-27 0-12,-15 0-1,-1 0-1,-3 5-27,-14 2-98,-14 1-101,-7-3-470</inkml:trace>
  <inkml:trace contextRef="#ctx0" brushRef="#br0" timeOffset="336788.5813">8760 16565 864,'0'0'240,"0"0"-149,0 0 18,0 0 24,0 0-28,0 0-12,0 0 15,-4-78-26,4 76-40,0 2-42,0 0-32,0 19 6,0 12 7,10 13 13,5 4 6,5 6 0,3 1-1,1-7-75,7 5-61,-6-11-101,-7-15-734</inkml:trace>
  <inkml:trace contextRef="#ctx0" brushRef="#br0" timeOffset="337045.1734">8371 16571 1348,'0'0'206,"0"0"-162,0 0-37,0 0 1,119-17-8,-57 12 1,40 5-1,-17 0-82,-10 5-311</inkml:trace>
  <inkml:trace contextRef="#ctx0" brushRef="#br0" timeOffset="337306.5837">9345 16763 1094,'0'0'306,"0"0"-229,0 0-58,0 0 24,0 0 11,0 0-3,0 0-7,26 45-30,-18-37-5,0-2-8,5 6-1,1-4-63,-1-7-184</inkml:trace>
  <inkml:trace contextRef="#ctx0" brushRef="#br0" timeOffset="337486.1958">9410 16611 1515,'-14'-6'0,"8"-1"-51,1 2-255,3-1-261</inkml:trace>
  <inkml:trace contextRef="#ctx0" brushRef="#br0" timeOffset="337685.409">9583 16780 939,'0'0'0,"0"0"-121,0 0 89,0 0 25,0 0-2,147 72-145,-120-58-439</inkml:trace>
  <inkml:trace contextRef="#ctx0" brushRef="#br0" timeOffset="337846.5427">9780 16874 365,'0'0'150,"0"0"-105,0 0-2,0 0-2,0 0 6,0 0 5,-14-102 12,16 79 61,14 10 79,1 4-71,2 5-41,-1 4-46,3 0-24,0 17-8,-1 5-13,2 14-1,-6 0-74,-5-10-262</inkml:trace>
  <inkml:trace contextRef="#ctx0" brushRef="#br0" timeOffset="338259.5886">10044 16397 1317,'0'0'132,"0"0"-132,0 0-18,0 0 10,0 0 8,0 0-1,79 109-33,-44-59 2,1 5-22,-1-3-24,-4-10-104,-4-4 99,-4-13 20,-8-9 43,-6-7 20,-4-9 52,-5 0 195,0-3-162,0-19-57,6-3-18,5 4-9,7-5-1,7 7-1,0 7 0,1 10 1,1 2-2,-3 0-4,-3 10 5,-4 13 0,-7-1 1,-8 0 0,-4 18 0,-21-8-38,-4-7-244</inkml:trace>
  <inkml:trace contextRef="#ctx0" brushRef="#br0" timeOffset="338494.2361">9686 15986 1691,'0'0'247,"0"0"-247,0 174-171,13-98-377</inkml:trace>
  <inkml:trace contextRef="#ctx0" brushRef="#br0" timeOffset="339350.6002">12010 16699 32,'0'0'0</inkml:trace>
  <inkml:trace contextRef="#ctx0" brushRef="#br0" timeOffset="339797.9419">12010 16699 491,'-25'-80'187,"21"72"-29,-1-2 34,1-4-4,0 6-71,2 0-17,-1 2-42,3 2 6,0 4-24,0 0-11,0-5-2,0 5-11,0 0 15,0 0-16,0 0-15,0 0-6,3 11-7,7 15 10,1 6 3,5 8 8,-1 8-7,6-3-2,1-1 1,3-3 0,6-3 0,5-5 3,1-5-2,3-2-1,-2-4 0,3-8 1,-6-6 0,-4-3-1,-4-5 1,-4 0-1,-6 0-1,-3-13 1,-3-5 0,-3-4 2,-1-6-1,-4-6-1,-1 2 0,-2-8-1,0 0 0,0 4-7,0 0 8,0 4 17,0 1-16,0 9 6,-2 0-7,2 4 0,0 8-6,-3 6-6,3 0-81,-2 0-184</inkml:trace>
  <inkml:trace contextRef="#ctx0" brushRef="#br0" timeOffset="340562.2196">12770 16276 560,'0'0'179,"0"0"-84,0 0 3,0 0 27,0 0 11,0 0-65,0 0-8,-79 45-18,75-32-11,4 5-21,0 4 1,0 1 1,9 7-5,9-2 0,4 4-3,2 2-6,3-1 0,10 2-1,-12-5-64,-2-7-248</inkml:trace>
  <inkml:trace contextRef="#ctx0" brushRef="#br0" timeOffset="340784.2077">12984 16445 1061,'0'0'0,"0"0"-42,0 0-147,0 0 63,0 0 6</inkml:trace>
  <inkml:trace contextRef="#ctx0" brushRef="#br0" timeOffset="340912.4054">12984 16445 684,'53'-134'331,"-53"134"-198,0 13-81,0 10-38,0 1-3,0 10-3,0-2-6,16-2-1,13 7-1,-5-14-50,0-2-305</inkml:trace>
  <inkml:trace contextRef="#ctx0" brushRef="#br0" timeOffset="341143.2169">13177 16240 1326,'0'0'230,"0"0"-184,0 0-31,0 0-2,0 0-1,132 111-4,-108-53-7,-8 28-1,-7-10-65,-9-10-580</inkml:trace>
  <inkml:trace contextRef="#ctx0" brushRef="#br0" timeOffset="341757.5452">13726 17058 796,'0'0'301,"0"0"-203,0 0-12,0 0 27,0 0-22,0 0-33,0 0-4,-48-14-6,46 10-7,2 4-22,0 0-2,0 0-17,7 0-16,15 0 1,16 0 15,11 0-15,14 0-2,1 0 4,21 0-40,-18 4-95,-18 0-262</inkml:trace>
  <inkml:trace contextRef="#ctx0" brushRef="#br0" timeOffset="341954.3017">13955 17212 626,'0'0'1090,"0"0"-922,0 0-166,0 0-2,0 0 0,134 6-36,-43-6-108,1-1-735</inkml:trace>
  <inkml:trace contextRef="#ctx0" brushRef="#br0" timeOffset="343575.1999">14987 16866 751,'0'0'356,"0"0"-172,0 0-20,0 0-9,0 0 14,0 0-56,0 0-46,-47-18-43,47 18-24,0 0-12,9 22-4,8 4 14,6 9-4,2 7-49,4-3-40,-3-3 19,0 0 9,-5-5 19,-3-9-4,-7-4-25,0-5 13,-5-8-4,-1-5 21,0 0 36,-3-12 11,-2-12 1,0 2 5,0-5 12,0 1 29,0 2 44,0 3 7,0 2-45,0 7-32,0-1-5,4 0-16,11 7 0,1 6-1,5 0 0,0 0-11,0 4-26,1 11-34,-4 6 18,0 2 23,-3-2 7,1-1 3,-3 1 10,-1-7 2,-4-5 8,-3-5-5,-1-4 6,-2 0 8,-2 0 8,0-9-7,2-8-8,-2-1 30,0 0-2,6 0 20,0 4-10,5 0 4,3 6-4,1 4-17,5 4-21,5 0-1,1 0 0,3 18-38,18 8-103,-7-4-202,-2-4-702</inkml:trace>
  <inkml:trace contextRef="#ctx0" brushRef="#br0" timeOffset="343966.3298">15998 16980 1179,'0'0'178,"0"0"-130,0 0-9,-124-4-20,93 4-10,4 5-7,11 12-2,5-3 0,9 4-3,2-4-6,0 0-1,0-2 3,6-2 6,6-2 1,3-8 0,0 0 1,3 0 1,0 0 3,0-4-5,-2-10 0,-5 2-1,-5 2 0,1 0 0,-5 6 1,0 0 11,-2 4 0,5 0-11,0 0-12,5 14 12,9 4 0,2 0 0,8 0 0,8 2-19,0-9-48,19-7-43,-12-4-136,-4 0-34</inkml:trace>
  <inkml:trace contextRef="#ctx0" brushRef="#br0" timeOffset="344179.9565">16261 16830 1028,'0'0'272,"0"0"-120,0 0-37,0 0-38,0 0 8,0 0-66,0 0-19,-36 12 0,57 25 0,6 2-14,4 7-18,4 2 6,1-2 11,-5 2-15,-4-3-14,0 5-43,-10-14-47,-3-11-234</inkml:trace>
  <inkml:trace contextRef="#ctx0" brushRef="#br0" timeOffset="344365.781">16143 17056 1607,'0'0'311,"0"0"-199,0 0-73,0 0-1,0 0-34,132-36-4,-50 24-184,-8 2-589</inkml:trace>
  <inkml:trace contextRef="#ctx0" brushRef="#br0" timeOffset="344846.2655">17125 16802 1538,'0'0'194,"0"0"-188,0 0-6,0 0-1,0 0-1,0 0 2,-13 108 0,2-54 0,-2-1 0,-8-8 0,4-5 0,1-5 0,5-16-1,7-2-14,4-13-33,0-4-28,0 0 14,13-21-18,7-6 9,-3-9 4,-1-9-39,0-5 9,-5-6 48,0 1 49,-2 5 61,0 11-16,0 13 7,-3 8 6,1 13-21,0 5-25,2 0-5,2 23 22,3 7-3,5 5-17,6 7-9,2-3 1,0 3-1,2 2 0,-5-4-1,-4-4-25,-2 13-42,-7-10-93,-5-12-94</inkml:trace>
  <inkml:trace contextRef="#ctx0" brushRef="#br0" timeOffset="345046.8564">16978 17052 1302,'0'0'316,"0"0"-170,0 0-51,0 0 34,0 0-95,0 0-34,176-58-47,-86 54-215,-10 0-601</inkml:trace>
  <inkml:trace contextRef="#ctx0" brushRef="#br0" timeOffset="345552.684">18389 16879 1181,'0'0'197,"0"0"-129,0 0 0,0 0-39,0 0-11,-117 31-10,78-5-7,1 2-1,7 2-7,6-7-10,10-2-12,10-3-18,5-7-24,0-8-36,3-3-128,8 0-88</inkml:trace>
  <inkml:trace contextRef="#ctx0" brushRef="#br0" timeOffset="345739.6663">18181 16860 1134,'0'0'171,"0"0"-123,0 0-37,0 0-4,0 0-1,0 0-5,34 108-1,-14-72 1,0-2-1,-5-2-23,-1 0-39,-5-1-119,-5-8-30,-2-2-289</inkml:trace>
  <inkml:trace contextRef="#ctx0" brushRef="#br0" timeOffset="345917.839">18079 16994 1472,'0'0'302,"0"0"-258,0 0-12,0 0-4,125 0-19,-38 4-9,-12 2-105,-7-2-302</inkml:trace>
  <inkml:trace contextRef="#ctx0" brushRef="#br0" timeOffset="346214.8619">18904 16726 1358,'0'0'6,"0"0"-6,0 0-49,0 0 49,0 0 58,0 0 5,4 130-39,12-84-16,1 2-7,4-4 11,-4-8-11,-1-4-1,-5-10 2,-2-4-2,-2-9-46,-7-9-34,0 0-7,0-18-231</inkml:trace>
  <inkml:trace contextRef="#ctx0" brushRef="#br0" timeOffset="346377.586">18872 16816 927,'0'0'252,"0"0"-176,0 0-45,0 0-14,0 0-17,0 0-30,0 0-148,-47-18-139</inkml:trace>
  <inkml:trace contextRef="#ctx0" brushRef="#br0" timeOffset="346653.4219">18872 16816 502,'32'-40'347,"-22"40"-96,6 0-116,4 8-59,5 12-25,4 6-25,6 0-18,8-1-8,3 0-31,19-7-49,-14-6-202,-7-8-316</inkml:trace>
  <inkml:trace contextRef="#ctx0" brushRef="#br0" timeOffset="347013.5938">19463 16754 1267,'0'0'148,"0"0"-142,0 0-6,0 0-6,-119 50 5,95-24-25,2 0-6,4 2-7,7-2 23,5-7 8,0-2 6,6-9-11,0-8 13,0 0 15,6-4 18,7-15-26,5-6 31,-1-2-15,1-4 19,4 3 6,3 1 10,1 2-26,1 6-1,2 6-11,0 4-10,-2 8-4,-2 1-5,-6 5 4,0 13-5,-9 9-1,-1 5 0,-4 12-49,-3-4-111,3-8-582</inkml:trace>
  <inkml:trace contextRef="#ctx0" brushRef="#br0" timeOffset="347665.7264">20129 16804 1222,'0'0'293,"0"0"-220,0 0-51,-134-46-12,96 42-1,1 4-8,3 0-1,5 18 0,7 3 0,9 6 0,3-4 0,10 4 0,0-5 0,0-4 0,8-4-1,7-9-1,5-3-5,3-2 5,2 0-9,2-13 11,0-5 0,0-3 0,-4-2-7,-6 1 7,-3 8 0,-6 2 0,-3 6 9,-3 6-8,0 0 0,2 6 0,6 12-1,1 4 6,5 0-6,3-5 0,8 2 0,4-7 9,5-6-8,2-6-1,-2 0 0,2-18-1,-5-9-29,-6-10 12,-8-3 8,-9-8 9,-10-10 1,0-9 21,-16-6-7,-11 2-5,1 4 19,1 17 29,7 12 42,7 20 5,7 12-56,2 6-39,2 15-9,0 20-12,2 10 12,13 13 0,5 0 0,3 4 0,-1-4-1,-6 1 1,-1-12 0,-6-4-1,0-3-22,-3-14-58,1-4-34,3-9-45,-4-4-139,-2-9-385</inkml:trace>
  <inkml:trace contextRef="#ctx0" brushRef="#br0" timeOffset="347825.077">20265 16762 1294,'0'0'243,"0"0"-37,0 0 9,0 0-152,0 0-41,0 0-22,116-66-67,-50 66-145,3 0-686</inkml:trace>
  <inkml:trace contextRef="#ctx0" brushRef="#br0" timeOffset="348208.9181">20956 16495 1415,'0'0'234,"0"0"-120,0 0-72,0 0 14,0 0 11,0 0-51,0 0-14,-20 66 9,20-16-10,12 4-1,7-1 1,1-8 0,2 0 0,-6-16-1,-1 0-1,-6-14-9,-4 0-57,-1-11-47,-2-4-12,-2 0-16,0-26-95,-20-26-348</inkml:trace>
  <inkml:trace contextRef="#ctx0" brushRef="#br0" timeOffset="348576.4578">20971 16677 78,'0'0'362,"0"0"-89,0 0 219,-60-129-330,53 98-12,7 9-54,0 0-59,7 4-23,22 0-12,6-1 4,10 2-6,4 7-6,-2 6-11,-5 0-3,-6 4 12,-14 0 8,-9 14-1,-8 4 0,-5 4 1,-2 8 0,-18 2 0,-3 0 8,4-2 1,1-4-8,7-2 0,9-6 1,2-1 3,0-4-4,15-3 4,10 2-5,4-1 0,2 1-7,2 2 0,0-5-19,-1 7-3,-3-5 22,-7-2 7,-2 0 1,-4-1 0,-4-4 1,-7-2-1,-5 2 1,0-4 44,-19 3-33,-46 6-13,5-3-78,0 2-330</inkml:trace>
  <inkml:trace contextRef="#ctx0" brushRef="#br0" timeOffset="349821.4966">21958 16802 469,'0'0'219,"0"0"-19,0 0-89,0 0-76,0 0-22,0 0 79,-44-4-37,44 4-35,0 0-12,0 0 2,0 0 29,0 0 33,0 0-6,0 0 0,0 0 4,0-5-38,2 5-19,11 0-12,12 0 0,10 0 0,15 0 0,10-3 0,7-1 0,6 2-1,2-2 0,1-4 1,1-1 0,-6 4-1,-7-4-50,7 3-55,-19 3-177,-15-1-36</inkml:trace>
  <inkml:trace contextRef="#ctx0" brushRef="#br0" timeOffset="350054.5339">22646 16663 1111,'0'0'234,"0"0"-179,0 0-49,0 0-5,0 0 0,121 18 6,-76 10-6,-1 3 5,-9 9-5,-12-4 1,-17 0 5,-21 12-7,-22-17-24,-6-4-369</inkml:trace>
  <inkml:trace contextRef="#ctx0" brushRef="#br0" timeOffset="351586.8146">22584 15902 1053,'0'0'231,"0"0"-116,0 0-40,0 0 14,0 0-34,0 0-36,0 0-18,0-3-1,0 27 0,0 12 0,7 13 7,4 5-6,7 4 0,4-1 1,5-4-1,4-7-1,4-5 2,2-11-1,3-9 0,-1-2 0,-1-15 1,-3-4-2,-5 0-17,-6-12-14,-10-6-5,-7 0 18,-7-4 18,0 3 0,-5 5 40,-11 2-4,1 3 5,1 4 7,4 1 2,5 4-46,3 0-4,2 0-9,0 0-13,7 9 5,13 8 8,-1 1 8,5 4-6,2 1-11,-2-5 7,-2-4-20,1-2-11,-1-6-19,-2-6-3,-2 0 22,-5-10 21,-1-6 20,-8-4-1,-2-1 2,-2 3 45,0 4 35,0 4-15,-6 2-25,-3 4 14,4 1-28,0 3-17,3 0-9,2 0-14,0 7 13,0 6-2,2 5-17,14 1-5,6 2-13,3-4-4,-1 2-18,3-5-7,-2-6 31,-4-8 4,2 0 19,0 0 3,-6-8 3,-1-6 1,-7-5 6,-2 3 0,-5 2 10,-2 5 15,0-3 38,0 6 25,-9 6-29,-2 0-18,2 0-25,2 0-7,-1 0-9,8 6 0,0 6-8,0 2-29,8 4-20,12-5-2,3 4-2,4-3 17,-1-1-1,0-8-21,3-5-124,-3 0 55,0-5 78,-4-8 10,-6-5 45,-5 2 2,-9-3 26,-2 1 104,0 5 72,-7-6-89,-4 5-30,3 6-22,3 4-16,5 4-45,0 0 1,0 12-2,15 6 1,12 5-2,15-1-40,-3-5-65,-8-6-457</inkml:trace>
  <inkml:trace contextRef="#ctx0" brushRef="#br0" timeOffset="351874.2007">23097 15955 1415,'0'0'186,"0"0"-128,0 0-32,0 0-25,0 0-1,0 0 0,0 0 0,104 17-9,-79 23 8,-14 24-9,-6-6-64,-5-6-189</inkml:trace>
  <inkml:trace contextRef="#ctx0" brushRef="#br0" timeOffset="353057.479">24115 16074 1335,'0'0'216,"0"0"-156,0 0-38,0 0-17,0 0-5,0 0-1,0 0 0,29 57 1,2-24 0,2 3 0,5-2 0,-5-1 0,-2-6-19,-6-4-1,-9-11-4,-7-7-2,-3-5 10,-6 0 15,0 0-8,0-17-59,0-6 40,0 0 20,0 0 8,0 1 9,0 4 1,0 0 7,16 7-7,9 0-2,6-1 0,5 6-2,4 2 0,5 4-5,-1 0-2,-4 0-6,-9 4-60,-13 10-47,-11 1-48,-7 0 53,-13 5 109,-21 2 33,-9 0 64,-1 0-53,3-4-11,7-5 13,14-3-20,8-7-18,12 2-8,0-5 7,16 0-6,17-8-1,9-11 0,3 1-1,-1 5-19,-8-4 20,-7 11 22,-11-2-9,-5 8-12,-3 0-2,-4 0 1,1 0-1,-5 4 1,2 10-2,0 1 2,1 0-1,2 8 1,2-5-1,7 0 0,3 0-46,6-4-80,0-5 4,-4-6 49,1-3 54,-3 0 14,-2-17 6,-3-5 26,-1 0 52,-6-2-3,-2 2-22,-3 0 2,0 8 21,-2 2-8,0 6 14,0 6-7,0 0-38,0 0-16,-4 1-10,-6 16 2,4 2-13,4-2 0,2 5 0,0 1 0,6 0 0,17-1-22,4 1-22,2-11-8,4-3 10,-2-9 29,-2 0 13,-2-9-1,-3-12-1,-8 1 2,-8-1 4,-8-5-3,0 7-2,-15-3 0,-34 4-43,7 0-250,-1 4-787</inkml:trace>
  <inkml:trace contextRef="#ctx0" brushRef="#br0" timeOffset="353224.3962">24618 15981 1258,'0'0'395,"0"0"-228,0 0-78,0 0-58,197-54-31,-89 54-32,-2 0-348</inkml:trace>
  <inkml:trace contextRef="#ctx0" brushRef="#br0" timeOffset="354326.3174">23286 16981 1111,'0'0'205,"0"0"-102,0 0-37,0 0 6,0 0-31,0 0-38,0 0 6,27 42-8,-11-9 0,1 4 9,3 3-10,0-5 0,0-6-52,-2-8-8,-2-4 18,-2-11 17,-6-6 18,-1 0 7,-7-4 0,0-10 0,0-8 1,0 0 7,-11-1 3,-1 4-3,1 2 5,4 3 21,6 1-15,1 0-3,0 3-8,1 2-7,20-2-1,1 6 5,5 4-5,0 0-13,2 0-3,-3 4-33,-3 11 11,-8 6 3,-2 2-4,-6-1-13,-4 0 10,-3-9 4,0 2 6,0-7-97,0-8 80,6 0 39,5 0 0,5-18-7,-3-4 17,3-9 16,-3 4 131,1-4-40,-1 3-18,1 2 14,-1 8 6,0 4-44,-2 6-26,2 8-27,3 0-10,2 0-2,0 13-1,3 10-57,0-1-53,-1 8 34,1-6-21,4 11-130,-2-13-10,-3-4-631</inkml:trace>
  <inkml:trace contextRef="#ctx0" brushRef="#br0" timeOffset="354725.643">24119 17000 1187,'0'0'156,"0"0"-115,0 0-9,0 0-18,0 0-13,0 0-1,0 0-32,-96 62-45,96-40-4,0 5-13,3-9 4,8 0-30,2-4 70,2-7 40,4-7 9,-3 0 0,-1 0 1,1-3 1,-5-11 10,-1-4-9,0 0-1,-3 1 1,-1-1 11,-4 8 100,2 2 52,-1 2-86,-1 6-55,1 0-23,1 0-1,3 14 1,1 4 0,4 0 0,-1 5-1,4-5-6,5 0-30,16-4-120,-5-6-23,0-4-311</inkml:trace>
  <inkml:trace contextRef="#ctx0" brushRef="#br0" timeOffset="354920.2642">24343 16843 1045,'0'0'159,"0"0"-91,0 0-42,0 0 7,0 0 17,0 0-14,4 103-25,20-63-11,3 4-10,-1-4-19,1 19-55,-6-20-147,-11-2-87</inkml:trace>
  <inkml:trace contextRef="#ctx0" brushRef="#br0" timeOffset="355154.6718">24264 17062 1373,'0'0'250,"0"0"-164,0 0 110,0 0-105,0 0-58,172-45-33,-84 36-151,-3 5-353</inkml:trace>
  <inkml:trace contextRef="#ctx0" brushRef="#br0" timeOffset="355701.0043">24736 16910 1311,'0'0'201,"0"0"-155,0 0-33,0 0 11,0 0 5,0 0-18,0 0-5,18 124 0,-5-91 1,6-7-7,-4 1-61,-1-10-70,1-7-53,-6-10-174,-4 0-562</inkml:trace>
  <inkml:trace contextRef="#ctx0" brushRef="#br0" timeOffset="356083.3641">24707 16914 1018,'0'0'353,"0"0"-232,0 0 1,0 0-70,0 0-28,0 0-4,21-102-11,16 92-9,4 1-2,-1 9-13,-7 0-16,-6 5-14,-14 13-25,-9 8-21,-4 2 28,-8 4 33,-21 2 23,-3-6 7,6-6 6,4-4 9,8-2 7,12-10-14,2-2-6,6 0 5,21-4 0,7 0-6,9 0-1,1 0-9,1 0-12,-5 4 11,-9 2 10,-6 2 0,-10 7 0,-14-3 0,-1-3 25,-4 9 29,-25-4-5,-10 4-6,-13 5-26,-37 7-17,10-9-121,8-2-958</inkml:trace>
  <inkml:trace contextRef="#ctx0" brushRef="#br0" timeOffset="358060.1564">8197 17142 993,'0'0'201,"0"0"-50,0 0-50,0 0-61,0 0 29,0 0-2,-23-9-17,23 9-33,0 0-6,0-4-9,0 4-2,0 0 0,0 0-2,0 0-14,0 9 13,0 8-6,6-4-40,5-2-41,3 1 13,-1-8 29,-3-4 36,0 0 2,-3 0 10,-3 0 0,-4 0 1,0-8 0,-4-2 8,-17-2 8,-1 2-8,0 2 23,-3 3 23,3 5-13,2 0 17,2 0-27,2 13-32,3 9 3,4-4 4,7-1-7,2-2 0,2-5-14,23-6 0,3-4-14,9 0 3,9 0-27,-6-14-74,-11 5-536</inkml:trace>
  <inkml:trace contextRef="#ctx0" brushRef="#br0" timeOffset="358789.8326">8342 18526 712,'0'0'195,"0"0"-72,0 0-96,0 0 31,0 0-39,0 0-19,0 0 1,-53 66-1,80-60 0,2 2 0,4-8-1,-2 0-33,-6 0-20,-7 0 25,-7 0 29,-9-9 48,-2 0 54,0 1-14,-18-2-3,-4 2-21,0 1-7,3 0-18,9-1-23,3 8-16,7 0-44,7 0-134,6 0-132</inkml:trace>
  <inkml:trace contextRef="#ctx0" brushRef="#br0" timeOffset="359100.4091">9323 18286 1213,'0'0'167,"0"0"-167,0 0-1,-14 124 0,14-78 1,14-4-1,8-2-6,2-2-89,11 0-127,-7-10 20,-6-9-645</inkml:trace>
  <inkml:trace contextRef="#ctx0" brushRef="#br0" timeOffset="359342.8723">8851 18165 1392,'0'0'202,"0"0"-159,0 0-34,0 0-8,229-22-1,-113 8-49,-7 0-147</inkml:trace>
  <inkml:trace contextRef="#ctx0" brushRef="#br0" timeOffset="359697.8456">9804 18606 1156,'0'0'191,"0"0"-136,0 0-44,0 0-10,0 0 1,0 0-1,0 0 0,22 77 9,-13-69-9,0-4-1,2-4-25,-2 0-102,-2-8-470</inkml:trace>
  <inkml:trace contextRef="#ctx0" brushRef="#br0" timeOffset="359869.9213">9744 18420 1423,'0'0'169,"0"0"-169,0 0-146,0 0-433</inkml:trace>
  <inkml:trace contextRef="#ctx0" brushRef="#br0" timeOffset="360241.3538">9998 18556 986,'0'0'41,"0"0"-41,0 0-48,0 0 35,0 0 13,0 0 0,0 0 0,94 108 0,-77-94 9,-3 2-9,-6-9 0,-1-7 0,-3 0 9,2 0 4,-5-4-4,2-10-9,-1-8-17,2-1 4,-2 2 13,3 1 128,-1 3 6,0 11-8,6-1-29,1 7-45,7 0-34,4 0-17,4 0 1,4 9-2,5 13-62,-8-3-113,-7-3-560</inkml:trace>
  <inkml:trace contextRef="#ctx0" brushRef="#br0" timeOffset="360699.9738">10410 18089 36,'0'0'74,"0"0"-42,0 0 14,71 134-7,-37-77-25,-4-4-7,3 6-6,-8-9 15,-2-2 157,-5-12-47,-3-7-32,-3-14-14,-5-5 10,-3-10 33,0 0 128,1-4-109,1-17-94,1-8-19,4-3 3,2-2-13,3 3 17,3 8-14,-4 0-3,1 14-7,3 5-4,2 4-7,3 0 0,5 10 5,0 12-6,-1 7-2,-2 9 1,-2 1 0,-8 8-7,-10-5 6,-6 8-49,0-10-46,-2-13-267</inkml:trace>
  <inkml:trace contextRef="#ctx0" brushRef="#br0" timeOffset="360956.4124">9934 17459 1487,'0'0'193,"17"161"-193,14-8 0,0-12-104,-6-24-425</inkml:trace>
  <inkml:trace contextRef="#ctx0" brushRef="#br0" timeOffset="363502.2343">13402 17748 586,'0'0'165,"0"0"-73,0 0 160,0 0-113,0 0-29,0 0-25,0 0 13,-25-22-43,25 22-11,0-3-17,0 3-9,0 0-17,0 0-1,14 0 1,5 0 0,-2 0-1,3 8 0,0 9 0,-2 2-16,-3-2-32,-3 5-53,-6-1 17,-4-1-9,-2-3-63,0-2-15,0-2 97,-13 0 74,-1-7 50,-1-3 159,4 1-97,2-4-40,5 0 8,4 0-22,0 0-29,0 5-29,8-3-13,13-2 7,6 0-26,17 0-54,-7-7-192,-2-6-739</inkml:trace>
  <inkml:trace contextRef="#ctx0" brushRef="#br0" timeOffset="363770.23">13717 17637 1043,'0'0'149,"0"0"-112,0 0-2,0 0 3,0 0-18,113 23-5,-107 7-1,-6 3 8,0 6-9,-15 1-6,-14 5-7,-10 0-19,3-8-97,9-15-216</inkml:trace>
  <inkml:trace contextRef="#ctx0" brushRef="#br0" timeOffset="364202.5538">13340 17660 595,'0'0'121,"0"0"-82,0 0-19,0 0-6,-40 116 40,33-84-28,3 7 32,4-7 12,0 7 19,7-2-52,15 3-14,24 10-17,-6-10-6,3-3-224</inkml:trace>
  <inkml:trace contextRef="#ctx0" brushRef="#br0" timeOffset="380638.6349">12373 18192 682,'0'0'266,"0"0"-266,0 0 0,0 0 0,0 0 105,0 0 4,0-19-79,0 15-11,0-2 19,0 5 47,0 1-25,0 0-20,0 0-21,0 0-19,0 3 0,0 15 1,0 3 6,4 2-5,1-1-2,-1 5 0,0 1 9,2-2-2,-2 6 4,0-2 10,3 2-7,-1 4-12,2-2 4,2-2-6,1 4 0,5-1 1,2-4 9,2 2-9,3 0-1,-4-8 11,1 1 4,-1-4-14,0-4 14,-1-4-14,3 4 7,-2-6-8,1-2 1,-2 2 0,-4-7 8,-4 0-9,-3-1-1,0-4 1,0 0 6,3 0 39,5-13-15,2 0-21,1-1 0,-1 0-8,1 2 0,1 5-1,-4-4 0,-1 3 0,1-7 1,-4 2 5,0-5 1,0-4-6,-2-5 5,3-4-6,-3 4-8,3 2-6,-2 0-15,-4 7-9,-1 4 7,-3 2 24,-2-2 4,0 0 3,0-5-1,0-6 1,-2-5-1,-9-2 1,1-8-1,-2 0-24,3-5-45,1 1 22,2 8 35,1 0 12,1 10 1,2 7 0,2 11 29,0 3 26,0 5-55,0 0 0,0 18-8,0 34 7,0-6-80,0 3-561</inkml:trace>
  <inkml:trace contextRef="#ctx0" brushRef="#br0" timeOffset="382230.4927">14156 18523 789,'0'0'297,"0"0"-169,0 0-6,0 0-41,0 0 2,0 0-32,-27-15-51,27 15-7,0 0 1,0-4 2,0 4 4,2 0 2,-1 0 6,2 0-7,-1 0 1,1 0-2,1 0 1,8 0-1,5 0 0,10 0 1,6 0-1,10-4 0,6-10-103,19-8 32,-11 4-77,-8 3-132</inkml:trace>
  <inkml:trace contextRef="#ctx0" brushRef="#br0" timeOffset="382501.9972">14225 18767 1196,'0'0'217,"0"0"-182,0 0-35,0 0 0,0 0 15,0 0-3,0 0-12,178-9-12,-107-12-63,-7-4-456</inkml:trace>
  <inkml:trace contextRef="#ctx0" brushRef="#br0" timeOffset="383249.8498">15020 18383 849,'0'0'373,"0"0"-257,0 0-75,0 0-40,0 0 15,0 0-16,-12 121 0,31-77 0,1 3-22,5-4-1,-2-4 1,0-5-12,-3-10 25,-5-7 9,-6-7 1,-2-10 5,-4 0 1,-3 0 23,0-7-20,0-13-10,-5-4 0,-6 0 0,0-2 7,0 3-5,-1 5 12,6 0 27,4 4-15,-1 2-9,3 6-2,0-2-15,9 8-1,9 0-1,4 0-25,0 5-25,1 12 2,-4 11 23,2-2 12,-7 7 7,-1-7-1,-5 0 9,0-12 0,-6 0 0,0-10 0,0-4 16,-2 0 73,0-14-46,0-4-33,0-8 8,0-7-2,7 7-3,4-1-7,2 4 20,3 9-4,-3 7-11,-2 7-11,2 0 0,3 6 0,3 9 0,0 3-1,3 4 1,16 6-45,-5-1-77,-1-9-250</inkml:trace>
  <inkml:trace contextRef="#ctx0" brushRef="#br0" timeOffset="383664.6267">15708 18656 1026,'0'0'180,"0"0"-135,0 0-18,0 0-27,0 0-1,0 0 0,-102 102-18,102-83-18,0-2 24,0-2 11,2-3 2,7-2 0,-3-6 10,4-4 12,-1 0-1,3-2-8,2-14-11,2-6-2,0 4-8,-1-4 7,1 4-1,-5 0-11,0 7 0,-2 0-4,-3 9 4,1 2-16,-3 0 17,6 0 12,-2 10 13,9 4-12,0-2 0,5-2-1,3-2 1,-1-6-1,3-2-8,-5 0-38,1-10-105,1-26 13,-2 0-119,-6-5 29</inkml:trace>
  <inkml:trace contextRef="#ctx0" brushRef="#br0" timeOffset="383867.2773">16016 18366 214,'0'0'389,"0"0"-104,0 0 2,0 0-78,-90-112-54,86 107-40,4 5-72,0 0-43,0 0-25,17 23 25,8 5 0,7 5 0,4 10-9,-1 1 8,1 5-9,-3 1-8,-4-2-21,-4-1-10,-10-5-62,-5 3 5,-8-13-150,-2-13-286</inkml:trace>
  <inkml:trace contextRef="#ctx0" brushRef="#br0" timeOffset="384026.0546">15990 18651 1129,'0'0'275,"0"0"-128,0 0-102,0 0-27,0 0-17,155-93-1,-95 69-250</inkml:trace>
  <inkml:trace contextRef="#ctx0" brushRef="#br0" timeOffset="385232.7523">16573 18387 1016,'0'0'165,"0"0"-104,0 0-36,0 0-23,0 0 8,0 0 10,-44 143-8,39-93-3,1 5-9,-1-7 2,5-4-2,0-13 0,0-12 0,0-11 0,0-8-1,0 0 0,0-16 1,5-12-64,-1-12 51,-2-5-16,-2-9-39,0-4-118,-4 0 111,-8-4 75,2 8 8,1 10 160,4 7-39,5 15-45,0 9-47,0 4-25,3 9-12,12 0-5,7 9 5,1 13 0,5 10 1,1 3-1,-2 9 0,2 0 0,-4 11 0,-1-3-7,-4 2 6,0-4-11,-4-1 11,-5-7-17,0-2-13,-5-14-151,0-13-3</inkml:trace>
  <inkml:trace contextRef="#ctx0" brushRef="#br0" timeOffset="385431.812">16460 18588 1192,'0'0'279,"0"0"-137,0 0 4,0 0-111,0 0-35,0 0-6,0 0-25,173-58-122,-104 47-417</inkml:trace>
  <inkml:trace contextRef="#ctx0" brushRef="#br0" timeOffset="385883.2153">17268 18556 728,'0'0'146,"0"0"-101,0 0-28,0 0-16,0 0 100,-47 108-20,40-89-46,1-5-25,2-3-8,2-5 9,-1-6 1,3 0 4,0 0-16,0-13-91,0-17-107,0-3-32,3 7-186</inkml:trace>
  <inkml:trace contextRef="#ctx0" brushRef="#br0" timeOffset="386040.8652">17268 18556 679,'-51'-16'296,"51"16"-208,0 0-40,0 0-25,0 4-9,2 8 2,4 5-11,4-2-4,1 8-2,-1-1 1,4 1-1,-1 4-12,1-5-100,-3-4 0,-2-4-46,-4-6-137</inkml:trace>
  <inkml:trace contextRef="#ctx0" brushRef="#br0" timeOffset="386189.9872">17148 18638 660,'0'0'537,"0"0"-441,0 0-91,0 0 10,0 0-25,0 0 10,160-21-246</inkml:trace>
  <inkml:trace contextRef="#ctx0" brushRef="#br0" timeOffset="387125.3983">17669 18570 1083,'0'0'221,"0"0"-108,0 0-15,0 0-50,0 0-41,0 0-7,0 0-1,25 54 1,-8-22 0,1-1-6,0-4-13,-4 0-3,-4-6-7,-3-8 18,-2-7 6,-3-6 5,-2 0 16,0 0-15,0-8 10,0-14-11,-5-6-3,-1 2 3,-1-7 1,3 2 1,2 4 17,2 5 32,0 8-16,0 2-15,0 10-8,0 2-11,0 0-1,4 0 0,9 6 0,5 8-1,0 7-18,2-1-4,-4 5-6,-1-3 14,-1 1 15,-3-2-11,-5-10 11,-2-3 8,-1-4-8,-3-4 22,1 0 6,-1-17-28,4-6 0,0-7 0,3 4 0,-1-3 0,3 11 0,0 3 21,2 4-7,0 5-12,3 6 3,3 0-5,1 2-11,5 16-26,-4 4-64,2 4-18,-1-3-102,7-1-30,-5-8-92,-2-6-57</inkml:trace>
  <inkml:trace contextRef="#ctx0" brushRef="#br0" timeOffset="387710.5603">18291 18606 671,'0'0'388,"0"0"-198,0 0-29,0 0-90,0 0-26,0 0-22,0 0-13,-127 31-8,109-13-2,0 4 0,4 2 0,6 2-1,1-2 1,7-2-1,0-3 0,0-9-16,9-1 0,11-9 17,2 0 0,5-9-35,0-12-31,0-5-16,-3-2-41,-4 2-101,-2 2 87,-4 3 102,-6 7 35,-3 10 35,-1 3-6,-2 1 70,0 0 37,0 5-36,3 9-58,2-1-27,2-4-1,2 4-14,3-7-9,-1-6 7,5 0-29,1 0-11,6-3-152,0-18 70,-3-5-2,0-4 126,-8-3 9,-8 5 47,-6-5-2,0-4 83,-8 1-40,-13 3-54,2-1-2,0 13 28,9 7 60,0 9-41,8 5-60,2 0-28,0 0-17,0 19 16,16 2-13,-1 6-55,8 5 26,-3 0 23,-1 2 12,0 2 0,-4 4-1,0-4 7,-3 5-44,-6-1-83,-1-6-87,-2-14-162</inkml:trace>
  <inkml:trace contextRef="#ctx0" brushRef="#br0" timeOffset="387869.1685">18513 18664 1051,'0'0'243,"0"0"-162,0 0-36,0 0-35,0 0-10,135-90-65,-83 72-270</inkml:trace>
  <inkml:trace contextRef="#ctx0" brushRef="#br0" timeOffset="388634.0967">19147 18442 1205,'0'0'205,"0"0"-175,0 0-21,0 0-9,-7 120 12,7-87-12,0-4-1,0 2-19,0-8 19,0 0 0,0-10 1,0-4 6,0-9-5,0 0-2,0-4-64,-7-18-40,-6-11 82,-3-3 23,-4-8 16,-2 0 10,-1-2 32,3-2 19,5 4 6,4 4-5,9 8-21,2 4-34,6 2-22,19 4 8,4 7-9,6 7-1,1 8-11,-6 0-7,0 11-17,-10 19-20,-9 6 29,-7 4 1,-4 4 26,0 2 1,-17-8 16,-1-10-17,5-2 11,1-12-10,7-6 6,4-5-7,1-2 0,0 1-6,11-2 6,13 4 8,7-4 0,7 0-8,1 0-17,-4 0 6,-4 0 10,-6 8 1,-5 2 0,-9 2-2,-8 2 2,-3 4 15,-10 0 24,-19 1 4,-11 3 18,-8 6-18,-6-4 3,0-4-30,8 0-8,15-18-8,12-2-97,13 0-236</inkml:trace>
  <inkml:trace contextRef="#ctx0" brushRef="#br0" timeOffset="389086.6298">19928 18286 791,'0'0'138,"0"0"-108,0 0-4,0 0 84,0 0-39,0 0-16,0 0 1,94 0 20,-63-5-1,2 4-14,1-3-42,0 4-19,6 0-18,-9 0-105,-6 0-149</inkml:trace>
  <inkml:trace contextRef="#ctx0" brushRef="#br0" timeOffset="389295.0803">20075 18519 1106,'0'0'175,"0"0"-166,0 0-9,0 0 8,148 0-8,-92 0-96</inkml:trace>
  <inkml:trace contextRef="#ctx0" brushRef="#br0" timeOffset="390489.1265">21553 17295 563,'0'0'189,"0"0"89,0 0-115,0 0-76,0 0 3,0 0-16,-23-14-4,21 14-38,0 0-32,-2 0 0,-5 0 10,-3 12-1,1 6-6,-5 0 3,1 9-5,-5 10 1,-5 12-1,1 4 8,0 14-8,-1 8 0,8 6 0,3 9 0,9-1-1,5-5 0,0 2-11,19-2 5,9 1 6,3 1 0,3 2 1,0 2 12,-9-2-12,0 1 1,-8-8-2,-3-4 2,-4-7-2,-6-9 9,1-19-8,-1-19-1,0-10 0,3-7 1,0-6-1,6 0-8,14 0-3,-2 0-92,-2 0-145</inkml:trace>
  <inkml:trace contextRef="#ctx0" brushRef="#br0" timeOffset="391991.1129">24233 17513 568,'0'0'87,"0"0"-58,0 0 2,0 0 30,0 0 4,0 0-38,0-18-8,0 18 113,0 0 1,0 0-64,0 0-38,0 0-17,0 0-13,0 4 17,0 10 19,6 4-16,11 9 0,0 2-13,5 4-7,5 7 1,2 4-1,2 6 1,0 8 5,-1 4-7,-3 5-3,-7-3 3,-1 2 2,-4 0 0,2-4-1,-7-1 0,2-1 1,-8 0-1,-1 0 28,-3 4-12,0-1-7,-19 5-9,-4-2 0,-12 4 14,2-6-15,0-7-17,4-12-9,18-12-48,6-14-74,5-16-457</inkml:trace>
  <inkml:trace contextRef="#ctx0" brushRef="#br0" timeOffset="521365.1968">5143 12132 920,'0'0'145,"0"0"-87,0 0-28,0 0 6,0 0 53,0 0-8,-2-50-43,2 47 5,-3 3 20,1 0-1,0 0-15,0 0-47,-2 0-3,-6 0-16,-1 4 19,-5 10 19,-3 4-9,-2 4-9,-1 0 1,5-1 5,-2 1-6,6-2-1,5-1-17,0 2 15,8-3 2,0 2-6,0-2 6,19-2 5,5-3 2,5-2-6,5-7-1,1-4-25,-2 0 8,-4-4-12,-2-14 10,-4-4 1,-8-5 18,-4 0 2,-6-3 9,-5-1 36,0 4 13,0 3 17,-14 4 34,-1 6-47,-1 5-35,1 6-29,-3 3 0,2 0-2,-2 0-11,2 17-25,8 18-98,3-6-49,5-2-220</inkml:trace>
  <inkml:trace contextRef="#ctx0" brushRef="#br0" timeOffset="521760.1425">5488 12326 1024,'0'0'178,"0"0"-108,0 0-40,0 0-15,0 0 28,0 0-11,0 0-32,0-2-6,0 4 6,0 6 1,0-2 0,0 0 6,0-5-6,0 2 11,0-3 4,0 0-5,0 2-3,0 0-7,-2 2-2,0 4-7,-1 0-139,1-4-786</inkml:trace>
  <inkml:trace contextRef="#ctx0" brushRef="#br0" timeOffset="522354.782">5704 12096 681,'0'0'140,"0"0"-103,0 0 160,0 0-47,0 0-18,0 0-51,0 0-33,23-14-32,-7 7-15,3 1 0,4 1-1,-1-1-23,-2 1-13,0 1 16,-5 1 10,-1 0-1,-5 3-9,-5 0 19,-2 0-5,-2 0 6,0 0-1,0 0-8,0 15 9,2 6 15,4 8-4,0 4-5,7 4 3,1 1 0,3 2-7,4-2-2,-1-2 1,-3 0-1,-1-2 0,-3 2-77,-4-10-63,-4-10-364</inkml:trace>
  <inkml:trace contextRef="#ctx0" brushRef="#br0" timeOffset="522876.7371">5765 12310 1249,'0'0'233,"0"0"-106,0 0-63,0 0-23,57-102-15,-19 78-26,5 4-1,1 3-88,1 7-12,-3 5-7,-6 5-30,-5 0-59,-9 0-79,-7 0-24,-5 1 133,-6 3 167,-4-1 154,0-3 73,0 1 36,0-1-116,-4 3-51,-2-1-33,-2 2-38,4 4-25,2 2-1,2 6-12,0 3 13,4 2 10,14 1-3,2-2-6,4 0-1,1-6 9,2-4-7,-2-2-2,-4-6-46,-5-2 26,-5 0 13,-6-10 6,-5-10 2,0-6 21,-1-2 55,-14 0 18,-7 4 64,2 2-32,0 4-72,2 3-43,7 5 3,2 6-15,7 4-49,-3 4-150,0 14-61,0 3-849</inkml:trace>
  <inkml:trace contextRef="#ctx0" brushRef="#br0" timeOffset="523381.0996">6533 12169 960,'0'0'236,"0"0"-163,0 0-66,0 0-6,0 0 15,0 0 15,0 0-21,112-73-9,-83 66 0,2 7 12,-4 0-11,-8 0-1,-3 0 0,-7 14-1,-9 6-11,0 3 4,-13 7 7,-16 2 18,-2 1 0,2 0-3,6-5 7,10-4-2,9-9-12,4-4-7,0-3 12,15-8-7,12 0 4,8 0-10,26-20-48,-10 0-124,-7 2-524</inkml:trace>
  <inkml:trace contextRef="#ctx0" brushRef="#br0" timeOffset="523784.915">7012 11971 1061,'0'0'148,"0"0"-93,0 0-31,0 0-22,0 0 51,0 0-27,0 0-18,65-86-8,-54 84 0,-2 2-6,-4 0-6,-3 18 4,-2 6 7,0 4 1,0 4-13,-2-1 8,-3-1 5,2-5 5,3-3-5,0-1-3,14-6 3,9 0 1,4-3 10,4-4-11,-3-3-1,-1 2 0,-7-5-15,-9 2 2,-11 4-17,-7 8-8,-72 46 38,-2-2 1,-2 3-338</inkml:trace>
  <inkml:trace contextRef="#ctx0" brushRef="#br0" timeOffset="525513.7377">5279 13790 939,'0'0'228,"0"0"-87,0 0-73,0 0-4,0 0-37,0 0-14,0 0-13,-24-10-22,12 10 22,-1 9 11,-3 2 2,1 3-13,2 0 1,-1 4 7,-1 4-2,1 1-6,3 8 5,1-7-5,6 2 0,4-4-1,0-1 0,11-8-5,11 2 6,5-10 16,4-1-15,1-4-1,-1 0-6,0 0-4,0-8-64,0-8-26,-4-1 36,-4-4 12,-10-3 34,-8-2 18,-5 0 8,0-2 39,-18 0 49,-5 4-13,2 4-12,-2 6-1,3 4-38,2 4-13,5 5-19,4 1-18,9 6-40,0 11-109,0 1-201</inkml:trace>
  <inkml:trace contextRef="#ctx0" brushRef="#br0" timeOffset="525815.9618">5669 14039 1235,'0'0'270,"0"0"-120,0 0-98,0 0-20,0 0-32,0 0 0,0 0-190,0 0-401</inkml:trace>
  <inkml:trace contextRef="#ctx0" brushRef="#br0" timeOffset="526482.6424">6014 13752 971,'0'0'230,"0"0"-150,0 0-74,0 0 13,0 0-18,0 0 22,0 0-11,-71 1-12,62 14 8,3 3 2,2 2 6,4 4-7,0 0-8,0 0 4,19-6-4,5-6-1,3-4-49,4-8 4,1 0-54,-3-2-142,-8-12 89,-7-6 57,-7 0 95,-7-1 56,0 0 60,-3 0 118,-7 8-44,0 3-92,1 2-34,3 4-35,4 2-4,2 2-25,0 0 0,0 8-16,4 13 16,11 2 0,3 6-14,5 4 6,-1 5 2,-2 0 5,0 1 1,-7-4-1,-4-2-11,-6-7 12,-3-4-1,-5-3-5,-21 0 6,-8-3 16,-2-3-14,3 0-2,8-11-14,12-2-76,7 0-256</inkml:trace>
  <inkml:trace contextRef="#ctx0" brushRef="#br0" timeOffset="527051.6812">6553 13739 1084,'0'0'177,"0"0"-135,0 0-31,0 0 2,-118 67-13,96-45 1,4 2-1,7 1-4,3-2 4,8-1 6,0-5-5,3-4 5,13-3-6,2-10-17,6 0 15,1 0-14,-3-21-29,-2 2-8,-4-3 34,-10 0 19,-3 2 12,-3 3 27,0 4 39,0 1 22,-7 6-46,3 2-41,2 4 1,2 0-14,0 0-24,0 0-30,2 18 45,11 2 9,3 8 0,1 4 0,1 3 1,-5-2 0,-1 3-1,-8-1 1,-4-4-1,0 2 7,-4 1-6,-16-6 21,-9 2 3,-5-7 4,-1-2-23,4-5 3,8-10-9,10-6-80,9 0-164</inkml:trace>
  <inkml:trace contextRef="#ctx0" brushRef="#br0" timeOffset="527704.9807">6996 13756 814,'0'0'279,"0"0"-151,0 0-73,0 0-25,0 0-10,0 0-19,0 0 6,63-34-5,-47 34-2,-8 0-8,-3 4-15,-5 11-25,0 6 24,-11 6 24,-7-2 0,0 1 6,2-6 1,8-2 9,6-2-3,2-4-7,0-2-6,0-2 13,13-4-4,7 1 4,7-5-7,0 0-1,0 0-3,-4 0-2,-7 0 0,-3 1 1,-5 6 0,-6 6 18,-2 1 46,0 7 19,-14 2-26,-11 4-7,-8 0 15,0 0-11,-1-5-26,5-4 4,10-6-25,5-4-8,10-2-16,4-6-140,13 0-118,7-12-500</inkml:trace>
  <inkml:trace contextRef="#ctx0" brushRef="#br0" timeOffset="528107.5366">7685 13744 1197,'0'0'181,"0"0"-124,0 0-47,0 0-9,0 0 12,0 0-12,0 0 0,103-48-1,-87 48-6,-8 1 5,-1 14-5,-7 3-6,0 4 12,-7 4 27,-15 4 10,-5 3-4,-2 4-10,0-1-14,9 0-9,7-8-3,13-4-11,0-11 6,29-13 7,62-11-33,-4-16-25,-2-9-137</inkml:trace>
  <inkml:trace contextRef="#ctx0" brushRef="#br0" timeOffset="530256.6209">5442 15504 408,'0'0'221,"0"0"-122,0 0-67,0 0 4,0 0 19,0 0 74,0 0-61,-25 0 4,18 0-13,3 0-1,-3 0-16,0 0-26,-4 4-5,-5 9-11,-3-4 0,1 9 0,-3 0-1,4 0-9,3-1 10,0 0 0,9-2 0,-2-1 0,5 0 0,2 2 7,0-6-5,0 2 22,4-2 4,12-3 1,6 0-13,2-3-7,6 0-8,1-4 1,0 0-2,2 0-5,-1-13-16,-5-1-21,-6 1 13,-3-5 21,-9 0 8,-5 0 0,-2-4 0,-2 0 1,0 0 18,-2-2 8,-8 1-2,-3 6-5,-4 0 1,6 7-11,0 7-10,2 3-31,1 0-34,-2 7-26,1 11-196,3 1-670</inkml:trace>
  <inkml:trace contextRef="#ctx0" brushRef="#br0" timeOffset="530769.2987">5798 15756 738,'0'0'294,"0"0"-215,0 0-56,0 0-10,0 0-12,0 0-1,0 0 0,-7 23-37,7-23 37,7-2 36,2-13-22,-4 2 1,-5-1 50,0 2 9,0 1-15,0 8-28,0 3-31,0 0-111,-3 0-294</inkml:trace>
  <inkml:trace contextRef="#ctx0" brushRef="#br0" timeOffset="531300.8425">6130 15418 1046,'0'0'216,"0"0"-137,0 0-55,0 0-23,0 0-1,0 0-13,0 0-28,40 0 24,-9 0-5,0-4-33,-2-4-10,-4 2 30,-7 2 18,-5 4 10,-7 0-2,-6 0-5,0 0 14,0 6 3,0 10 56,-4 6-24,-2 4 4,-1 6-3,3-1-9,-1 6 1,5 2-15,0-1 4,0-2-11,0-3-6,5-4-7,8-4 6,3-2-7,1-1-50,-3-4-207,-3-10-149</inkml:trace>
  <inkml:trace contextRef="#ctx0" brushRef="#br0" timeOffset="531535.2973">6045 15668 1217,'0'0'229,"0"0"-135,0 0-94,0 0-19,0 0 16,136-41 3,-71 32-73,-5-4-172</inkml:trace>
  <inkml:trace contextRef="#ctx0" brushRef="#br0" timeOffset="532375.5076">6691 15494 985,'0'0'171,"0"0"-127,0 0-33,0 0-9,0 0 0,0 0-2,0 0 1,-73 89 5,73-67 8,0 6 15,0-2-4,8 0 14,11-2-16,5-2-8,1-8 43,5-3-28,-1-11-17,0 0-6,-4 0-6,-4-7 1,-6-15 5,-4-4-7,-4-2 0,-3-8-9,-4-8-4,0 3-7,-4 1 20,-7 11 6,-3 8 31,6 9-37,-1 12 0,-1 0-19,3 27-18,1 3-35,4-3-325</inkml:trace>
  <inkml:trace contextRef="#ctx0" brushRef="#br0" timeOffset="532929.1325">7206 15462 500,'0'0'788,"0"0"-659,0 0-129,0 0-3,0 0-18,0 0 19,0 0-3,78-52 5,-51 46 2,-5 2-1,-4 4-1,-9 0-1,-5 0-8,-4 10-20,0 9 21,-13 6 8,-14 4 13,-6 4-3,-4 3-9,0 5 6,6-11 1,7 2 0,6-10 13,9 0 15,9-3-7,0-2-4,2-3-12,23-9 14,10-5 7,16 0 1,12-9-35,28-18-19,-13 8-177,-13-3-747</inkml:trace>
  <inkml:trace contextRef="#ctx0" brushRef="#br0" timeOffset="533583.362">7756 15362 902,'0'0'144,"0"0"-144,0 0-22,0 0 22,0 0 55,0 0-36,134-38 16,-101 34-24,-4 0-5,-6 4-6,-7 0-31,-12 0-98,-4 14 86,0 2 43,-16 4 17,-1 1 66,-1-2-31,5-2-18,5-4 1,4-8-10,4 2-4,0-1-15,0-2 9,0 0 2,16-4 5,3 2-12,4 2-4,2 1-6,-3 2 2,-5-3-2,-9 6 1,-4 4-1,-4 5 10,-16 6 54,-24 10 20,-13 7-18,-14 6-18,-2 2-32,-5 12-16,18-18-79,16-12-888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</inkml:channelProperties>
      </inkml:inkSource>
      <inkml:timestamp xml:id="ts0" timeString="2023-11-17T04:10:27.0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12045 224 205,'0'0'280,"0"0"-150,0 0-80,0 0-27,0 0 70,0 0-24,0 0-5,0 0-20,0 0 11,0 0 15,0 0 1,0 0-28,0-1-24,0-2-7,2 0-12,1 0-93,-3 3-77,2 0-5,-2 0-1,0 0 4,0 0 35,0 0-128</inkml:trace>
  <inkml:trace contextRef="#ctx0" brushRef="#br0" timeOffset="235.3937">12045 224 1023</inkml:trace>
  <inkml:trace contextRef="#ctx0" brushRef="#br0" timeOffset="837.8753">12045 224 1023,'-31'-20'153,"31"20"-153,0 0-62,0 9 49,0 11 12,7 8 1,5 9 46,7 14-20,-1 2-13,2 3-4,-2-1-2,0-9 2,-4-10 13,1-5 10,-2-9-6,-4-8-19,-2-6-6,-3-5 8,-2-3 13,-2 0 20,0-10-41,0-14-1,0-4-27,-16-10 2,-1-4-46,-3-4 2,0 2 30,4 2 39,3 6 5,1 4 19,8 6-3,2 1 21,2 1-6,0 5 25,2-1-36,14 1-18,4-2 3,2 7-9,5-3-1,0 7-1,-6 4 0,0 6-9,-5 0 1,-3 8-5,-5 17 5,-3 6-19,-5 8 12,0 4-4,-5 1 20,-14-1 10,-3-5 22,1-8-13,6-6-2,6-8-17,6-6 1,3-6 0,0-1 6,10-3-6,17 0-1,6 0-24,7 0-39,1 0-40,1 0 52,-9 0 40,-6 1 3,-8 9 8,-7 0 1,-8 0-1,-4 2 65,0 1-2,-24-1 34,-10 5 4,-3-2-44,-6-2-28,3-3-4,9-2-16,8-4-9,10-4-1,13 0-8,0-10-130,11-4-411</inkml:trace>
  <inkml:trace contextRef="#ctx0" brushRef="#br0" timeOffset="1161.0491">12747 387 846,'0'0'177,"0"0"-136,0 0-41,0 0 9,-13-113-9,13 91 66,0 8-1,0 6 40,0 8-71,0 0-34,0 7-6,0 14 6,5 9 0,1 5 3,-2 3 7,1 2-2,1 3-8,2-4 0,1 7-11,1-10-94,0-7-249</inkml:trace>
  <inkml:trace contextRef="#ctx0" brushRef="#br0" timeOffset="1634.0145">11804 863 897,'0'0'497,"0"0"-359,0 0-106,0 0-21,0 0 4,156-11 17,-13-8 32,42 2 9,7 3-47,-33 10-24,-53 4-2,-23 10-39,-33 12-120,-4-2-470</inkml:trace>
  <inkml:trace contextRef="#ctx0" brushRef="#br0" timeOffset="2725.1253">13654 467 905,'0'0'180,"0"0"-128,0 0-22,0 0 25,0 0 44,0 0-53,0 0-33,20-6-13,-9 22-2,3 8 2,1 6 0,3 2 1,-2 1 0,1 1 1,0-6 0,-2-4 0,1-7 4,-3-3-5,-3-6-1,0-3 2,-8-5 8,0 0 6,-2-6 0,0-11-15,0-3 9,0-1-9,-4-2-1,0 1 0,1 0 0,0 6 0,3 2 0,0 5 1,0 5-1,6 3 1,7 1-1,3 0 0,1 4-6,1 12 5,-1 5-2,2-2 3,-4 3-11,-1 0-32,7 0-11,-5-5-46,3-5-206</inkml:trace>
  <inkml:trace contextRef="#ctx0" brushRef="#br0" timeOffset="3148.3363">14091 284 1217,'0'0'201,"0"0"-201,0 0-16,0 0-94,0 0 81,0 0 29,0 0 9,7 118 0,17-65 1,5 1-10,3-2 0,-1-5-2,0-11 1,-4-7-6,-6-7 7,2-9 9,-5-8-8,-3-5 6,-2 0 2,1-3 0,-5-13-8,-1-7 1,-2-3 6,-2 0-7,0 1 5,-2 4 26,-2 4 17,3 7-17,-3 8-8,2 2-24,0 0-8,0 1 7,4 19-9,6 3 9,6 2 0,6 0-69,7-5-73,25-11-152,-6-5 84,-6-4-162</inkml:trace>
  <inkml:trace contextRef="#ctx0" brushRef="#br0" timeOffset="3893.3404">14750 539 575,'0'0'260,"0"0"-200,0 0-41,-115 47-18,83-22-1,3 0 7,10-2 22,5-2 81,9-7-60,5-2 14,0-8-44,2-2-4,18-2 9,6 0-12,3-9-13,2-6-57,-2-2-93,-3 1 114,-6 5 29,-7 3 7,-3 2 0,-4-1 21,-4 5 12,0 2 26,-2 0-24,5 0-26,2 0-2,6 2-6,5 6 9,4 0-9,7 1-1,0 1 0,2-1-1,0 1 1,1 1-1,-1-4-6,-4 0-74,-3-6-23,-3-1-33,-6 0 59,-2-4 46,-4-6 26,-7-2 6,1 2 23,-3 5 123,0 2 23,0 3-123,-3 0-39,-3 14 1,1 11 2,3 7-10,2 7-1,0 2 1,0 7 8,18 4 21,0-1-22,-1-4-6,1-4 15,0-11-3,-4-8 0,-3-10 3,-3-11 17,-4-3 39,2 0-21,-2-22-35,-4-7-13,0-11-3,-4-10-1,-14-7-18,-5-6-13,3-4-3,4 7 35,8 7 8,4 15 26,4 12 1,0 12-7,0 5-14,4 9-14,9 0 0,3 0 0,1 15 0,-1 5 0,-3 4-1,-3 4 0,-6 2-8,-2 1-23,-2 7-36,-12-10-142,-5-6-372</inkml:trace>
  <inkml:trace contextRef="#ctx0" brushRef="#br0" timeOffset="4060.9058">14798 970 1264,'0'0'217,"0"0"-162,0 0-55,0 0-23,0 0-80,0 0-207,0 0-246</inkml:trace>
  <inkml:trace contextRef="#ctx0" brushRef="#br0" timeOffset="4210.9286">14370 356 1659,'0'0'255,"0"0"-165,0 0-65,171-65-25,-39 65-1,-15 11-140,-14 14-440</inkml:trace>
  <inkml:trace contextRef="#ctx0" brushRef="#br0" timeOffset="5285.2498">16830 358 1026,'0'0'255,"0"0"-187,0 0-45,0 0-5,0 0 33,0 0-22,-48 25-29,30 9 1,-4 10 8,-2 4-8,-3 2 8,2-1-9,0-6 2,4-5-1,1-7 7,2-7 2,4-6-9,6-6-1,1-4-7,2-7-51,-2-1-37,5-9-130,-2-9-579</inkml:trace>
  <inkml:trace contextRef="#ctx0" brushRef="#br0" timeOffset="5482.8921">16408 463 872,'0'0'231,"0"0"-86,0 0-91,0 0-40,0 0-13,0 0 17,0 0 27,123 83-12,-65-43-16,2-3-9,4 2-7,1-2-1,18 12 0,-14-11-72,-14-8-225</inkml:trace>
  <inkml:trace contextRef="#ctx0" brushRef="#br0" timeOffset="5788.0725">17212 385 1075,'0'0'128,"0"0"-128,0 0-24,-118 92 24,96-48 20,9 6 52,13 5 10,0 1-36,20-5-27,15-7-3,10-5-16,6-9 0,1-7-8,14-6-31,-15-5-60,-6-8-232</inkml:trace>
  <inkml:trace contextRef="#ctx0" brushRef="#br0" timeOffset="6108.7247">17553 639 523,'0'0'550,"0"0"-461,0 0-57,0 0-22,0 0 2,-37-112 36,37 87-11,0 6-19,0 1-10,4 5-8,4 12-1,0 1-7,-4 1 8,-2 18 6,3 5 10,-1 4-15,2 1 11,6 5-10,3-3 4,8 1 0,2-1-6,14 1 0,-3-6-128,-7-11-394</inkml:trace>
  <inkml:trace contextRef="#ctx0" brushRef="#br0" timeOffset="6334.5127">17809 695 811,'0'0'620,"0"0"-518,0 0-64,0 0-28,0 0-7,0 0 20,0 0 21,150-19-35,-72 19-9,-14 0-30,-8 4-199</inkml:trace>
  <inkml:trace contextRef="#ctx0" brushRef="#br0" timeOffset="6676.5762">18862 502 1111,'0'0'207,"0"0"-207,0 0-40,0 0-10,-117 67 42,82-42 8,-2 0 27,6 1-2,3 0-12,6-2-7,8-2-5,7-7-1,7-8-39,0-4-141,5-3-495</inkml:trace>
  <inkml:trace contextRef="#ctx0" brushRef="#br0" timeOffset="6891.5225">18538 477 874,'0'0'499,"0"0"-404,0 0-95,0 0-5,0 0 5,0 0-1,145 61 1,-87-30 0,2 3 0,5 1-1,8 3-94,-15-8-149,-16-10-165</inkml:trace>
  <inkml:trace contextRef="#ctx0" brushRef="#br0" timeOffset="7220.7797">18945 154 1073,'0'0'204,"0"0"-148,0 0-41,0 0-14,104 116 13,-54-53 3,6 5-7,0 6 2,-8 0-12,-11-2 0,-16-7 1,-15-7-1,-6-10-24,-54-4-36,-4-13-77,-1-14-420</inkml:trace>
  <inkml:trace contextRef="#ctx0" brushRef="#br0" timeOffset="8729.245">20884 469 641,'0'0'221,"0"0"-86,0 0-114,0 0 28,0 0 43,0 0-31,0 0 33,0-6-53,0 6-27,0 0 4,0 0 2,0 0 8,0 0 5,-6 0-10,-7 0-16,-8 0-7,-8 0-15,-4 0-4,-7 0 0,-3 0 8,1 2 10,4 6-1,2 2 1,8 3 1,5 8 0,5 6 20,10 2 25,8 3-11,0 2-11,31-2-4,15-1-3,19-6-3,11-6-13,7-5-7,-2-8-13,0-3-44,12-3-26,-19 0-81,-16-11-231</inkml:trace>
  <inkml:trace contextRef="#ctx0" brushRef="#br0" timeOffset="9102.2901">21370 680 1101,'0'0'271,"0"0"-175,0 0-63,0 0-14,0 0-9,0 0 8,-119-38-10,86 38-8,-4 0-5,-5 6 3,1 13 1,3 3 1,7 2 0,9-1 0,13-3-1,9-6 1,0-4 1,15-4 2,10-6 3,-1 0-5,3 0-1,0-15 1,-4-3 1,-6-3-2,-1-3 1,-7 2 0,-3 6 9,-4 4-9,-2 7 6,0 5 2,0 0-9,0 5-2,0 10 1,0 6 0,2-2 0,15 0 1,2-3 0,8-6 0,0-4-27,10-6-53,-8 0-112,-4-12-718</inkml:trace>
  <inkml:trace contextRef="#ctx0" brushRef="#br0" timeOffset="9340.9746">21339 292 1008,'0'0'358,"0"0"-244,0 0-88,0 0-17,-21 121 7,21-69 13,14 4-8,11 6-4,6-1-5,0-3-12,1-8 0,-1-13-47,11-5-62,-11-9-123,-2-15-458</inkml:trace>
  <inkml:trace contextRef="#ctx0" brushRef="#br0" timeOffset="9622.372">22149 551 1119,'0'0'223,"0"0"-165,0 0-42,-120-5-10,65 5-6,-1 13 1,5 9 38,9 6-5,11 5 17,14 2 5,17 1-12,5 0 9,38 1-24,65 3-21,-7-8-8,6-13-158</inkml:trace>
  <inkml:trace contextRef="#ctx0" brushRef="#br0" timeOffset="12415.9112">13581 2277 483,'0'0'210,"0"0"-127,0 0 42,0 0 48,0 0-72,0 0-14,0-3-6,0 0-11,0 3 0,0 0-12,0 0-15,0 0-9,-9 0-26,-5 8-8,-8 15-1,-7 8 1,-4 7 0,-8 7 1,4-1-1,-3 0 7,-1 0-7,5-1-2,3-6 2,8-4 0,7-9 0,7-7 0,9-6-25,2-9-39,0-2 3,12-13-36,3-7-188,1-4-71</inkml:trace>
  <inkml:trace contextRef="#ctx0" brushRef="#br0" timeOffset="12634.5157">13179 2400 656,'0'0'401,"0"0"-242,0 0-127,0 0-16,0 0 13,0 0 29,0 0-13,110 82-12,-66-41-11,0 0-6,-3-1-7,-1-3-8,-7-7-1,-3-7 0,14-15-31,-10-3-148,-5-5-750</inkml:trace>
  <inkml:trace contextRef="#ctx0" brushRef="#br0" timeOffset="13018.2048">13801 2262 633,'0'0'375,"0"0"-239,0 0-80,0 0 14,0 0-6,0 0 7,0 0-6,120-49-36,-104 49-17,0 7-11,-3 11 1,-2 6-1,-4 6 9,-7-1-1,0 4 0,0-3-8,-2-4-1,-9 4-22,4-10-86,4-6-393</inkml:trace>
  <inkml:trace contextRef="#ctx0" brushRef="#br0" timeOffset="13400.2547">14040 2735 649,'0'0'227,"0"0"-171,0 0-48,0 0-7,0 0 6,0 0 24,0 0 60,20 44-55,-5-44-13,1 0-20,-5 0-2,-5-4 25,-1-4 16,-5-2-13,0-1 47,0 4 32,-2-1-15,-9 4-36,2 2-39,-9 2-18,5 0-89,1 0-165</inkml:trace>
  <inkml:trace contextRef="#ctx0" brushRef="#br0" timeOffset="17416.386">14848 2434 26,'0'0'133,"0"0"-87,0 0 2,0 0 103,0 0-50,0 0 7,0 0 90,-9-21-97,7 16-68,2 1-20,-2 0 28,2 2 59,0 0-38,0 0-20,0 2-15,-2 0-15,2 0 13,0 0 17,-2 0-5,2-2-11,-2 2-10,2 0-3,-2 0-4,-2 0-2,0 0-6,0 0 0,-5 0-1,3 0 0,-4 0 0,1 0-1,-1 6 0,0 4 0,1 3 0,-1 2 0,-2 3 1,3-1 0,1 2 0,1-1 0,2 2 0,1-2 0,4-1 1,0-2 0,0 2 0,0-5 0,0 0 0,9-3 0,6 2 0,3-5 0,4-5 6,3 2-6,2-3-1,-3 0-2,3 0-16,-5-3-3,-2-4-2,-2-8 1,-2 1-14,-7-4 6,-5 0 18,-4 1 12,0-2 9,0 4 35,-4-1 17,-10 1-5,1 3-25,-3-2 4,1 2-6,0 2-5,5 2-16,-1 2-8,4 3 0,5 3-35,2 0-79,0 0-210,0 3-313</inkml:trace>
  <inkml:trace contextRef="#ctx0" brushRef="#br0" timeOffset="17686.994">15191 2591 1121,'0'0'226,"0"0"-132,0 0-65,0 0-19,0 0-4,0 0 8,0 0-14,14-21-115,-5 21-265</inkml:trace>
  <inkml:trace contextRef="#ctx0" brushRef="#br0" timeOffset="35501.2974">15542 2482 100,'0'0'218,"0"0"-50,0 0 20,0 0-35,0 0-55,0 0-15,-7-34-11,7 26-23,0 0-8,0-3-17,0 3-5,2-1-10,3 3-8,-1 0 24,0 2-15,3 4 1,2 0-10,2 0 1,4 0-1,3 0 0,5 0-1,-4 0 1,4 10-1,-3 2 0,-5 5-6,-3 2-5,-3 1 11,-7-2 0,-2 0-9,0-1-8,-7-2 5,-11-1 5,-1-2 3,-4-2 4,3-2 1,7-2-1,3-2 10,7-4 39,3 0-10,0 0-6,0 0 5,0 0 3,0 0-28,9 3-7,4 1-5,5 0 6,8 4-7,36-1 1,-2 0-1,3-5-299</inkml:trace>
  <inkml:trace contextRef="#ctx0" brushRef="#br0" timeOffset="36113.2683">16709 2558 747,'0'0'147,"0"0"-97,0 0-32,0 0 83,0 0 25,0 0-31,0 0-51,15 0-34,8 0 5,4 5-15,6-2 10,7 4 1,7-3 2,11 0 0,9-3 11,6 1-11,0-2-12,3 0 6,0 0-7,0 0 6,-1 0-5,2 0 0,-4 0-1,-1 0 0,-8 0 1,-7 0-1,-7 0 0,-15 0-17,-8 0-31,-16 0-6,-11 0-10,0 0-160,-11 0-120</inkml:trace>
  <inkml:trace contextRef="#ctx0" brushRef="#br0" timeOffset="36338.2139">17836 2520 714,'0'0'238,"0"0"-190,0 0-47,0 0 15,0 0 65,0 0-24,0 0-31,47 17-12,-34-8-12,-1 3 5,-8 0-6,-4 0 0,0 2-1,-22 0 0,-18 3 0,-7-2 1,-7 4-1,14-5-233,15-7-4</inkml:trace>
  <inkml:trace contextRef="#ctx0" brushRef="#br0" timeOffset="36882.9406">18461 2371 1145,'0'0'179,"0"0"-119,0 0-60,0 0-31,0 0 31,0 0 0,0 0 8,-97 127-7,77-84-1,9-2-5,4-6 4,7-10 1,0-3 0,0-5-10,0-7 10,0-5-48,0-5-4,0 0 51,0 0-17,2-9-138,8-11 32,1-5 86,4-7 30,1-1 2,4-6-3,-2-1 5,-2 2-31,-3 5 19,-3 12 16,-2 5 38,-4 10 99,-4 2-30,2 4-66,-2 0-4,2 0-1,1 0-5,1 0-30,2 8 5,8 8-5,1 6-1,8 2-1,0 4 1,1 2 0,-4 3-1,-4-4 1,-3 0-12,-7-1-33,-4-4-111,-2 2 3,0-7 7,0-4-248</inkml:trace>
  <inkml:trace contextRef="#ctx0" brushRef="#br0" timeOffset="37124.6867">18340 2569 1071,'0'0'238,"0"0"-151,0 0-51,0 0-25,0 0 14,0 0 19,192-6-44,-97 1-118</inkml:trace>
  <inkml:trace contextRef="#ctx0" brushRef="#br0" timeOffset="39541.3771">10854 2551 555,'0'0'108,"0"0"-54,0 0-38,0 0-3,0 0 20,0 0 3,-12-32 7,10 27 12,-1 1-14,2 1 80,-4-3-60,3 1-28,-2-1-32,-1 0 12,-2 2-6,-4 0-7,-3 2 0,-5 2 1,-4 0-1,-6 0 0,-4 0 1,-2 0 0,-1 6 9,3 4-10,-2 1 0,7-2-1,4 4 1,1 1-1,6-3 1,3 4-1,5 0 1,5 3 0,4 3 0,0-1 1,4 0-1,19 0 0,5-1 0,10-2 14,7-3-13,4-2-1,7-5 0,24 2-49,-14-5-178,-6-4-23</inkml:trace>
  <inkml:trace contextRef="#ctx0" brushRef="#br0" timeOffset="39977.7174">11187 2651 628,'0'0'138,"0"0"-11,0 0-28,0 0-46,0 0-37,0 0 52,0 0-10,-66-20-45,53 20-12,-6 0-1,-3 15 1,-2 6-1,-3 3 0,3 4-1,2-1-12,12 0-5,6-5 17,4-2 1,0-6 14,14-4-12,12-8 8,-1-2-9,4 0-1,-5-6 1,-2-8 1,-4-2-1,-2-4 0,-5 0 0,-5-4 0,-1 0 5,-3 1-5,-1 0-1,-1 6 7,0 5-6,3 7 0,3 5-1,0 0-9,5 0 9,1 8 0,1 8-1,-1 2 0,0 2 1,-1-2 0,-2 0 0,-2-4-1,-3-2-59,1-6-167,-3-4-315</inkml:trace>
  <inkml:trace contextRef="#ctx0" brushRef="#br0" timeOffset="40271.8274">11428 2371 578,'0'0'98,"0"0"-47,20 115 5,-15-60 60,-1 3-5,3-5-16,0-4-31,2-5-38,1-4-17,7-4-8,4-2-1,-1-7-88,-3-15-725</inkml:trace>
  <inkml:trace contextRef="#ctx0" brushRef="#br0" timeOffset="40774.7934">11914 2675 328,'0'0'180,"0"0"-18,0 0-44,0 0 132,0 0-142,0 0-76,0 0-9,-42-21-21,22 21-1,-5 0 0,-2 13-1,-2 5 1,2 5-1,8 2 0,5 1 11,14-4-9,0-2 9,29-4-11,72-4 28,-8-6-28,5-3-6</inkml:trace>
  <inkml:trace contextRef="#ctx0" brushRef="#br0" timeOffset="41605.4175">10923 3429 606,'0'0'85,"0"0"-59,0 0-11,0 0-15,0 0 0,-127 0 12,106 0 3,1 6-14,3 4 17,1 2 76,1 2-44,1 3 7,3-3 5,4 7-39,5-3 4,2-2-6,0-2-5,15 0 52,19-4-18,11-4-11,11-2-27,10-2-1,3-2-11,25 0-62,-19 0-203,-13-4-32</inkml:trace>
  <inkml:trace contextRef="#ctx0" brushRef="#br0" timeOffset="41946.8148">11328 3523 588,'0'0'112,"0"0"-45,0 0-43,0 0 1,-135 16-11,108-3 24,8 4-38,9-1-10,5-2 10,5 2 55,0-4-31,0-1-12,13-4-11,3-3 28,4-4-6,0 0-10,0 0-1,-2-10-2,-2-3-9,-5-4 5,-3 0-5,-3 4-1,0 1 10,-3 4-9,0 4 21,-1 4-22,-1 0-1,4 0 1,-2 14 0,2 5 0,0 0-9,1 1-8,4-2-2,2-6-91,0-3-59,1-8-439</inkml:trace>
  <inkml:trace contextRef="#ctx0" brushRef="#br0" timeOffset="42207.2833">11417 3309 879,'0'0'195,"0"0"-117,0 0-55,0 0-17,0 0 1,0 0 2,0 0-2,69 118 5,-53-68-6,-1 2-5,-3-2 0,7-2-1,0-8 1,-2-8-2,14-5-22,-6-11-199,-3-9-115</inkml:trace>
  <inkml:trace contextRef="#ctx0" brushRef="#br0" timeOffset="42466.59">11918 3573 629,'0'0'142,"0"0"34,0 0-62,0 0-43,0 0-2,0 0-34,0 0 0,-85-21-9,66 40 9,7 1-2,6 4-10,6 0-5,0 3-10,16-2-2,44 16-5,-3-9-1,3-10-113</inkml:trace>
  <inkml:trace contextRef="#ctx0" brushRef="#br0" timeOffset="43140.0171">13495 3342 629,'0'0'303,"0"0"-123,0 0-147,0 0-32,0 0 9,0 0 16,0 0-11,-89 39-7,74-11 2,1 4-2,1 4-7,3 0 9,2-4-8,4-2-1,2-6 0,2-6-1,0-6-6,4-7-92,8-5-109,-1 0-456</inkml:trace>
  <inkml:trace contextRef="#ctx0" brushRef="#br0" timeOffset="43370.7316">13258 3413 806,'0'0'269,"0"0"-155,0 0-72,0 0-30,0 0-2,0 0 23,0 0-18,144 121-4,-105-82-9,-2-1-1,1-1 1,11-1-2,-11-8-222,-5-13-565</inkml:trace>
  <inkml:trace contextRef="#ctx0" brushRef="#br0" timeOffset="43697.6131">13868 3296 780,'0'0'144,"0"0"9,0 0-111,0 0-27,0 0-9,0 0 15,0 0-5,98-4-7,-85 25-9,-4 0 1,-5 5 0,-4 15-1,0-5-118,-6-8-207</inkml:trace>
  <inkml:trace contextRef="#ctx0" brushRef="#br0" timeOffset="43859.7216">13986 3757 1213,'0'0'173,"0"0"-173,0 0-60,0 0-1180</inkml:trace>
  <inkml:trace contextRef="#ctx0" brushRef="#br0" timeOffset="44887.7522">15009 3381 434,'0'0'163,"0"0"11,0 0 71,0 0-126,0 0-54,0 0 15,0 0-47,-29-22-16,22 22-15,-2 0-2,-4 0 2,-3 4 6,1 6-8,-3 4 1,2 0 0,3 2-1,2 2 0,4-1 0,4 4 0,3-2 0,0 2 1,0 0 0,12-3 1,8-1-1,6-4 0,4-6 0,1-5 1,-2-2-2,-5 0-15,-5 0-10,-11-12-1,-3-6 10,-5-2 15,0-6 1,0-4 15,-5-3 7,-1 2 1,-2-1 3,6 6-7,0 5-10,2 7-8,0 9-1,0 5-1,0 0-18,-2 0-10,-9 25-23,-1 0-211,-1-3-603</inkml:trace>
  <inkml:trace contextRef="#ctx0" brushRef="#br0" timeOffset="45112.4782">15390 3615 1500,'0'0'197,"0"0"-120,0 0-77,0 0-89,0 0 72,0 0 16,0 0-139,6-2-474</inkml:trace>
  <inkml:trace contextRef="#ctx0" brushRef="#br0" timeOffset="45519.1224">16011 3398 1020,'0'0'159,"0"0"-145,0 0-14,0 0-1,0 0 1,0 0 7,0 0 0,-133 48-6,94-31-1,4-3-13,6-2 13,7-3 19,6 0-19,8-3 0,1 0 7,5-2-7,2 0-13,0 0 11,0 0 2,9 0 11,13 2-5,4-2-6,13 2 1,5-4 0,7 2 0,18-4-1,-13 0-258,-10 0-322</inkml:trace>
  <inkml:trace contextRef="#ctx0" brushRef="#br0" timeOffset="45676.2347">16072 3441 1219,'0'0'232,"0"0"-197,0 0-19,0 0 4,0 0-10,2 166-10,27-110-122,4-7-686</inkml:trace>
  <inkml:trace contextRef="#ctx0" brushRef="#br0" timeOffset="46261.7156">17156 3509 431,'0'0'251,"0"0"-148,0 0-64,0 0 40,0 0 96,0 0-61,0 0-76,121-8-22,-59 3-5,9 4 8,5-2 9,2 3-14,3 0-13,-1 0 1,-5 0-2,2 0 0,-6 0-31,-5 0 1,-5 3 4,-10-3-6,-9 0-35,0 0-111,-11 0 59,-8-6-118</inkml:trace>
  <inkml:trace contextRef="#ctx0" brushRef="#br0" timeOffset="46497.5747">18208 3413 606,'0'0'247,"0"0"-74,0 0-57,0 0-49,0 0-21,0 0 8,0 0-25,-31-12-6,43 12-23,7 0 0,4 0-1,-1 0 0,-7 0 0,-3 12-1,-8 4 1,-4 3-9,0 6 8,-12-3 2,-5 0 0,-1 0-23,12-2-64,3-6-195,3-3-480</inkml:trace>
  <inkml:trace contextRef="#ctx0" brushRef="#br0" timeOffset="47154.9821">18729 3338 1141,'0'0'72,"0"0"-72,0 0-59,0 0 2,-13 103 47,13-63-6,5 2-68,17 0-70,5-8 34,-5-4 77,-2-11 43,-7-8 3,-4-4 4,-6-7 8,-3 0 54,0-9-42,-12-9-15,-7-4-12,-6-4 0,-2-2-1,-2-1-44,4-4-34,4-1 20,5 2 43,7 1 16,9 5 8,0 2 21,0 2 49,19 6-30,4 1-24,6 5-22,0-1 8,-1 5-10,2 2 1,-3 3-1,-8 1 0,-2 0 0,-7 0 1,-2 9-1,-6 5 0,-2 4 0,0 3 1,-4 0-1,-12 1 10,-1 0-3,4-4-7,5-1 0,4-7 0,4-3 1,0-3-1,0-2 14,8 1 5,13-1-9,2 2-9,4 2-1,0 4-1,-2 2-11,-5 2 11,-3 2-4,-6 2 5,-4-2 7,-7-2-7,0 1 24,-47 6 49,-1 0-73,-10-8-101</inkml:trace>
  <inkml:trace contextRef="#ctx0" brushRef="#br0" timeOffset="48296.2839">11101 4998 363,'0'0'75,"0"0"-26,0 0 41,0 0 50,0 0 33,0 0 38,0 0-127,-16-13-49,12 13-18,1-1-2,-1 1-7,0 0-7,-1 0-1,-2 0-15,-4 0-16,-5 0 30,-1 2-9,-3 7 10,2 1 1,0 0 11,4 3-11,1-5-1,3 4 1,5-1-1,2 1 0,3-2 0,0 0 1,12 0-1,15 0 1,6 1 0,7-2-1,7-1 0,6-2 0,7-2-33,27-4-97,-16 0-35,-11-8-351</inkml:trace>
  <inkml:trace contextRef="#ctx0" brushRef="#br0" timeOffset="48671.7842">11524 4992 918,'0'0'84,"0"0"-84,0 0-1,0 0-21,0 0 9,0 0 6,0 0 5,-80 47-54,71-25 30,0 1 12,2-2 14,5-4 1,2-5-1,0-7-20,0-5-19,15 0 32,6-4 7,4-14 1,-3-2-1,0-4-15,2-1-36,-3 2 6,-4 1-5,-1 5 50,-9 8 17,-3 5 136,-4 4-98,0 0-35,0 8-19,0 12 57,-7 7-34,7 2-17,0 3-7,0-4-6,5-6 6,22-8-58,-3-4-9,-2-10-113</inkml:trace>
  <inkml:trace contextRef="#ctx0" brushRef="#br0" timeOffset="48892.7005">11789 4784 212,'0'0'807,"0"0"-752,0 0-36,0 0-13,0 126-6,5-82 0,3 5 0,4 13-86,-6-10-137,1-10-567</inkml:trace>
  <inkml:trace contextRef="#ctx0" brushRef="#br0" timeOffset="49191.4154">12325 4986 360,'0'0'579,"0"0"-485,0 0-94,0 0-52,0 0 52,-133 21 117,104 0-62,5-2-31,9 5 14,8-3-37,7 0 11,0 1-2,31-2-3,47 1-6,-7-6-1,3-11-694</inkml:trace>
  <inkml:trace contextRef="#ctx0" brushRef="#br0" timeOffset="49680.284">13859 4975 307,'0'0'128,"0"0"-4,0 0 3,-133 96-44,97-68-30,5-4 34,11-2-58,3-4-19,17-5-10,0-8-112,0-5-117</inkml:trace>
  <inkml:trace contextRef="#ctx0" brushRef="#br0" timeOffset="49963.1978">13690 4925 689,'0'0'349,"0"0"-263,0 0-52,0 0 4,127 70-15,-87-31-17,-3 5 4,-1 1-2,-2 1-8,4 16-10,-9-9-247,-7-15-687</inkml:trace>
  <inkml:trace contextRef="#ctx0" brushRef="#br0" timeOffset="50444.8315">14450 4798 9,'0'0'55,"0"0"47,0 0 171,0 0-77,120-10-72,-109 10-21,0 9-34,-4 4-26,-3 4 6,-4 3 9,0 4-24,-9 3-23,-18 7-11,-21 19-134,3-9-35,7-10-405</inkml:trace>
  <inkml:trace contextRef="#ctx0" brushRef="#br0" timeOffset="50607.7476">14555 5257 1298,'0'0'224,"0"0"-162,0 0-62,0 0-209</inkml:trace>
  <inkml:trace contextRef="#ctx0" brushRef="#br0" timeOffset="51274.2818">15568 4903 646,'0'0'135,"0"0"-8,0 0 40,0 0-63,0 0-48,0 0-14,-130 4-40,115 12-2,5 3 1,0 4 11,8 1-11,2-2 0,0 1 6,4-4-7,16-1 1,5-3 10,4-2-11,5-9-1,1-4-18,-4 0-30,-4-6-13,-4-13-19,-10-8 55,-7-1 26,-6-6 85,0-1 19,0 6-36,-9 2-8,-1 10 17,-2 9-32,3 8-45,-2 0-23,-7 22-54,5 6-113,4-3-944</inkml:trace>
  <inkml:trace contextRef="#ctx0" brushRef="#br0" timeOffset="51460.9454">15851 5095 1401,'0'0'274,"0"0"-162,0 0-76,0 0-36,0 0-25,0 0-70,0 0-34,94 41-397</inkml:trace>
  <inkml:trace contextRef="#ctx0" brushRef="#br0" timeOffset="51850.0352">16564 4931 1177,'0'0'176,"0"0"-97,0 0-37,0 0-26,0 0-8,0 0-7,0 0-1,-85-49-5,56 58 5,0 10 14,2 7-5,6 5-8,2-1 1,11 1-1,3-4 0,5-1 10,0-4-11,7-2-1,13-2-16,0-2-82,2-6-117,-1-4-62,-6-6 121,-9 0 157,-4 0 16,-2-7 167,0-10 25,-17 2-53,-5-2-30,-3 3-36,-2 3-43,1 10-41,-7 1-5,8 18-162,9-1-347</inkml:trace>
  <inkml:trace contextRef="#ctx0" brushRef="#br0" timeOffset="52314.028">17254 5078 958,'0'0'236,"0"0"-111,0 0-3,0 0-54,0 0-19,0 0 5,0 0-31,79-50-1,-23 47-21,19 1-1,14 2 0,7 0-1,2 0 1,1 0-1,-11 0-27,-8 0-21,-9 0-72,6-2-23,-21-2-157,-14-2 10</inkml:trace>
  <inkml:trace contextRef="#ctx0" brushRef="#br0" timeOffset="52562.9089">18143 4929 228,'0'0'964,"0"0"-735,0 0-124,0 0-76,0 0-12,0 0 15,0 0-22,12-2-10,8 20-1,0 2-8,-7 4 8,-3-2 0,-10 1-34,0-4-29,-10-1 25,-9 0-28,-4 2-43,5-3-133,9-7-88</inkml:trace>
  <inkml:trace contextRef="#ctx0" brushRef="#br0" timeOffset="52858.1547">18957 4959 567,'0'0'160,"0"0"-75,0 0 35,0 0 53,0 0-79,0 0-72,0 0-7,-89-42-5,42 48 16,-2 12 4,3 8 14,10 2-2,7 6-7,8 0-21,15 0-1,6 3-12,58 1 8,8-7-9,10-12-85</inkml:trace>
  <inkml:trace contextRef="#ctx0" brushRef="#br0" timeOffset="54244.6696">11118 6035 39,'0'0'516,"0"0"-362,0 0-66,0 0 93,0 0-67,0 0-27,0 0-34,0-28-9,0 27-8,-2-2-4,0 2-18,2-2 10,-2 1 18,2 2-28,-2 0-8,0 0-6,-3 0-28,-2 0-4,-4 0-17,-2 0-2,-3 5 51,1 3 1,1 2 0,1-2 11,1 2-11,4 2 5,1-1 3,1 1-8,6 1-1,0-2 11,0 1-10,11-4 7,11 3-8,9-3 2,2 0-1,7 2-1,23 2-30,-12-5-186,-7 0-433</inkml:trace>
  <inkml:trace contextRef="#ctx0" brushRef="#br0" timeOffset="54489.7739">11459 6050 827,'0'0'120,"0"0"-120,0 0-10,0 0-61,0 0 50,0 0 20,0 0-1,-106 72 2,92-48 6,3 0-5,0 0-1,6-4 10,3-4-8,2-2-1,0-5 0,7-9 0,11 0-1,8-9-27,-1-9-105,-2-2-184</inkml:trace>
  <inkml:trace contextRef="#ctx0" brushRef="#br0" timeOffset="54604.0596">11459 6050 365,'-8'72'257,"8"-72"-85,0 0-120,0 0-39,0 16-13,4 2 1,5 4-1,11 6-16,-4-8-76,1-4-236</inkml:trace>
  <inkml:trace contextRef="#ctx0" brushRef="#br0" timeOffset="54879.7943">11613 5835 1053,'0'0'194,"0"0"-151,0 0-25,-4 110-18,-1-58 8,5 3-7,0-1 0,5-4-1,15-6 0,5-8-10,19-4-20,-4-8-75,-3-12-169</inkml:trace>
  <inkml:trace contextRef="#ctx0" brushRef="#br0" timeOffset="55142.6233">12161 6136 863,'0'0'205,"0"0"-188,0 0 5,0 0-22,0 0 29,0 0-28,0 0-1,-49-39 0,16 52 28,-1 7 35,3 3-18,6-3-23,8 3-10,11-3-2,6 2-10,0-4 9,60 2-9,0-5-2,7-12-215</inkml:trace>
  <inkml:trace contextRef="#ctx0" brushRef="#br0" timeOffset="55544.6027">14160 5878 727,'0'0'588,"0"0"-553,0 0-35,0 0-32,0 0 26,-125 17-4,88 13 2,-2 8-59,3 2-192,4 0 2,20 1-131,8-11 104</inkml:trace>
  <inkml:trace contextRef="#ctx0" brushRef="#br0" timeOffset="55769.9271">13871 5903 1053,'0'0'168,"0"0"-136,0 0-30,0 0 10,135 82-5,-91-57-6,-1 3-2,10 9 1,-10-6-125,-10-7-142</inkml:trace>
  <inkml:trace contextRef="#ctx0" brushRef="#br0" timeOffset="56050.1546">14492 5759 1137,'0'0'190,"0"0"-99,0 0-91,0 0-4,0 0 4,0 0-1,115-18-9,-94 38 9,-3 3-7,-3 4-4,-8 3-34,-7 14-51,-7-6-187,-10-6-109</inkml:trace>
  <inkml:trace contextRef="#ctx0" brushRef="#br0" timeOffset="56202.3508">14652 6138 988,'0'0'542,"0"0"-366,0 0-127,0 0-49,0 0-85,0 0-171</inkml:trace>
  <inkml:trace contextRef="#ctx0" brushRef="#br0" timeOffset="57427.4537">15744 5895 882,'0'0'259,"0"0"-129,0 0-57,0 0 11,0 0 41,0 0-68,0 0-50,-67-30-7,38 34 10,0 11-8,0 2-2,5 4-6,6 0 6,9 2 1,5-1 1,4 0-2,0-4-1,24-4-14,7-4-8,10-6-15,5-4-16,-1 0-1,-5-2 9,-9-13 27,-8-2 17,-13-3 2,-7-4 13,-3-5 21,-3 3 9,-9 0 27,-5 4-3,5 6-23,0 4-4,7 6-16,3 4-24,2 2-13,0 0-38,0 12-19,0 6-52,0-1-290</inkml:trace>
  <inkml:trace contextRef="#ctx0" brushRef="#br0" timeOffset="57616.0477">16308 6046 1397,'0'0'181,"0"0"-118,0 0-63,0 0-140,0 0-24,0 0-403</inkml:trace>
  <inkml:trace contextRef="#ctx0" brushRef="#br0" timeOffset="58104.2576">16589 5855 234,'0'0'1146,"0"0"-1003,0 0-135,0 0-8,0 0-15,133-66 15,-102 63 9,-2 3-9,-4 0-1,-10 0-11,-7 3-46,-8 5 15,0 2 23,-12 2 20,-17 3 10,-5-2-8,-1 3 24,-2 2-19,9-2 2,4 3 5,6-1-7,6 1-7,8 3 0,4 2 1,0 2 1,3-1 5,17-3-7,5-2 0,4-6-37,-1-6-15,1-5-13,-5-3-47,-3 0-5,-4-13 68,-7-9 49,-10-6 133,0-3-62,-8-3 16,-15 0 21,-9 2 31,-1 2-46,0 9 6,-2 2-60,6 11-39,1 8-24,-5 6-60,13 15-128,8-2-356</inkml:trace>
  <inkml:trace contextRef="#ctx0" brushRef="#br0" timeOffset="58448.8543">17339 6017 1258,'0'0'171,"0"0"-85,0 0-50,0 0-12,0 0 8,0 0 3,0 0-22,79-56-4,-29 52-7,12 4-1,13 0-1,10 0 11,5 0-10,5 4-1,-5 2-51,17 0-84,-24-1-184,-16-5-178</inkml:trace>
  <inkml:trace contextRef="#ctx0" brushRef="#br0" timeOffset="58694.1067">18264 5905 1162,'0'0'289,"0"0"-160,0 0-65,0 0-41,0 0-14,0 0 0,0 0-9,2-6-79,16 12 53,2 11 20,0 2 5,-4 7-9,-12-1 10,-4 0-8,-6 0 8,-23-3-10,-10 0 4,0-2 6,3 2-48,9-8-87,16-6-607</inkml:trace>
  <inkml:trace contextRef="#ctx0" brushRef="#br0" timeOffset="58928.1865">18634 5842 819,'0'0'591,"0"0"-591,0 0-32,0 0-14,0 0 34,0 0 1,0 0 10,58 150 1,-38-103-136,2 2-82,2 1 88,-3-15-10,-6-8-544</inkml:trace>
  <inkml:trace contextRef="#ctx0" brushRef="#br0" timeOffset="59240.0192">18708 5775 1007,'0'0'231,"0"0"-131,0 0-68,0 0-25,0 0-6,125-28-1,-88 50-1,1 10 0,-3 6 0,-6 4 0,-10 2-1,-11 1 2,-8-4 0,0-2-1,-22-5 1,-14-4 1,-43 6 0,4-6-2,0-10-49</inkml:trace>
  <inkml:trace contextRef="#ctx0" brushRef="#br0" timeOffset="62057.5945">9009 9962 434,'0'0'188,"0"0"-47,0 0 72,0 0-56,0 0-63,0 0-36,0 0-24,0-30-13,0 28-3,0 2-2,0-2 1,0 2 11,0 0-28,0 0-2,0 4-15,0 18 14,0 8 2,0 6 0,-8 6-7,4 0-6,2-3-18,2-7-25,0-8 2,0-8 5,0-9-92,10-4 13,-4-3 64,1-3-57,-5-15 34,-2-4 66,0-6 21,0-2 1,-13-1-2,-1-2 2,-1 3 58,-1 4 72,5 0 118,1 4-109,4 4-39,4-1-30,2 6-33,0 1-16,0 4-10,11 0-11,13-1-1,7 5-5,8 2-3,1 2-8,0 0-6,-7 2-14,-2 16 7,-10 3 11,-6 5 2,-10 3-9,-5 2-31,0-1 28,-23 0 29,-1-2 0,-1-6 5,3-4-5,4-8-1,7-1 1,4-6 12,5 0-11,0-3-1,2 0-8,0 1 6,0-1-51,9 2 38,8-2-25,8 0-66,6 0 21,3 0-16,-1 0 4,-2 0 8,-6 0 76,-8-3 13,-9 3 71,-8 0 46,-5 0 34,-29 1 120,-12 15-106,-12 5-38,-3 1-35,3 0-28,14 2-44,15-4-20,11-1-12,18 0-113,6-7-58,17-10-369</inkml:trace>
  <inkml:trace contextRef="#ctx0" brushRef="#br0" timeOffset="62524.5971">9510 10012 608,'0'0'143,"0"0"-25,0 0-47,0 0-39,123-63 39,-86 50 1,-1 3-46,-5 3-14,-4 6-1,-7 1-5,-7 0-6,-6 4-5,-7 12 4,0 3 1,-5 8 0,-19 1 1,-4 3-1,-4-2 0,3-1 0,5-6 1,8-6 6,9-5-7,7-6 0,0-1 0,2-4 9,19 0 4,5 0-6,8 0-6,6 0 0,2 0 0,16 0-1,-12 0-126,-10 4-275</inkml:trace>
  <inkml:trace contextRef="#ctx0" brushRef="#br0" timeOffset="62873.2506">8775 10574 1069,'0'0'216,"0"0"-152,0 0-54,0 0-10,133-32 1,-28 15 10,43-1-9,31 0 4,6 0-6,-46 6-93,-46 2-760</inkml:trace>
  <inkml:trace contextRef="#ctx0" brushRef="#br0" timeOffset="63242.0615">11108 9956 1096,'0'0'168,"0"0"-154,0 0-14,0 0 0,0 0 0,0 0 23,0 104-10,0-65-12,0 0 0,0 1 1,10-3-2,9 6 0,-2-8-27,-1-9-301</inkml:trace>
  <inkml:trace contextRef="#ctx0" brushRef="#br0" timeOffset="63492.8599">10617 9901 1337,'0'0'212,"0"0"-153,0 0-59,123-5-16,-52 15-13,52 18-60,-16-5-132,-16-4-1016</inkml:trace>
  <inkml:trace contextRef="#ctx0" brushRef="#br0" timeOffset="63773.2022">11415 10222 1144,'0'0'217,"0"0"-186,0 0-24,0 0 3,0 0 9,0 0-18,0 0 0,15 25 0,-3-18 1,3 6-2,-3-5-76,-3-2-296</inkml:trace>
  <inkml:trace contextRef="#ctx0" brushRef="#br0" timeOffset="63950.8031">11401 10049 1335,'0'0'170,"0"0"-170,0 0-339,0 0-815</inkml:trace>
  <inkml:trace contextRef="#ctx0" brushRef="#br0" timeOffset="64341.9938">11633 10309 65,'0'0'313,"0"0"-8,0 0-47,0 0-96,0 0-72,0 0-2,0 0-58,38-121-5,-22 97-24,4 3 11,0 2-11,-3 5 0,-3 5 0,-6 8 0,1 1-1,-1 1-13,-2 18 13,1 10 1,7 18-1,-6-3-60,1-8-270</inkml:trace>
  <inkml:trace contextRef="#ctx0" brushRef="#br0" timeOffset="64882.3615">12055 9813 1371,'0'0'0,"0"0"-47,0 0-181,0 0 156,0 0 55,0 0 12,19 141 5,-1-88 0,2 4-79,0-1-47,-1-5-36,-2-11 100,-1-11 39,-1-11-14,-1-11-96,-1-7 133,-2 0 29,-2-21 147,0-2-98,2-5 19,-3-1-2,6 5-11,0 4 73,1 6-76,3 8-45,2 6-36,2 0 5,5 1-12,-2 20 4,-3 3-23,-4 5 7,-10 3-77,-8 12-14,-4-8-2,-18-6-90</inkml:trace>
  <inkml:trace contextRef="#ctx0" brushRef="#br0" timeOffset="65145.6865">11680 9807 525,'0'0'794,"0"0"-751,0 0-43,0 0-111,-94 137-548</inkml:trace>
  <inkml:trace contextRef="#ctx0" brushRef="#br0" timeOffset="70190.1284">13388 10193 438,'0'0'154,"0"0"-44,0 0-18,0 0 73,0 0 14,0 0-85,8-25-18,-6 19 6,0-2-8,0 0-30,0 5 18,-2-2-11,0 4-36,2 1-15,2 0-9,2 7-8,0 21 16,1 17 0,2 13 0,-4 12 1,1 9 0,-1 0 0,3 0 0,4-8 0,3-6 0,3-9 0,4-6 0,-2-10 0,1-8-35,-6-10-61,-3-15-20,-4-7-196,-6 0-42</inkml:trace>
  <inkml:trace contextRef="#ctx0" brushRef="#br0" timeOffset="70648.1039">13400 10258 687,'0'0'160,"0"0"-82,0 0-39,0 0 110,0 0-53,0 0-60,0 0-20,100-59-16,-71 78 0,-2 7 1,0 4-1,0 1 0,-3 1-1,-1-4-25,-2-4-72,0-8-32,-3-8-34,-3-3 14,-4-5-6,-1-3 37,-6-15 119,-2-10 20,0-4 55,-2-4 24,1 0 49,2 2 112,0 3-81,1 6-70,3 4-69,0 5-15,-1 4-24,3 4-1,1 8 0,-2 0-15,1 2-4,-3 22 8,2 8 1,-4 10 9,0 5 0,1 1 1,-1-4 0,2-6-13,11-8-57,-5-8-177,0-12-348</inkml:trace>
  <inkml:trace contextRef="#ctx0" brushRef="#br0" timeOffset="71189.788">14528 10325 191,'0'0'671,"0"0"-446,0 0-166,0 0-14,0 0-3,0 0-16,0 0 3,71 0-16,-35 0-11,10 0-2,10 0-14,-9 0-224,-12-1-421</inkml:trace>
  <inkml:trace contextRef="#ctx0" brushRef="#br0" timeOffset="71416.9209">14646 10542 1207,'0'0'216,"0"0"-184,0 0-32,149 1-6,-73-7-50,-7-6-233</inkml:trace>
  <inkml:trace contextRef="#ctx0" brushRef="#br0" timeOffset="75280.7365">15771 9856 476,'0'0'143,"0"0"-55,0 0-44,0 0-19,0 0-2,0 0 13,0-16-10,0 16 12,0 0-25,0 0 33,0 0 87,0 0-38,0 0-40,0 0-15,-3 0-14,1 0-16,-2 0-9,-4 3 0,0 8 6,-3 3-6,-2 4 0,-1 0 0,-1 2 0,-3 2 0,1-2-1,-4 2 0,1-4-9,0 0 9,0-4 5,2-2 1,3-6-6,-1-2-5,5-4 5,2 0 15,-3 0-5,3 0 0,1-6-10,2-2 7,-2 0-6,4 0 5,0 0 1,1 0-5,1 1 4,0 4-6,2-1 1,-2 3 0,2-2-1,0 1 0,0 1-5,4-4-47,7 3 16,3 2 24,-4 0 12,4 0-1,0 0 0,-4 8-1,2 2 2,-1 2-1,0 2-2,1 0 3,-2-2 0,1 0-1,1 0 0,-1 1 1,5-2-26,-5-1-179,-1-4-60</inkml:trace>
  <inkml:trace contextRef="#ctx0" brushRef="#br0" timeOffset="75764.1911">15785 9757 461,'0'0'140,"0"0"-93,0 0-15,0 0 68,0 0 56,0 0 23,0 0-78,44-58-34,-40 56-18,0 2-23,4 0-14,3 0-12,-1 0 0,4 0 0,-1 6 0,-1 4 0,-1 2-8,-5 0 7,-4 0 0,-2 2-9,0 2-7,0-2 2,-2 3-9,-9-3-52,5-5-86,1 0 16,2-5 58,3-4 32,0 0 34,10 0 16,9 0-27,15-10-19,-5-1-57,-2 5-202</inkml:trace>
  <inkml:trace contextRef="#ctx0" brushRef="#br0" timeOffset="76091.0995">16178 10131 879,'0'0'611,"0"0"-439,0 0-111,0 0-29,0 0 6,0 0-38,0 0-60,37 0-155,-16 1-333</inkml:trace>
  <inkml:trace contextRef="#ctx0" brushRef="#br0" timeOffset="76849.0082">16635 9856 1239,'0'0'207,"0"0"-207,0 0-44,0 0 27,0 0 14,-111 122 2,93-93-5,7-2-34,7-7-52,4-4-5,0-8-17,2-6 42,13-2-6,1-4-25,1-15 31,0-6 72,-7-6 70,-1 0 41,1-5 6,-4 1 19,1-1-46,-3 9 23,0 6-36,1 7-24,-2 6-18,-1 4-23,0 4-12,0 0-15,5 0-2,1 8 10,4 10 7,-1 7 0,3 3 0,-5 3 0,5 2-1,0 5-15,1-1-48,1 0 4,0-5-90,-2-4 22,-6-8 71,-4-6-3,-4-6 60,0-5 22,-4-3 172,-21 0-91,-8 0-60,-6-9 19,3 1-6,5 0-11,6 2-44,9 5-1,16-2-83,0 1-232,9-4-459</inkml:trace>
  <inkml:trace contextRef="#ctx0" brushRef="#br0" timeOffset="77178.4895">17152 9707 1136,'0'0'68,"0"0"-68,0 0-143,0 0 108,0 0 34,0 0 1,0 0 29,-38 103-29,32-73 0,-4-1 0,4 2 29,2-1 11,1-3-9,3 0-20,0-5-4,0-6 1,0-1-7,16-6 12,4-1 20,7-2-18,15 2-15,-9-4-188,-2 0-100</inkml:trace>
  <inkml:trace contextRef="#ctx0" brushRef="#br0" timeOffset="77412.7915">16916 9918 636,'0'0'691,"0"0"-672,0 0-19,136 12-68,-54-8 34,1-2-269</inkml:trace>
  <inkml:trace contextRef="#ctx0" brushRef="#br0" timeOffset="77978.5776">15782 10497 1046,'0'0'213,"0"0"-141,0 0-51,0 0-13,0 0 52,0 0-12,167-34-13,-92 30 18,15-2-29,11 4-14,-1 2-9,-5 0-1,7 0-49,-25 11-96,-21 1-388</inkml:trace>
  <inkml:trace contextRef="#ctx0" brushRef="#br0" timeOffset="78538.8865">16265 10694 1182,'0'0'155,"0"0"-146,0 0-9,0 0-1,0 0 1,0 0 0,-91 102 0,76-68 1,-4 0-1,7 1 1,0-8 0,5-4-1,7-10 0,0-3-18,0-7-48,7-3-8,11 0-90,2-22-15,4-6 36,-1-7 15,-3-4-275,-5 0 403,-3 1 211,-8 7 31,-4 1-27,0 11 18,0 5-94,0 3-61,0 10-10,0 1-65,-2 0-3,2 8-13,0 12 12,0 6-5,17 3-13,12 4-7,5 1 4,0-3 21,4-2-8,-11-4-4,-6-3 12,-7-4 0,-8-4 0,-6-4 0,0-2 0,-10-2 0,-19-3 1,-12 2 25,-5-4 36,-2 3 13,6 1-21,11-1-50,20 1-3,8-1-143,3-4-249</inkml:trace>
  <inkml:trace contextRef="#ctx0" brushRef="#br0" timeOffset="79048.0744">16635 10839 1132,'0'0'160,"0"0"-99,0 0-47,0 0-14,0 0 0,0 0 0,120-38 0,-70 38-15,-4 0-18,-3 6 5,-12 9 17,-9 0-17,-13 2 12,-9 1 15,-2 3-5,-27-2 6,-6 1-1,-6 1 0,5-7 1,10-5 0,15-3 0,11-6 0,0 0-2,8-1-68,17-16-2,2-4 43,2-1 19,-4-3 8,-2 3 1,-2 2 1,-3 5 0,-5 2 14,-6 3 21,-4 4 79,-3 6-38,0 0-16,0 0-41,0 0 3,-10 14 1,4 5-13,1 2-3,5 5-7,0 2 0,40 4-1,0-7-68,3-10-451</inkml:trace>
  <inkml:trace contextRef="#ctx0" brushRef="#br0" timeOffset="79546.0108">17219 10674 819,'0'0'275,"0"0"-193,0 0-67,0 0-2,0 0 6,0 0 7,0 0 4,103 92 3,-68-54-15,-3 2-11,-8 5-4,-11 0-2,-13 24-1,-10-11-71,-17-10-248</inkml:trace>
  <inkml:trace contextRef="#ctx0" brushRef="#br0" timeOffset="80118.4648">15820 10862 575,'0'0'176,"0"0"-45,0 0-47,0 0-46,0 0 54,-83 122-38,77-87-43,6 1 1,0 2-6,13-5-6,40 12-24,-1-13-65,-4-9-680</inkml:trace>
  <inkml:trace contextRef="#ctx0" brushRef="#br0" timeOffset="80762.7325">17530 10653 1068,'0'0'194,"0"0"-116,0 0-43,0 0-13,0 0 62,0 0-32,0 0-43,41-29-9,-23 29 0,-2 0-25,-5 0-23,-5 9 18,-4 8 14,-2-1-13,0 2 0,0-1 8,-13 2 20,0-3 1,-1-2-1,6-4 1,1-4 0,5 0 0,2-4 1,0 0 0,2-2-1,20 0 0,11 0 0,27-8-97,-6-4-165,-4 0-328</inkml:trace>
  <inkml:trace contextRef="#ctx0" brushRef="#br0" timeOffset="81174.9399">18253 10326 844,'0'0'226,"0"0"-226,0 0-2,0 0 2,118 0 0,-87 3-1,1-1 1,3-2-76,-8 0-40,-10 0-111</inkml:trace>
  <inkml:trace contextRef="#ctx0" brushRef="#br0" timeOffset="81384.473">18226 10550 1247,'0'0'290,"0"0"-204,0 0-51,0 0-5,0 0-15,179-8-15,-98 1-74,-9 0-441</inkml:trace>
  <inkml:trace contextRef="#ctx0" brushRef="#br0" timeOffset="83298.226">19334 9928 337,'0'0'69,"0"0"-69,0 0 25,0 0-25,0 0 73,0 0 37,0 0 15,6-28-57,-6 28 25,0 0 66,0-1-23,0 1-44,0 0-18,0-3-19,0 3-18,0 0-14,0 0-23,0 0-2,-6 0-9,-3 0 11,-7 3 4,-1 7 3,-4 9-7,1 2 0,3 0 8,5 3-8,5-2 2,5-4 5,2-1-6,0 0 0,13-5 0,12-4-1,4-2-11,6-6-40,4 0-65,-4-4-76,-1-12 34,-9-2 77,-8-6 31,-9-2 33,-2 0 17,-6-3 29,0 6 86,-9 2 124,-7 4-88,-2 5-41,-2-1-46,0 7-16,0 4-24,4 2-24,7 0-23,2 0-62,7 12 30,0 19-23,14-5-128,4-3-70</inkml:trace>
  <inkml:trace contextRef="#ctx0" brushRef="#br0" timeOffset="83539.2721">19679 10100 1190,'0'0'332,"0"0"-138,0 0-136,0 0-37,0 0-12,0 0-3,0 0-6,11-57-95,9 57-138,-2 0-324</inkml:trace>
  <inkml:trace contextRef="#ctx0" brushRef="#br0" timeOffset="83855.0747">19857 9912 1363,'0'0'218,"0"0"-218,0 0-94,0 0 54,0 0 40,0 0-7,0 0-4,-18 28-10,18-11 20,0 4-1,12 0-3,1-4 5,3 4 1,-3-4-1,3 1-1,-1-2 1,-1 0 1,-4-2-1,1-1 0,-4-1-19,-7-2-66,0-1-22,-9-3-23,-6-2-61</inkml:trace>
  <inkml:trace contextRef="#ctx0" brushRef="#br0" timeOffset="84082.6701">19826 9894 1101,'0'0'314,"0"0"-136,0 0-116,0 0-44,0 0-9,0 0-5,125-65-4,-63 65-41,-6 0-109,-10 0-253</inkml:trace>
  <inkml:trace contextRef="#ctx0" brushRef="#br0" timeOffset="84335.1686">20140 9757 1066,'0'0'200,"0"0"-147,0 0-40,0 0-13,114 44-4,-97-9 4,-3 7 16,-7 6-8,-7 2-7,0 0 9,-19 0-3,-12-4-7,-33 13 0,6-14-48,3-10-284</inkml:trace>
  <inkml:trace contextRef="#ctx0" brushRef="#br0" timeOffset="84684.451">19035 9800 1015,'0'0'188,"0"0"-149,0 0-26,0 0-7,0 0-5,-87 138 0,78-94 9,7 2-9,2-2 8,13-2-8,23-2 8,48 10-2,-7-11-7,-2-15-529</inkml:trace>
  <inkml:trace contextRef="#ctx0" brushRef="#br0" timeOffset="85223.7953">20425 9449 1051,'0'0'198,"0"0"-104,0 0-7,0 0-18,0 0-5,0 0-34,0 0-8,10-31-22,15 31-4,4 0 3,-2 0 1,-2 7-2,-9 6-4,-5 2-20,-11 0-45,0 4 42,-2 1 4,-19-1 25,0-1 0,0-3 2,11-3 5,2-4-7,8-5-1,0 3 0,12-1 1,17 1 9,26 2-7,-6 0-2,1-2-222</inkml:trace>
  <inkml:trace contextRef="#ctx0" brushRef="#br0" timeOffset="85720.0545">20728 10060 732,'0'0'215,"0"0"-178,0 0-35,0 0 11,0 0 1,0 0-13,0 0 55,-2 4 70,4-4-46,7-4-8,0-5-36,0-2-36,-3-1-18,-3 0-589</inkml:trace>
  <inkml:trace contextRef="#ctx0" brushRef="#br0" timeOffset="86686.6062">21165 9842 789,'0'0'343,"0"0"-227,0 0-16,0 0-28,0 0-21,0 0-16,0 0-35,-9-13-10,-3 26 9,1 7 2,1 4-1,1 3 1,7 2 0,2 1-1,0-2 1,4 0 0,16-6-1,0-6 2,7-4-2,-2-8-2,1-4-31,3 0 7,-5-6 5,1-13-21,-5-6 19,-7-3 15,-6-6 8,-7-4 48,0 2 52,-9-1 15,-8 6 26,-1 6-9,-1 7-33,4 8-49,-1 9-50,-1 1-25,1 4-63,5 31-65,5-1-114,6-5-605</inkml:trace>
  <inkml:trace contextRef="#ctx0" brushRef="#br0" timeOffset="87167.4981">21646 10088 1030,'0'0'327,"0"0"-146,0 0-125,0 0 31,0 0 153,0 0-157,0 0-36,31-39-47,-12 30-2,0-3-136,-3 4-101,-7-2-982</inkml:trace>
  <inkml:trace contextRef="#ctx0" brushRef="#br0" timeOffset="87548.779">21904 9865 1061,'0'0'139,"0"0"-139,0 0-7,0 0 7,0 0 29,0 0-28,2-112 1,2 102 15,-2 2-1,-2 6 16,2 0 21,-2 2-36,2 0-17,0 6-10,3 13 10,-1 4 1,2 8-1,4 2 0,-1 2-5,1 3 4,4 2 0,4 3-6,-2 1-2,1 1 0,-1-1-18,-1 2-138,-1-9-23,-8-14-176</inkml:trace>
  <inkml:trace contextRef="#ctx0" brushRef="#br0" timeOffset="88260.128">20931 9990 667,'0'0'195,"0"0"-6,0 0-108,0 0 6,0 0 26,0 0-37,0 0-12,-16-34-11,16 34 3,0 0-27,-4 0-29,-5 0-3,-5 7-3,-7 14 5,-4 2 1,-2 4 0,0 1-6,5 0 6,2-1-1,4-4 1,3-3 0,2-4-51,4-4-41,0-6-131,5-6-79</inkml:trace>
  <inkml:trace contextRef="#ctx0" brushRef="#br0" timeOffset="88484.0026">20655 9972 1192,'0'0'229,"0"0"-206,0 0-22,0 0-1,0 0 0,0 0 1,140 162-1,-82-93 0,-7-11-145</inkml:trace>
  <inkml:trace contextRef="#ctx0" brushRef="#br0" timeOffset="89176.2573">19714 10547 743,'0'0'142,"0"0"-142,0 0 0,0 0 57,0 0 135,0 0-108,0 0-59,5 0-15,8 0 22,10 0 3,6 4-22,15 1-12,19-2 11,37 0-6,49-2-5,42-1 6,23 0-6,0 0-1,-14 0 1,-26-6 25,-6 2 45,-21 4-18,-29-2-29,-29 2-12,-25 0-11,-8 0 1,4 0-2,25 0-30,-11 0-63,-19 0-217</inkml:trace>
  <inkml:trace contextRef="#ctx0" brushRef="#br0" timeOffset="90485.2901">20314 10976 658,'0'0'559,"0"0"-440,0 0-41,0 0-27,0 0 18,0 0-10,0 0-22,0-55-16,0 55-10,0 0-10,-2 0-1,-8 0-18,-5 4 18,-3 11 13,1 6-13,-1-1 2,5 2-2,5-1 1,6-1-1,2 1 0,0-4 0,14 2-1,11-6-28,10-6-29,5-7-15,0 0 8,0 0 8,-8-16 25,-9-5 26,-7-2 6,-9-4 9,-5-3 13,-2-2 29,0 0-14,-17 4 67,-1 5-27,-3 6 4,4 7-31,-3 6-50,0 4-7,0 0-9,4 20-51,5 19-80,7-7-160,4-5-406</inkml:trace>
  <inkml:trace contextRef="#ctx0" brushRef="#br0" timeOffset="90703.6146">20674 11091 1472,'0'0'196,"0"0"-81,0 0-83,0 0-32,0 0-19,0 0-151,0 0-370</inkml:trace>
  <inkml:trace contextRef="#ctx0" brushRef="#br0" timeOffset="91115.9407">21060 10937 1056,'0'0'155,"0"0"-146,0 0-9,0 0-12,0 0 12,0 0 10,131-16-9,-112 16 0,-6 4 0,-7 5-1,-3 3 0,-3 4 10,-3 3 3,-14 1 0,-4 0-11,4 0 4,5-4 7,6 0-6,6-5-6,0 2 5,14-5-5,14-6 22,13-2 12,32 0-35,-11-12-30,-4-5-312</inkml:trace>
  <inkml:trace contextRef="#ctx0" brushRef="#br0" timeOffset="91379.6139">21588 10793 1159,'0'0'178,"0"0"-142,0 0-18,127 58-17,-98-22 8,-9 2 6,-11 5-14,-9 1 5,-2-1 6,-29-1-6,-19-2-4,-12-5-2,-53 7-17,14-13-244,5-8-226</inkml:trace>
  <inkml:trace contextRef="#ctx0" brushRef="#br0" timeOffset="91815.4099">19839 10822 117,'0'0'348,"0"0"-136,0 0-55,0 0 92,-111 127-118,94-86-44,9 3-24,8 0-31,0 0-15,23-2-7,21-7 0,18-5 5,65-3-15,-13-10-42,-5-7-359</inkml:trace>
  <inkml:trace contextRef="#ctx0" brushRef="#br0" timeOffset="92440.3073">21831 10749 914,'0'0'258,"0"0"-98,0 0-85,0 0-34,0 0-5,0 0-4,0 0-16,63-27-15,-45 27 0,-3 8-1,-1 8 0,-6 4-22,-3 4-35,-5 2-24,0-2-9,-7 2-62,-13-5 52,-3-4 41,6-3 24,3-4 3,10-7 32,4-3 5,0 0 5,22-3 64,7-7 95,9-2-114,33 0-55,-5 5-64,-7-2-154</inkml:trace>
  <inkml:trace contextRef="#ctx0" brushRef="#br0" timeOffset="93586.1295">22467 10603 662,'0'0'156,"0"0"-7,0 0-56,0 0 54,0 0-32,0 0-62,0 0 2,83-2-8,-49 2-28,9 0-12,13 0 2,10 0-3,10 0-4,4 0-2,5 0 1,-7 0 0,-7 0 9,-9 0-10,-6 0 0,-5 0-53,-4 0-22,6 0-30,-7 0-191,-13 0-348</inkml:trace>
  <inkml:trace contextRef="#ctx0" brushRef="#br0" timeOffset="93819.1558">23323 10529 1030,'0'0'211,"0"0"-133,0 0-26,0 0-18,0 0-20,0 0-4,0 0-9,133 0-1,-106 13 1,-10 1-1,-11 1-1,-6 7 0,-2 3-8,-31 3-21,-34 12-9,5-8-195,4-4-176</inkml:trace>
  <inkml:trace contextRef="#ctx0" brushRef="#br0" timeOffset="99979.6024">22988 9691 474,'0'0'121,"0"0"-53,0 0-18,0 0-37,0 0 29,0 0-19,-5-15 8,5 14-10,0 0 18,0-2 3,0 1 91,0 2-1,0 0-66,0 0-44,0 0-22,0 0 0,0 0-6,0 0 4,0 5 0,0 6-4,7 5 6,-3 2 0,1 2-1,1 3 1,-1-2 0,1-1 0,1-2 0,-2-6 0,-1-2 0,0-6 1,-1-4 0,1 0 9,0 0 4,1-10-14,0-6 0,-1-5 6,-2-4-5,0-1 0,3 2-1,-1 2 0,0 1 10,4 10 36,-4 2-5,0 2 23,1 7-18,-1 0-21,6 0-25,3 4 1,3 12-1,1 6-1,1 5 1,-4 2-8,10 10-35,-4-7-39,-2-10-208</inkml:trace>
  <inkml:trace contextRef="#ctx0" brushRef="#br0" timeOffset="100798.6052">23275 9815 854,'0'0'196,"0"0"-196,0 0 0,0 0 41,0 0 0,0 0-9,0 0-15,60 4-17,-35-4-16,-1 0 10,-2 0-44,-1-7-46,-8-2 24,-4-2 43,-7-2-11,-2-1-31,0 0 22,0 0-15,-11 1 64,-5 2 31,-2 3 25,3 2 9,-1 6 26,1 0 1,3 0-2,1 6-45,3 8-22,2 4-22,4 2 18,2-2-18,0 3 12,16-5 6,9-3 14,4-2-8,4-4-9,5-4-8,0-3-7,-5 0-1,-2 0-14,-6-6-20,-5-6 4,-9-3-18,-2 2 48,-7 0 9,-2 4 16,0 2 31,0 4-28,0 0 8,0 3 4,0 0-10,0 0-30,0 0-1,0 0 1,0 9 1,5 2 0,6 1-1,2 1-23,1-4 8,3 0 2,1-4-25,3-2-2,0-2 20,2-1-12,-3 0-83,-2 0 79,-4-1 23,-6-10 6,-4 1 7,-1-2 1,-3 1 0,0-2 38,0 3 41,0 1-60,-3 2-7,1 3 3,0 4-16,2 0 0,0 0-6,0 13 6,0 0 0,9 4 6,7-2-5,3 2 1,2-1-2,3 0-5,-3-4-154,-8-6-357</inkml:trace>
  <inkml:trace contextRef="#ctx0" brushRef="#br0" timeOffset="101032.9545">23292 9574 1318,'0'0'251,"0"0"-147,0 0-55,0 0 29,0 0-24,0 0-54,0 0-70,81-39-11,-50 39-144,-7 0-913</inkml:trace>
  <inkml:trace contextRef="#ctx0" brushRef="#br0" timeOffset="101205.147">23551 9212 1555,'0'0'211,"0"0"-211,0 0-98,0 0 24,0 0-15,83 152-228</inkml:trace>
  <inkml:trace contextRef="#ctx0" brushRef="#br0" timeOffset="102023.3281">24295 9587 1051,'0'0'179,"0"0"-98,0 0-34,0 0-4,0 0-8,0 0-23,0 0-11,-60-6 8,47 10-8,-1 6-1,4 4 0,-2 2-19,1 2 19,2 2 7,5 2-6,2-4-1,2 0 0,0-2-1,12 0 1,9 0-8,8-2-3,0-1-20,2-2-32,-3 1 12,-5-3 27,-5 0 12,-9-3 11,-7 2 1,-2-2 0,0 2 7,-22 1 26,-2-3 0,-1 0-18,5-2-5,7-2 6,6-2-3,7 0-2,0 0-9,5 0-2,18 0-94,12-12-9,2 1 103,5-1 16,-4 1-15,-5 1 0,-4-1 9,-8 5-8,-5 2 14,-8 1 1,-3 3 9,-5 0-4,2 0-8,-2 0-8,0 0-6,0 0-1,0 3 1,0 7 0,1 1 0,2-1-1,4 0-31,2-4-69,2-5-100,-5-1-353</inkml:trace>
  <inkml:trace contextRef="#ctx0" brushRef="#br0" timeOffset="102204.4264">24424 9724 876,'0'0'283,"0"0"-192,0 0-49,0 0 52,0 0 12,0 0-49,0 0-57,5-15-38,26 7-42,-4 2-92,0-2-343</inkml:trace>
  <inkml:trace contextRef="#ctx0" brushRef="#br0" timeOffset="102354.3847">24574 9413 1388,'0'0'243,"0"0"-179,0 0-64,0 0-1,60 146-7,-47-80-197</inkml:trace>
  <inkml:trace contextRef="#ctx0" brushRef="#br0" timeOffset="103120.9427">23618 10178 1160,'0'0'244,"0"0"-147,0 0-49,0 0-10,0 0 3,0 0-14,0 0-8,-9-24-19,-5 26-12,-5 18 12,-8 7 0,-6 2 0,0 4 0,4-1-44,2-4 15,2 0-35,9-7-48,6-8-290</inkml:trace>
  <inkml:trace contextRef="#ctx0" brushRef="#br0" timeOffset="103306.0972">23350 10160 1167,'0'0'178,"0"0"-137,0 0-40,0 0 1,0 0 4,121 39-6,-78-20 1,3 6-1,28 3-84,-15-8-222,-3-6-700</inkml:trace>
  <inkml:trace contextRef="#ctx0" brushRef="#br0" timeOffset="104042.4788">23986 10251 1220,'0'0'200,"0"0"-159,0 0-40,0 0 12,-116-8-2,91 14-11,3 10 0,4 3-12,10 2 1,5-2-1,3-5 5,0-1-8,5-1 8,10-6-6,1-1 4,1-5-14,1 0-19,1 0-16,-6-9 15,-3-3 24,-2 0 19,-2 0 8,-4 0 15,-2 4 9,0 0-1,0 6 9,0 2 1,0 0-40,0 0-1,0 4-1,5 12 0,3 2-1,6 0-4,1-2 5,4-2 1,1-6-1,2-4-21,-2-2-33,-3-2 0,-3 0-47,-5 0 75,-5-8 27,-2-4 13,-2 2 52,0-2 15,0 6-24,0 0 8,0 4-25,0 2-30,0 0-9,0 0-10,0 8 4,0 4 6,8 1 1,2-2-1,3-1-6,6-2 6,1 0 0,2-3-16,0-2-3,1-3 3,-1 0 15,2 0-19,-4 0-1,3-2-18,-6-5 28,-1-6 9,-3 1 2,-1-4 0,-3 0 23,-3-1 2,-2 3 24,-1 1-28,-1 7 22,-2 2 14,0 4-43,0 0-14,0 0-1,0 2-14,2 14 14,3 2 1,4 4 0,4 0 1,7-2-1,3 0 0,19-2-26,-5-4-54,-3-5-414</inkml:trace>
  <inkml:trace contextRef="#ctx0" brushRef="#br0" timeOffset="104563.4687">23830 10193 1086,'0'0'198,"0"0"-131,0 0-42,0 0-9,0 0 13,0 0 35,0 0-35,22-61-15,-7 60-13,8-2 6,2 3-6,2 0-1,1 0 0,-1 0 0,-1 6-1,1 13-94,-6-4-221,-8 1-452</inkml:trace>
  <inkml:trace contextRef="#ctx0" brushRef="#br0" timeOffset="104742.2956">24565 10007 352,'0'0'1146,"0"0"-954,0 0-192,0 0-4,-118 89-12,64-31-159</inkml:trace>
  <inkml:trace contextRef="#ctx0" brushRef="#br0" timeOffset="109163.6465">24098 10903 589,'0'0'95,"0"0"-62,0 0-23,0 0 70,0 0 21,0 0-56,0 0-9,6 0-19,-6 0 2,0 0 76,0 0-43,2 0-31,0 0-11,-2 0-9,2 1 6,-2 12-5,0 1-2,0 4 16,0 4 10,-6 1-17,0 2 1,0-3-8,6 1 5,0-5-6,0 1 5,12-2 1,4-4 9,8-1 15,-2 0-8,3-2-3,-1-3-14,-2-3 3,1-1-8,-4-3 0,0 0 1,-3 0 5,-1 0-7,-1 0 0,-4 0-7,1 0 6,-1 0-83,-2 0-134,-1 0-1,-3 0-395</inkml:trace>
  <inkml:trace contextRef="#ctx0" brushRef="#br0" timeOffset="109561.835">24110 10994 1007,'0'0'176,"0"0"-131,0 0-31,0 0-13,0 0-1,0 0 0,0 0-15,34-13 15,-16 13 0,1 0 14,-2 1 5,-2 4-7,3 1-11,-1-5 0,6 2-1,10-3-16,-4 0-225,-5-4-518</inkml:trace>
  <inkml:trace contextRef="#ctx0" brushRef="#br0" timeOffset="109968.1092">24171 10866 527,'0'0'190,"0"0"-100,0 0-40,0 0 85,0 0 41,0 0-86,0 0-42,0 0 11,0 0-2,0 0 31,0 0-14,10-2-37,11 0-23,8 0-12,11 0-2,7 2 0,28 0-26,-10 0-132,-7 0-954</inkml:trace>
  <inkml:trace contextRef="#ctx0" brushRef="#br0" timeOffset="117385.7399">8721 12214 474,'0'0'86,"0"0"-86,0 0 0,0 0-180,0 0 132,0 0 48,-2-23 81,0 19 30,-3 3-33,3-1 48,-4 2-24,1 0-47,0 0-26,3 0 12,0 0-2,2 0-9,0 0 42,0-2 8,0 2-8,0 0 24,0-2-2,0 0-1,0 2-19,0 0-37,0 0-33,0 8-4,0 18 0,0 9 0,4 15 1,6 9 5,-2 1-6,5 2-1,3-7-27,3-7-36,-2-10-4,3-8 0,2-10-51,-4-8-156,-7-10-101</inkml:trace>
  <inkml:trace contextRef="#ctx0" brushRef="#br0" timeOffset="117873.1021">8660 12300 582,'0'0'516,"0"0"-361,0 0-47,0 0-69,0 0-28,0 0-4,0 0 4,21-103-5,4 96-5,4 3 0,-2 4-1,-1 0 0,-6 11-1,-4 12-14,-9 3-2,-5 2-1,-2 6 7,0-1 1,-9 0 4,-5-1 5,3-5-1,0-3 2,6-9 1,1-1 9,4-3-3,0-7-6,0-1 1,4-3 11,12 0-12,2 0 5,4 0-4,-1 0 0,-2 0-1,-1 0-1,-2 0 1,-5 8-1,-2 7 0,-9 2-4,0 4 4,0 1 1,-11 5 15,-12 0 21,-1 3 34,-3-2-22,3 0-14,6-8-29,9-6-6,9-6-6,7-8-93,20-5-88,-1-14-983</inkml:trace>
  <inkml:trace contextRef="#ctx0" brushRef="#br0" timeOffset="118404.1214">9173 12372 1033,'0'0'226,"0"0"-97,0 0-89,0 0-28,0 0-12,0 0 0,0 0 0,59-54 0,-30 50 0,0 4 0,-5 0-2,-2 0 1,-6 6-1,-5 11-12,-5 4 2,-6 4 11,0 0 0,0 1 1,0-3 0,0-5 6,0-3-6,0-4-2,0-5 2,0-1-6,12-2-5,3-3-34,3 0-31,2 0-9,-2 0 60,0 1 24,-6 4-6,2 5 7,-4 0 38,-4 2-12,-2 4-25,-4-1 15,0 6-3,-10 2-4,-17 8-8,-7 1-1,-13 12-23,10-8-190,5-5-115</inkml:trace>
  <inkml:trace contextRef="#ctx0" brushRef="#br0" timeOffset="118761.3081">8523 13006 735,'0'0'572,"0"0"-439,0 0-88,0 0-25,0 0 11,0 0 42,0 0 7,239 0-29,-60-12-22,20-2-20,-14 0-9,-56 7-117,-56 1-567</inkml:trace>
  <inkml:trace contextRef="#ctx0" brushRef="#br0" timeOffset="119950.0746">10669 12477 912,'0'0'224,"0"0"-104,0 0-31,0 0-37,0 0 28,0 0-39,0 0-35,2-19-6,15 45 0,2 12 0,-2 6 1,1 6-1,-3 0 8,-1-1-8,-1-8-43,1-4-41,-3-12-195,-7-11-364</inkml:trace>
  <inkml:trace contextRef="#ctx0" brushRef="#br0" timeOffset="120148.2372">10393 12412 1378,'0'0'195,"0"0"-178,0 0-17,0 0-10,150-4 4,-67 4-127,-2 0-422</inkml:trace>
  <inkml:trace contextRef="#ctx0" brushRef="#br0" timeOffset="120416.6319">11155 12722 1132,'0'0'190,"0"0"-146,0 0-30,0 0-7,0 0-1,0 0-5,0 0 0,42 86 0,-36-75-1,1 3-30,-3-1-178,-2-9-450</inkml:trace>
  <inkml:trace contextRef="#ctx0" brushRef="#br0" timeOffset="120592.4052">11155 12722 1016,'-41'-113'563,"37"105"-507,4 0-56,0 2-218,0 2-352</inkml:trace>
  <inkml:trace contextRef="#ctx0" brushRef="#br0" timeOffset="120928.0863">11295 12716 1219,'0'0'110,"0"0"-110,0 0-174,0 0-33,0 0 139,0 0 51,0 0 4,124 93-61,-108-81-9,-7-4 35,-2-4 38,-5-1 10,-2-3 143,0 0-16,0-11-49,0-5-26,0-4 68,4 2-43,0 0 7,4 2-12,-2 6 17,3 4-15,2 6-51,7 0-23,5 1-26,3 26-61,-2-3-242,-6-4-594</inkml:trace>
  <inkml:trace contextRef="#ctx0" brushRef="#br0" timeOffset="121378.411">11658 12322 1194,'0'0'43,"0"0"-43,0 0-192,0 0 62,0 0 88,13 106 29,7-57 12,2 7-105,3 4 47,2 0-7,-3-4 60,1-9 4,-3-14-1,-2-8 3,-2-11 8,-3-13 34,-1-1 90,-1-1-85,-4-18-24,3-5-13,-4-2 48,2 0-25,5 2-25,0 6 132,3 6-79,0 10-44,2 2 0,0 0-5,0 18 27,0 6-10,-2 2-14,-5 0-15,-6 0-1,-7-2-47,-11 8 6,-18-7-117,-4-6-77</inkml:trace>
  <inkml:trace contextRef="#ctx0" brushRef="#br0" timeOffset="121591.5263">11332 11833 1702,'0'0'212,"-20"104"-194,7 24-18,0-9-183,1-17-1000</inkml:trace>
  <inkml:trace contextRef="#ctx0" brushRef="#br0" timeOffset="126829.0909">16090 11771 740,'0'0'117,"0"0"-106,0 0-11,0 0-70,0 0 45,0 0 16,-5-104 9,7 93 29,3 3 13,-3 6 82,-2 2-15,2 0-85,0 7-16,1 14 9,1 9-11,0 5 4,3 1-7,1 4-3,11 9-9,-3-10-78,-1-7-76</inkml:trace>
  <inkml:trace contextRef="#ctx0" brushRef="#br0" timeOffset="127145.7088">16402 11889 1149,'0'0'201,"0"0"-165,0 0-30,0 0 3,0 0 23,0 0-10,0 0-22,144 16-5,-86-16-72,-9 0-518</inkml:trace>
  <inkml:trace contextRef="#ctx0" brushRef="#br0" timeOffset="127604.7762">16878 11757 1015,'0'0'191,"0"0"-177,0 0-13,0 0-2,0 0 1,0 0 0,0 0-6,96 10-52,-82-2-118,-6 1 41,-6 4 47,-2-1 65,0 1 23,-13 4 23,-5 1 26,-2-3 19,5 2 71,3-7 4,10-1-63,2-3-63,2-4 2,25 1-3,9-3 4,11 0-8,21 0-12,-7-10-48,-12 2-233</inkml:trace>
  <inkml:trace contextRef="#ctx0" brushRef="#br0" timeOffset="127861.913">17308 11853 1068,'0'0'205,"0"0"-190,0 0-15,0 0-1,-4 132-6,4-82 6,6 8 2,1 1 0,2-2-1,-4 2 0,-1-7 2,-2-4-2,0-6 1,-2-9-1,2-12 0,-2-13-71,3-8-150,-2 0 31</inkml:trace>
  <inkml:trace contextRef="#ctx0" brushRef="#br0" timeOffset="128117.2872">17304 11964 1081,'0'0'153,"0"0"-122,0 0-31,0 0-2,0 0 2,0 0 0,0 0-118,49-75 71,-29 75 35,2 0 3,-4 6-54,-4 7-7,0-2 31,-2 1-37,-5 0-19,-3-6 7,-2-2-178</inkml:trace>
  <inkml:trace contextRef="#ctx0" brushRef="#br0" timeOffset="128270.5352">17526 11897 1200,'0'0'250,"0"0"-166,0 0-14,0 0 36,0 0-63,0 0-22,0 0-21,36-21-48,-29 54-28,-2 1-114,-5-2-966</inkml:trace>
  <inkml:trace contextRef="#ctx0" brushRef="#br0" timeOffset="129146.4877">18654 11833 973,'0'0'248,"0"0"-125,0 0-87,0 0-34,0 0 8,0 0 1,0 0 10,-25 143 2,25-80-10,0 0-6,11-3 0,10-6-6,-1-6-1,-1-8 0,6-4-37,-5-12-69,-4-11-227</inkml:trace>
  <inkml:trace contextRef="#ctx0" brushRef="#br0" timeOffset="129357.6193">18658 11825 1182,'0'0'210,"0"0"-161,0 0-49,0 0 0,0 0-1,0 0-9,0 0 10,50 50 0,-24-26-55,12 2-87,-6-6-127,-6-7-599</inkml:trace>
  <inkml:trace contextRef="#ctx0" brushRef="#br0" timeOffset="129660.6491">18910 11878 869,'0'0'260,"0"0"-143,0 0-60,0 0-33,0 0-15,0 0-2,0 0-7,33-59-9,-21 59 9,-3 20-15,-3 6-38,-4 10 18,-2 2 19,0-1 14,0 1 0,0-11 2,0-6-1,0-12-1,7-9 2,5 0 84,5-6-49,5-18-26,3-8-8,2-2-1,0 0 10,-1 7 0,1 6-8,-1 17-2,8 14 0,-7 17-88,-7 6-585</inkml:trace>
  <inkml:trace contextRef="#ctx0" brushRef="#br0" timeOffset="130304.5595">20403 11801 1272,'0'0'172,"0"0"-145,0 0-27,0 0-50,0 0 49,-128-10-9,111 28 9,3 7-1,8 6 2,4 1-1,2 0 1,0-2 2,2-4 18,18-3 10,5-3 1,4-9-11,2-3-20,2-8-4,-4 0-3,-2-6-25,-5-14 11,-8-4 1,-8-1 20,-6 0-3,0 4 3,-19 4-27,-1 7-228,-3 4-883</inkml:trace>
  <inkml:trace contextRef="#ctx0" brushRef="#br0" timeOffset="130878.3123">21773 11757 464,'0'0'289,"0"0"0,0 0-124,0 0-39,0 0-35,0 0-36,0 0-34,0-3-11,-11 3 1,0 4 5,-2 13-10,0 6-2,3 7-3,4 7 0,6 1 17,0 0-12,13-7-5,16-2 5,11-11 4,4-8-10,4-10-4,-4 0-18,-7-13-10,-7-14-20,-14-11 18,-14-8 34,-2 0 0,-63-8 0,-1 11-62,-11 14-528</inkml:trace>
  <inkml:trace contextRef="#ctx0" brushRef="#br0" timeOffset="132125.5808">16368 12891 848,'0'0'255,"0"0"-166,0 0-68,0 0-19,0 0 2,0 0 12,0 0 9,0 95-9,0-53-3,2 4 1,3 4 1,-1 3-4,3-5-9,1-7-1,6-6 5,9-9-6,-6-10-63,1-12-239</inkml:trace>
  <inkml:trace contextRef="#ctx0" brushRef="#br0" timeOffset="132325.7433">16352 12883 1156,'0'0'201,"0"0"-130,0 0-71,0 0-7,0 0 6,0 0-12,0 0-48,131 83-210,-90-59-93</inkml:trace>
  <inkml:trace contextRef="#ctx0" brushRef="#br0" timeOffset="132635.0264">16753 12865 1207,'0'0'187,"0"0"-146,0 0-41,0 0-58,0 0 40,0 0 8,0 0-36,0 65-85,0-36-13,0 2 60,0-5 29,0-6 39,0-9 15,0-6 1,0-5 0,0 0 102,11-18-64,9-6 18,1-2 14,6-2 38,2 6 7,2 7-28,7 12-39,1 3-44,19 28-4,-10 8-55,-11 2-442</inkml:trace>
  <inkml:trace contextRef="#ctx0" brushRef="#br0" timeOffset="133309.652">18436 12861 218,'0'0'1044,"0"0"-876,0 0-129,0 0-21,0 0-18,0 0-6,0 0-6,2-50-18,11 41 2,-1-2-1,-6 5 29,-2 4 6,-4 2 16,0 0-21,0 4-1,0 18 13,0 8 12,0 9-18,0 5-4,0 4-2,0 0 0,7-2-1,18 4-50,-5-14-130,2-12-484</inkml:trace>
  <inkml:trace contextRef="#ctx0" brushRef="#br0" timeOffset="133634.5047">18690 13068 1094,'0'0'290,"0"0"-127,0 0-108,0 0-30,0 0-1,0 0 0,0 0-8,42 0-16,3 0-5,26 0-67,-9 0-142,-10 0-550</inkml:trace>
  <inkml:trace contextRef="#ctx0" brushRef="#br0" timeOffset="133949.9075">19010 12903 1352,'0'0'187,"0"0"-187,0 0-84,0 0 57,0 0 27,0 0-2,123 9-34,-94 1-2,-9 4-5,-9 0 11,-7 4 27,-4 4 5,0 2 20,-9 1 40,-1-2 14,1-1-15,2-4-20,7-4-8,0-2-9,0-4-11,11-4-3,13-3-8,28-1-43,-5-5-115,-7-9-705</inkml:trace>
  <inkml:trace contextRef="#ctx0" brushRef="#br0" timeOffset="134191.8884">19392 12978 1290,'0'0'211,"0"0"-169,0 0-34,0 0 5,-58 116-13,53-70 0,5 8-1,0 3 0,0-1-24,7-6 3,1-6 16,-1-6 6,-2-11 0,-3-6 0,-2-6-2,0-8 1,0-7-51,5 0-14,-3-18-70,2-7-488</inkml:trace>
  <inkml:trace contextRef="#ctx0" brushRef="#br0" timeOffset="134581.1821">19327 13040 715,'0'0'204,"0"0"-116,0 0 49,0 0-79,0 0-32,0 0-13,0 0 15,98-58-28,-79 58-12,2 0 11,-5 7 0,-1 4-6,-3 3 7,-4 0 39,3-1-26,-4 0-4,2-5 1,-2-4-10,1-4-14,6 0-47,1-4-78,6-12 2,-2-4-34,-1 2 34,-2 0 137,-5 2 169,-4 6 184,-3 2-162,-2 4-56,-2-1-57,0 5-3,0 0-58,0 0-17,0 5-16,0 13 10,0 3 6,0 16-29,5-7-121,6-5-158</inkml:trace>
  <inkml:trace contextRef="#ctx0" brushRef="#br0" timeOffset="135308.0688">20506 12890 1007,'0'0'224,"0"0"-129,0 0-3,0 0-18,0 0-44,0 0-25,0 0-5,20 68-1,-5-23 1,-1 8 0,-3-1 1,-1-2 11,0-4-5,-3-7-5,-3-10-1,0-8 2,1-7-2,-3-10-1,2-4-23,1 0 1,0-34-80,1-3-292,-6-3 42</inkml:trace>
  <inkml:trace contextRef="#ctx0" brushRef="#br0" timeOffset="135772.0682">20530 12918 544,'0'0'579,"0"0"-433,0 0-91,0 0-14,0 0 24,0 0 6,0 0-36,7-10-35,15 10-2,7 1 2,0 8-35,2 1-15,-2-1-50,-3 0-134,3-3 4,0-5-26,0-1-66,0 0 322,-2-9 153,-4-7-47,-6-3-30,-3 1 34,-3 5-26,-7-1 25,0 6 143,-4 4-117,0 4-79,0 0-54,0 0-2,0 12 0,-12 2-6,1 4-12,-1-2-33,1 0 42,3-3 9,-2-1 6,3-3-5,3-3 0,2-4 0,2-2 14,0 0 20,4 0-11,15-12-22,0-5-1,6 2 0,-3 3 12,-2 1 18,-4 8-5,-1 3 13,1 0-15,-1 6-24,10 29-1,-3-2-85,-1-4-272</inkml:trace>
  <inkml:trace contextRef="#ctx0" brushRef="#br0" timeOffset="136243.6385">22054 12743 948,'0'0'237,"0"0"-155,0 0-59,0 0-15,0 0-7,-59 103 0,59-76 11,25 0 13,11-5 15,9-7-4,6-6-11,2-8-10,-3-1-4,-6-6-10,-9-13 8,-8-6-3,-13-3 1,-14 0-7,-25-2-9,-20 8-36,-12 8-479</inkml:trace>
  <inkml:trace contextRef="#ctx0" brushRef="#br0" timeOffset="137640.6268">16448 13826 1020,'0'0'221,"0"0"-146,0 0-59,0 0 7,0 0 4,0 0-17,0 0-10,-17-8 0,9 8-8,0 6 8,-1 9 0,0 0 8,2 8-1,5-2 5,2 3-12,0 0 2,6-2 3,16-4-4,8-2-1,3-7 0,8-8-29,-3-1-43,-1 0-101,-6-8 29,-10-7 93,-15-2 51,-6-1 232,0 0-130,-22 0-16,-3 4-6,-6-1-8,0 4-27,-11 11-45,6 0-43,7 0-182</inkml:trace>
  <inkml:trace contextRef="#ctx0" brushRef="#br0" timeOffset="138424.3535">18270 13906 1145,'0'0'168,"0"0"-133,0 0-28,0 0-5,0 0-2,0 0 10,0 0-10,-10 102 0,10-58 10,2 1-10,4-1 10,4-4-9,-2-5 1,1-4-1,5-9-1,-3-10-35,-5-6-262</inkml:trace>
  <inkml:trace contextRef="#ctx0" brushRef="#br0" timeOffset="138625.201">18206 13840 1345,'0'0'139,"0"0"-139,0 0-20,0 0 11,0 0 9,0 0-2,109 104-44,-68-82-120,1-5-322</inkml:trace>
  <inkml:trace contextRef="#ctx0" brushRef="#br0" timeOffset="138784.5759">18625 13834 1023,'0'0'0,"0"0"-48,0 0-141,0 0 19,0 0 118,0 0 37,0 0 8,-18 116-286</inkml:trace>
  <inkml:trace contextRef="#ctx0" brushRef="#br0" timeOffset="138965.6163">18605 14021 2,'0'0'122,"0"0"-76,0 0 2,0 0 217,0 0-265,76-125-158,-49 99 158,4 3 140,2 10 26,-4 3 0,0 10 7,-1 0 27,-1 6-109,0 18-26,2 11-39,2 22-26,-8-5-94,-6-6-311</inkml:trace>
  <inkml:trace contextRef="#ctx0" brushRef="#br0" timeOffset="139670.5022">20055 13948 1189,'0'0'213,"0"0"-138,0 0-11,0 0-30,0 0-18,0 0-16,0 0 0,10-102-54,5 92 7,-1 4 35,-4 6 11,-1 0 2,-2 17 28,-2 13 12,-1 3-28,3 7 0,1 14-13,-1-10-98,2-8-199</inkml:trace>
  <inkml:trace contextRef="#ctx0" brushRef="#br0" timeOffset="139894.1131">20316 13914 1053,'0'0'481,"0"0"-481,0 0-59,0 0 3,0 0 43,0 0-34,138 22-109,-89-17-480</inkml:trace>
  <inkml:trace contextRef="#ctx0" brushRef="#br0" timeOffset="140249.6251">20657 13854 1415,'0'0'196,"0"0"-146,0 0-33,0 0 1,0 0-17,0 0-1,0 0 0,58-8-30,-45 12-34,-6 10-24,-5 2 40,-2 2 48,0 0 0,0 0 7,0-2-6,3 0 5,5-2 4,8-1 16,4-4-10,7 0-16,24-9-55,-9 0-109,0-9-150</inkml:trace>
  <inkml:trace contextRef="#ctx0" brushRef="#br0" timeOffset="140488.3942">21073 13864 1182,'0'0'262,"0"0"-179,0 0-62,0 0-14,0 0-7,-7 140 1,7-83 0,0 1-1,0 1 1,3-4-1,1-7 0,2-13 0,-2-8 0,2-11 0,-1-10-44,1-6-4,1-1 32,0-24-39,-3-9-49,-4-32-87,0 5-15,0 4-374</inkml:trace>
  <inkml:trace contextRef="#ctx0" brushRef="#br0" timeOffset="140634.6328">21075 13912 696,'0'0'183,"0"0"38,0 0-36,0 0-83,0 0-37,0 0 5,0 0-64,23-48-6,-3 58-21,6 7-40,2 4-152,5 7-17,-4-4-8,-9-8-492</inkml:trace>
  <inkml:trace contextRef="#ctx0" brushRef="#br0" timeOffset="140796.3363">21308 13941 611,'0'0'199,"0"0"-86,0 0 50,0 0-41,24-105-30,-19 89-6,-1 6 8,0 2-43,1 8-1,2 0-46,2 0 2,4 10-6,0 11 0,9 14-74,-2-3-48,-1-5-265</inkml:trace>
  <inkml:trace contextRef="#ctx0" brushRef="#br0" timeOffset="141170.7756">22328 13627 1355,'0'0'174,"0"0"-160,0 0-13,0 0-1,0 0 0,0 0 10,-29 135-10,29-89-21,8-2-44,6-2 7,4 3-73,-7-13-85,-2-10-110</inkml:trace>
  <inkml:trace contextRef="#ctx0" brushRef="#br0" timeOffset="141365.971">22282 13553 1051,'0'0'371,"0"0"-302,0 0-68,0 0-1,0 0 0,0 0-54,100 120-75,-58-97-197</inkml:trace>
  <inkml:trace contextRef="#ctx0" brushRef="#br0" timeOffset="141541.1609">22693 13527 1119,'0'0'171,"0"0"-158,0 0-13,0 0-31,0 0 7,0 0-144,0 0-81,-24 122-347</inkml:trace>
  <inkml:trace contextRef="#ctx0" brushRef="#br0" timeOffset="141684.9922">22644 13722 546,'0'0'119,"0"0"-14,0 0 89,0 0 21,0 0-103,141-104-33,-106 95-13,-1 8-27,-1 1-39,0 25-6,-10 10-149,-12 0-1006</inkml:trace>
  <inkml:trace contextRef="#ctx0" brushRef="#br0" timeOffset="143152.2441">16747 14857 1003,'0'0'165,"0"0"-114,0 0-31,0 0-3,0 0-1,0 0 3,0 0-9,-21-24-9,19 24 0,0-3 5,0 2-6,-2 1 0,-1 0 0,-4 0-2,0 0 1,-4 4-1,-3 10 1,1-4 0,-1 1 0,1 4 1,1 1 0,1 0 6,4 2-5,4 0 0,5-1-1,0 4 3,7-2 3,15-2 5,7-3 8,6-4-4,4-5-5,3-5-4,-4 0 1,-5-7-6,-8-11-1,-9-2 1,-12-4 10,-4-2 40,0-4 10,-22-4-16,-3 4-13,-2-2-10,1 10-12,6 8-10,11 14-41,6 1-166,3 16-362</inkml:trace>
  <inkml:trace contextRef="#ctx0" brushRef="#br0" timeOffset="143995.7254">18289 15033 405,'0'0'138,"0"0"-138,0 0-211</inkml:trace>
  <inkml:trace contextRef="#ctx0" brushRef="#br0" timeOffset="144296.3089">18289 15033 702,'44'-56'134,"-44"51"-78,0 1 99,0 2-13,-3-2-74,-1 1-30,0 2-17,-5 1-20,-3 0 12,0 0-12,-7 10 0,2 7 8,-5 6 1,1-2 6,0 5 6,0 2 17,8-2-19,6 1-7,7-8-12,7-1-1,31-5-29,44-13-40,-4 0-182,-7 0-129</inkml:trace>
  <inkml:trace contextRef="#ctx0" brushRef="#br0" timeOffset="144422.5721">18525 14997 965,'0'0'236,"0"0"-204,-125-6-32,69 6-142,9 13-252</inkml:trace>
  <inkml:trace contextRef="#ctx0" brushRef="#br0" timeOffset="145353.2223">20198 14955 697,'0'0'542,"0"0"-477,0 0-41,0 0-11,0 0-12,0 0 0,0 0-1,-6 30 6,6 10 29,0 6-5,0 6 4,0-3-18,2-3-6,4-2-9,5-8-1,5-5 0,-1-8-25,6-11-36,-5-8-258,-3-4-242</inkml:trace>
  <inkml:trace contextRef="#ctx0" brushRef="#br0" timeOffset="145578.1955">20173 14949 1250,'0'0'205,"0"0"-157,0 0-48,0 0-1,0 0 1,0 0 0,0 0 0,90 72 1,-53-50 1,4-7-2,3-8-58,16-7-41,-8-4-156,-8-10-58</inkml:trace>
  <inkml:trace contextRef="#ctx0" brushRef="#br0" timeOffset="145877.5244">20651 14897 971,'0'0'284,"0"0"-146,0 0-90,0 0-24,0 0-24,0 0-16,0 0 15,-11 36 1,8-10-18,1 4-2,-1-4 7,3 2 12,0-6 0,0-8-12,0-6 1,0-4 2,0-4 10,0 0 24,0-12-24,7-12-21,9-6 3,6-4-1,4 1 6,1 2 13,0 9 7,-4 8 24,-1 11 8,-2 3-26,4 13-2,12 41-5,-5-1-6,-8-7-285</inkml:trace>
  <inkml:trace contextRef="#ctx0" brushRef="#br0" timeOffset="146946.485">22221 14883 459,'0'0'118,"0"0"-83,0 0-24,0 0 131,0 0-35,0 0-8,0 0 36,-4 0-24,4 0-24,0 0-22,0 0 12,0 0-11,0-2-42,0-8-12,0-2-12,0-4-6,7-3-13,1 2-22,5-10 8,-1 4-15,-1 0 9,-3 5 5,0 6 0,-6 6 23,-2 6-23,0 0 3,0 23 31,0 8 35,0 7-5,-4 5-10,4 3-10,0-3 3,0-3-7,13-3-6,9-7-99,-2-12-389</inkml:trace>
  <inkml:trace contextRef="#ctx0" brushRef="#br0" timeOffset="147166.7354">22490 14888 1031,'0'0'561,"0"0"-468,0 0-75,0 0-17,0 0-1,0 0 6,0 0-6,119 63-90,-64-46-86,-3-8-664</inkml:trace>
  <inkml:trace contextRef="#ctx0" brushRef="#br0" timeOffset="147529.6127">22810 14686 879,'0'0'350,"0"0"-260,0 0-71,0 0-12,124-14 6,-90 14-4,-5 0-7,-5 8 6,-6 6-8,-2 0 0,-10 5 0,-4-2 0,-2 10 13,0-5-3,-13 3-1,-3 4 1,3-8 2,4-1-3,9-3 1,0-7 23,7-3-14,17-7-9,9 0-10,26 0-42,-4-6-125,-5-5-598</inkml:trace>
  <inkml:trace contextRef="#ctx0" brushRef="#br0" timeOffset="147790.3731">23400 14677 1422,'0'0'190,"0"0"-181,0 0-8,0 0 6,0 0-6,-29 141 2,29-78-3,4 7 0,10 0-13,-1-8 3,-2-12-7,-2-7-12,-3-14-15,-3-8-10,-3-13-2,0-6 5,0-2 29,-13-27-95,-3-6-157,0-6-72</inkml:trace>
  <inkml:trace contextRef="#ctx0" brushRef="#br0" timeOffset="148255.3604">23327 14654 1000,'0'0'175,"0"0"-80,0 0-47,0 0-33,0 0-14,0 0-1,0 0 0,86-48 0,-66 69-1,1 2 0,-4-1 0,1 2-24,-3-2-36,-1-4 27,-5-6-63,-5-3 16,0-8 34,-2-1 29,1 0 10,0-15-34,-3-6-49,2-3 35,0-2 17,0 0 39,3 2 46,1 4 77,-2 4 77,1 6-51,0 4-52,-3 2-49,0 4-27,0 0-15,-2 4-6,0 15-1,0 2-5,0 8-9,0 0 15,0 1-3,0-1-13,0-8 2,0-7-10,0-4-5,0-8 29,0-2 35,9 0 10,0-16-24,2 1 10,-2-1 46,-2 3-20,2 7-49,0 6-8,-3 0-144,-1 8-400</inkml:trace>
  <inkml:trace contextRef="#ctx0" brushRef="#br0" timeOffset="149601.4217">23337 11772 542,'0'0'106,"0"0"-3,0 0-50,0 0-14,123 129 3,-79-101 58,6-2 49,-1 0-87,-3-1-29,-4 0-9,-3 6-7,-6 7-1,-6 8 1,-3 11 8,-2 10-8,3 7 20,4 6-16,4 4 4,3-1-24,6-2 14,3 3-14,1-4-2,4 3 1,-1 8-1,-3 1 1,-4 4-2,-3 3 2,-6-5 0,-4-2 7,-4-6 9,-1-2 6,0-5 17,1-3-21,-4-4-17,-6-2-1,-5 1 2,-4-1 9,-6 0-10,0 0 5,-14 2-6,-9-2-5,0-3 4,-2-5-8,4-4 9,6-2 0,1 0-1,6-1-79,1-3-4,1-2 81,-2-7-6,-1 0 9,1 1 1,-4 1 0,-3-6 0,-2 1-1,-1-10 0,-7 3-47,7-16-158,3-4 1</inkml:trace>
  <inkml:trace contextRef="#ctx0" brushRef="#br0" timeOffset="151749.7366">15939 11539 660,'0'0'204,"0"0"-36,0 0-41,0 0-69,0 0-16,0 0-32,0 0-10,-19-38-10,15 37-29,-5 1 12,-3 0 12,-3 0 15,-1 0 0,-1 3 10,-4 8-2,3 3 13,1 1 5,-1 2-17,5 3-8,-1 1 1,1 6 0,4-1-2,-2 4 2,0 3-2,0 1 1,-5-1 0,-1 5 9,-2 1 6,-1 1-9,1-2 13,0-5-1,1-4 7,7-5-7,1-2-4,3-4-5,2 0-4,3 1 2,2 1-7,-3 2 5,3 0-5,-2 3 8,0 6-2,-2 0 5,0 5-4,-1-1 7,3 3-5,0-2-9,-1 0 18,3 1-19,0-5 2,0 2 4,0-2 10,0 0-16,0 0 8,7 0-6,0 2 4,1 0-5,-1-1 0,0-2-1,-2 0 0,-1-3-1,0-1 1,-4-1 1,2 1 9,-2-1 3,0-2-12,0 0 5,0 0 3,0 2-9,0-2 1,0 4-1,2 0 1,1 0-1,1 4 1,-4 2 0,2 1-1,-2 1 1,0 0 0,0 0 0,0 1 0,0-4-1,0 1 0,0 0 0,0-2 0,0 0 0,3 0 1,-1-2-1,-2-2 7,0 0-6,0 1-1,0-2 0,0 4-6,0-1 6,3 0 8,-1 3-8,0-4 1,-2 4-1,0-1 0,0-1-6,0 0 6,0-2 1,0 0 7,0 1-8,0 2 1,0 0-1,2-1 0,0 2-1,0-1 1,1 2-29,-1-3 23,0 0-1,0 0 6,0-2-5,0-2-21,4-1-4,-4-4 21,0-4 10,0-1-13,-2 0 8,0-3 4,2-1-1,-2 6 2,0 0 0,2 2 6,-2 6 3,3 0-9,1 2-7,-2-1-14,2 0 5,4-2 14,-2-3-7,5 0 2,1-5-5,-1-2 9,-1 0-3,2 0-1,-1 6 7,2-5 0,-1 6 9,1-3-9,-2 2 0,0-1-9,0-4-68,1-3-22,5-14-67,-1 0 5,-3 0-603</inkml:trace>
  <inkml:trace contextRef="#ctx0" brushRef="#br0" timeOffset="170118.8315">12101 13577 13,'0'0'264,"0"0"-60,0 0-92,0 0 74,0 0-54,0 0-14,0 0 28,-2 0-57,-2 0-47,1 0 21,-1 0-15,-1 0-27,3-2-10,0 0-11,2-2 13,0 4 8,0-4-8,0 4 25,0 0-21,0 0-17,0 0-2,0 0-10,0 0 11,0 0-2,0 12 2,0 0-9,7 4 9,2 2-6,-1 3 6,1 3 1,1-5-1,-2 2 0,-1-2-12,-5-2 11,2-8-10,-4 0 12,0-5 0,0-4 1,0 0 7,0 0 4,0-8-12,0-6 0,0-3 0,0 2 1,0-3-1,0 4 1,0 2 6,0-3 3,0 6-10,0-2 10,5 1-10,6 1 0,2 0-1,3 4 0,-1-2-15,-1 7-22,1 0 7,-3 0-21,-1 0 23,0 10 7,-3 6-23,2 1 37,-1-1-2,0 0 8,0-4 2,-1-5 0,1-3 0,-2-4 8,0 0 17,-1 0-3,1-4 23,0-7-25,-2-3-13,3-2-6,1-3-1,3 3 0,-2 2-6,3 4 6,-3 5 1,-1 5 11,-3 0-12,1 0 1,1 0 24,4 5-3,-1 8-15,3 1 0,0 1-6,3 3-1,3 3-1,11 1-90,-3-4-180,-1-6-438</inkml:trace>
  <inkml:trace contextRef="#ctx0" brushRef="#br0" timeOffset="170778.9488">12799 13622 424,'0'0'72,"0"0"-46,0 0-18,0 0-7,0 0 15,0 0 6,0 0 27,-79 60 72,79-52-50,0-2-12,0-3-26,5 0-4,6-3-3,4 0 0,2 0-6,0-11-20,-3-3 10,-3 1-10,-5-2 6,-2 6 1,-4 1 90,0 3 39,0 1-25,0 4-66,0 0-43,6 0-2,0 3-1,5 12-1,7 3 2,5 5 1,10 0-1,0-1 0,1-2 0,-1-1 1,-2-11-1,-4-4 13,-5-4-13,-4 0 0,-3-16 1,-3-7-1,-6-8-1,-4-5-9,-2-4-3,0-9-7,-4-3-19,-9 0-32,-1 0 65,6 10 6,3 12 43,3 9 37,2 9-44,0 9-12,0 3-7,0 0-8,0 0-8,0 18-2,11 11 1,4 13 0,1 3-1,5 7 0,0 2 1,6 1 5,0-1-5,2-8-1,0-4-25,4-2-73,-6-10-147,-7-15-62</inkml:trace>
  <inkml:trace contextRef="#ctx0" brushRef="#br0" timeOffset="170975.4821">13082 13646 1220,'0'0'273,"0"0"-190,0 0-56,0 0-6,0 0 34,0 0-4,156-32-48,-81 18-3,-13 1-151,-10 3-1000</inkml:trace>
  <inkml:trace contextRef="#ctx0" brushRef="#br0" timeOffset="171589.161">13930 13405 1003,'0'0'275,"0"0"-184,0 0-69,-22 103-16,4-62 6,1 6 2,-1-2-12,2 1 6,5-3-7,2-5 1,7-10-1,2-10-1,0-8-1,2-10-3,18 0-5,4-14 3,4-16-63,0-11-117,-3-11 19,-8-8 93,-5-8-91,-6-2-129,-3 2 93,1 11 201,-2 14 215,0 16 57,0 13-54,4 14-137,-2 0-65,2 3-15,5 19 79,3 6-32,6 10-16,2 7-23,5 4-3,0 0-4,4-4 4,0-2-6,0-8 0,-2-3-6,-2 1-150,-7-9-98,-9-10-534</inkml:trace>
  <inkml:trace contextRef="#ctx0" brushRef="#br0" timeOffset="171832.7708">13899 13640 1245,'0'0'266,"0"0"-122,0 0-100,0 0-23,0 0-9,0 0-11,0 0 1,132-11-2,-41 11-23,-15-3-212,-10-5-1094</inkml:trace>
  <inkml:trace contextRef="#ctx0" brushRef="#br0" timeOffset="172178.9397">14795 13461 1166,'0'0'229,"0"0"-158,0 0-54,0 0-2,0 0 5,0 0-17,0 0-3,71 0-1,-37-2-6,-1 2-19,11 0-26,-12 0-69,-1 0-249</inkml:trace>
  <inkml:trace contextRef="#ctx0" brushRef="#br0" timeOffset="172444.7452">14855 13672 1031,'0'0'295,"0"0"-181,0 0-78,0 0-19,116 0-17,-65 0-75,-7 0-959</inkml:trace>
  <inkml:trace contextRef="#ctx0" brushRef="#br0" timeOffset="176064.2081">9443 15047 487,'0'0'199,"0"0"-141,0 0-30,0 0-5,0 0-3,0 0-20,0 0-16,9 0 0,-9 0 10,0 0-4,0 0 10,0 0 13,0 0 15,0 0 14,0 5-15,0-2-7,0 7-4,0-4-3,0 6 48,0 2-44,0 4 92,0 4-53,0 4-20,0 1-2,2 1-4,7 2-13,7 2 2,-1 0 6,3-1 14,0 5-17,2-9-8,-2 3-2,-1-8 4,4 0-9,-3-4-7,1-4 7,2 1-5,-4-2 4,3-1-6,-1 1 1,0 1-1,4 0 2,-3-1 0,2 4-1,-2-3 0,-2 0-1,-1-3 1,0 0-1,-2-7 1,1-4 0,-1 0 1,1 0-2,-1 0-17,1-4-5,-1-4 11,-1 2 2,-1 2-14,-1-6-21,-1 2 30,-1-8-15,4-3-138,-3-4 107,0-8-60,-4-5 29,-1-3-6,-3-10-20,-3-1 100,0 5 17,0 0 99,-4 9 49,-8 6 165,-1 2-169,2 7-95,-1 7 0,6 6-17,-1 8-32,-1 0-69,0 7-169,4 4-668</inkml:trace>
  <inkml:trace contextRef="#ctx0" brushRef="#br0" timeOffset="176763.2811">10301 14721 45,'0'0'1012,"0"0"-862,0 0-124,0 0-8,0 0-10,0 0 11,0 0 0,-45 18-9,39-3-1,-1 5-8,5 3 27,2 4 41,0 1-19,0 7-11,11 0-14,7-2-12,2 1-7,0-7-5,4 0 8,0-5-9,21-14-45,-9-2-129,-3-6-665</inkml:trace>
  <inkml:trace contextRef="#ctx0" brushRef="#br0" timeOffset="177126.5286">10626 14859 542,'0'0'348,"0"0"-191,0 0-67,0 0-28,0 0 9,0 0-22,0 0-24,-52 40-16,48-17-7,2 0 9,2 0 9,0-2 26,10-2-22,9-2-10,6-7-4,2-2-10,-1-8-10,-1 0-2,-8 0-35,-3-12-7,-3-8-101,-4-2-14,-3-5 60,-4-2-19,0 5 128,0 2 57,-9 6 6,-7 4-63,3 5-105,2 2-220</inkml:trace>
  <inkml:trace contextRef="#ctx0" brushRef="#br0" timeOffset="177328.5499">10882 14702 1222,'0'0'238,"0"0"-180,0 0-38,0 0-18,118 19-2,-102 12 0,-7 14 0,-9 13 9,-4 45-9,-19-14-15,4-11-172</inkml:trace>
  <inkml:trace contextRef="#ctx0" brushRef="#br0" timeOffset="177878.5405">11284 15534 1101,'0'0'313,"0"0"-200,0 0-62,0 0-6,0 0-7,0 0-13,0 0-24,71-13 7,-38 13-8,5 0 0,5 0-1,16 0-50,-9 0-139,-11 0-603</inkml:trace>
  <inkml:trace contextRef="#ctx0" brushRef="#br0" timeOffset="178091.2428">11490 15691 1403,'0'0'211,"0"0"-211,0 0-52,0 0 24,166 14-36,-113-14-486</inkml:trace>
  <inkml:trace contextRef="#ctx0" brushRef="#br0" timeOffset="179832.8839">12442 15404 960,'0'0'194,"0"0"-115,0 0-53,0 0-14,0 0-12,0 0-13,0 0 12,45 44 0,-30-12 0,1 0 1,-3-4-2,-4-3 2,-2-7 0,-2-4 0,-3-10 0,0-3 0,-2-1 22,0 0-8,0-15-12,0-6-1,0-1 1,0-1-2,2 0 3,2 2 11,0-2-5,1 9 0,2 1-2,0 9 8,-3-1-14,3 5 0,1 0-1,4 0 0,1 11-15,2 4-43,3 7-14,3 0 40,-1 2 23,0 2 3,-2-3 6,-3-5 19,1-9-3,-3 0 1,-3-9-8,-2 0 45,1 0-33,-5-17-9,0-1 5,0 0-9,-2 1 9,1 2 16,4 1 37,2 4 33,3 2-59,5 8-34,4 0-9,3 0 1,5 0-2,-1 14-16,1 4-83,10 4 16,-10 1-170,0-6-61</inkml:trace>
  <inkml:trace contextRef="#ctx0" brushRef="#br0" timeOffset="179992.873">13244 15466 808,'0'0'0,"0"0"-26,0 0-243,0 0 177,0 0 70,0 0 6</inkml:trace>
  <inkml:trace contextRef="#ctx0" brushRef="#br0" timeOffset="180192.5265">13244 15466 570,'43'55'214,"-41"-60"-112,0 1-4,3 4-53,-1 0-36,6 0-9,7 4 2,5 14-1,6 5 1,9-6 5,-2 6-7,1-9-36,0-7-51,-6-4-4,-5-3-221</inkml:trace>
  <inkml:trace contextRef="#ctx0" brushRef="#br0" timeOffset="180401.805">13525 15208 925,'0'0'236,"0"0"-177,0 0-43,0 0 32,0 0-21,0 0-9,38 116-11,-20-76-5,0 6 6,1 2-8,2 1 0,-1 5-51,-5-10-157,-1-12-48</inkml:trace>
  <inkml:trace contextRef="#ctx0" brushRef="#br0" timeOffset="180578.4055">13510 15436 1380,'0'0'253,"0"0"-183,0 0-18,0 0-9,0 0-43,135-52-2,-59 47-69,-7 0-581</inkml:trace>
  <inkml:trace contextRef="#ctx0" brushRef="#br0" timeOffset="181264.2496">14118 15383 1395,'0'0'198,"0"0"-134,0 0-64,0 0-6,0 0 6,-18 115 1,31-84 0,1-3-1,1-5-27,-3-2-27,-2-7-16,-5-11 22,-1-3-4,-4 0-3,0-3-50,0-19-74,-7-9 55,-5-2 28,-2-6 37,3 3 59,7 0 0,4 5 173,0 6 62,4 0-135,11 8-54,5-1 11,3 6-15,-4 6-26,4 6-16,-5 0 0,-1 2-9,-3 16-1,-3 7-4,-7 2-20,-2 1-12,-2 2 29,0-3 15,-12 0 1,-2-7 1,5-1 1,3-10 13,3-2-7,3-6 1,0-1 0,23 0 14,8-8-15,9-8-6,-2 4 0,-3 4 0,-8 8 0,-5 0 0,-9 0 0,-8 14 12,-5 4-12,0 4 9,-20 5-1,-33 9-9,3-9-197,2-4-805</inkml:trace>
  <inkml:trace contextRef="#ctx0" brushRef="#br0" timeOffset="181937.241">13262 15534 639,'0'0'254,"0"0"-115,0 0 22,0 0-51,0 0-28,0 0-19,0 0-44,-64 95-9,77-79-6,51-2-4,-4-5-75,1-4-613</inkml:trace>
  <inkml:trace contextRef="#ctx0" brushRef="#br0" timeOffset="182688.7299">15006 15775 975,'0'0'221,"0"0"-117,0 0-82,0 0-10,0 0 62,0 0-21,0 0-19,31 6-11,6 2-4,7 1-5,5-1-6,22 5-8,-13 1-45,-9-6-177</inkml:trace>
  <inkml:trace contextRef="#ctx0" brushRef="#br0" timeOffset="182889.328">15187 16112 1603,'0'0'275,"0"0"-192,0 0-83,0 0-105,154 17 20,-72-17-59,-4-19-509</inkml:trace>
  <inkml:trace contextRef="#ctx0" brushRef="#br0" timeOffset="183546.4009">16198 15661 664,'0'0'157,"0"0"-11,0 0-85,0 0 15,-87 124 66,68-80-71,1 6 29,0 7-42,8 11-11,9 2 4,1 6-32,4 0 8,21 4-11,6-3-5,4-5-3,-1-2-6,-1-2-1,-4-6 6,-2-8-5,-4-1-1,-5-7-1,-1-11 0,1-4 0,7-13-50,1-10-107,-6-8-211</inkml:trace>
  <inkml:trace contextRef="#ctx0" brushRef="#br0" timeOffset="184203.7297">16747 15624 1035,'0'0'215,"0"0"-144,0 0-46,0 0-18,0 0-5,0 0-2,-52 119 1,52-103-1,0 0-13,0-6 6,0-2 6,0-2 0,0-3 0,0-3 1,0 0 0,0-4-6,0-17-29,0-2 15,0-8-47,0-1-118,7-4 36,7 2 76,1 1 73,1 10 25,-3 2 65,-4 11 80,-2 6-74,-3 4-80,0 0 11,1 14 35,-1 7-34,4 7-21,-2 0 2,5 6-8,1 2 0,3 0-1,1-1 1,1 1-1,6-1 0,-6-7-65,-1-10-204</inkml:trace>
  <inkml:trace contextRef="#ctx0" brushRef="#br0" timeOffset="184422.0528">16564 15754 1249,'0'0'227,"0"0"-170,0 0-41,0 0-16,167 17-60,-97-11-423</inkml:trace>
  <inkml:trace contextRef="#ctx0" brushRef="#br0" timeOffset="184849.7482">16780 16098 576,'0'0'633,"0"0"-510,0 0-123,0 0 1,0 0 0,0 0 14,0 0-8,0 75-7,11-56 1,-1 3 0,-2-2 5,-1-2-6,-3 1-1,0-10 1,-2-1-35,-2-8-171,0 0 41,0-4-223</inkml:trace>
  <inkml:trace contextRef="#ctx0" brushRef="#br0" timeOffset="185263.672">16749 16056 833,'0'0'188,"0"0"-103,0 0-55,0 0-15,0 0 11,0 0-16,0 0-10,89-22-26,-66 22 26,-4 18-33,-3 0-25,-3 4-26,-6 6 24,-5-2 26,-2-4 24,0-4 10,0 0 0,-11-10 19,2-2 19,1-1 8,2-5-6,6 0-40,0 0-50,0-11-5,3 3 17,8-2 1,0 6 37,-2 0 3,3 4 8,-2 0-9,4 0 11,1 0-12,-1 0-1,-5 8 0,0 2 0,-7-2-1,-2 3 1,0 0 20,-15 5 24,-17 5 162,-8 1-104,-9 6-51,-7 3-51,14 0-94,15-13-242</inkml:trace>
  <inkml:trace contextRef="#ctx0" brushRef="#br0" timeOffset="185862.7579">16952 16731 547,'0'0'68,"0"0"-31,0 0-12,0 0 96,0 0 97,0 0-31,0 0-105,-76-35-60,63 35 14,-1 0-2,1 0-18,1 0 10,4 0-15,-1 0 8,-3 8-6,4 1-4,1 5 13,3 2-15,4-1-5,0-1 9,4 0-6,23 2-3,6-6 6,11-2-8,8-8 0,31 0-35,-14 0-81,-7-16-431</inkml:trace>
  <inkml:trace contextRef="#ctx0" brushRef="#br0" timeOffset="186659.6984">16876 17067 753,'0'0'393,"0"0"-291,0 0-86,0 0-15,0 0 37,0 0-8,0 0-8,-8 70-10,8-52 5,0 4-10,4 2 15,-2-2-9,-2-8-10,0 3-2,0-9 0,0-3 0,0-1-1,0-4 0,2 0-37,2 0-116,-2-4 55,3-4-25,-2 3-40,-3 0 40,0 1 67,0 0 18,0-2 38,0-6 17,0-2-4,-6-4-3,2-5 0,2 2-10,2-6-52,0 0-118,0 4 170,0 1 65,6 8 56,4 0 15,-3 2-45,-1 8 37,0 0 42,4 4-104,-1 0-45,1 0 12,2 4 7,-1 15-19,-1-4-15,3 3 4,-5 5-9,1-4 1,-5 3-2,1-5 1,-5 1 6,0-5-1,0 6-6,-13-9 1,-13 2 6,-2-9-6,-3 2 1,-3-5 9,5 0-10,6-8-1,6-10-29,11 4-217</inkml:trace>
  <inkml:trace contextRef="#ctx0" brushRef="#br0" timeOffset="187195.844">17170 15972 722,'0'0'0,"0"0"-3</inkml:trace>
  <inkml:trace contextRef="#ctx0" brushRef="#br0" timeOffset="187635.1619">17134 15677 466,'0'0'280,"0"0"-204,47 129-57,-16-62-18,3 6 11,3-1-3,2 8 47,-4 3 45,-3 7-17,-8 0-35,-11-2 2,-12-2 5,-1-2 7,-1-4 8,-15-7-13,1-8-18,4 4-11,6-7-29,5 0-5,0 6 4,10-15-56,0-13-736</inkml:trace>
  <inkml:trace contextRef="#ctx0" brushRef="#br0" timeOffset="190727.525">8561 17369 717,'0'0'242,"0"0"-91,0 0-70,0 0 43,0 0-16,0 0-69,-2-30-26,2 26-3,0 2 19,0 2-13,0 0-6,0 0-9,0 0-1,0 15 0,0 12 8,0 17 8,0 10-1,6 12-8,4 11-6,3 3-1,7 4 1,4-12-1,7-10 1,5-8-1,0-17 1,1-11-1,3-8 10,-1-13-9,1-5 0,-5-15-1,1-15-10,-5-6-3,-6-4-28,-7-5-28,-12-9-87,-4 0 1,-2 0 86,0-2 69,-2 15 42,-4 4 75,-2 7-57,2 11 5,4 6 20,-3 5-18,5 3-45,0 5-22,0 5-33,0 27 17,5-2-45,8-4-209</inkml:trace>
  <inkml:trace contextRef="#ctx0" brushRef="#br0" timeOffset="191196.836">9323 17133 788,'0'0'600,"0"0"-526,0 0-52,0 0-15,0 0 2,0 0 23,0 0-19,-76 134-11,83-102-1,15-2 6,7-8-6,2-4-1,2-12 0,2-2-1,13-4-51,-10-14-99,-5 0-357</inkml:trace>
  <inkml:trace contextRef="#ctx0" brushRef="#br0" timeOffset="191484.2925">9566 17262 1058,'0'0'191,"0"0"-188,0 0-3,0 0-138,0 0 121,0 0 16,0 0-148,13-67-12,1 55-72,-1 8 93,-5 2 116,-3 2 24,-2 0 213,-3 10-32,0 8-11,0 4-46,0 5-79,0 0-30,0-4-15,11 2-19,2-11-123,0-6-574</inkml:trace>
  <inkml:trace contextRef="#ctx0" brushRef="#br0" timeOffset="191676.2531">9715 17137 1194,'0'0'195,"0"0"-144,0 0-38,0 0-11,113 144-2,-99-86-15,-14 1-362</inkml:trace>
  <inkml:trace contextRef="#ctx0" brushRef="#br0" timeOffset="192361.4341">10145 17874 1134,'0'0'306,"0"0"-189,0 0-66,0 0-14,0 0 18,0 0-32,0 0-12,80-54-11,-37 46 0,5 4-9,4 4 9,12 0-33,-12 0-158,-17 0-544</inkml:trace>
  <inkml:trace contextRef="#ctx0" brushRef="#br0" timeOffset="192551.3986">10339 18213 1433,'0'0'50,"0"0"-50,0 0-87,135-54-5,-74 24-165</inkml:trace>
  <inkml:trace contextRef="#ctx0" brushRef="#br0" timeOffset="210538.3789">10844 17901 221,'0'0'319,"0"0"-194,0 0-34,0 0 77,0 0 44,0 0-106,0-18-73,0 14-15,0 4 12,0-5-10,0 5-18,0 0-2,0 0-8,0 0 6,0 0 2,0 0 0,0 0 0,2 0 15,1-4-8,4 4 2,0 0-6,3 0-2,6 13-1,-1 10-1,4 16 1,0 3 0,4 10 0,-1-6-2,1 2 2,-2-12 0,2-10-1,-1-12 1,-4-6 0,-2-8 1,-3-4 1,-4-17 4,-4-6 0,-5-5-5,0-8 9,0 1 6,-10-3-3,-1 3 6,3 3 1,1 5 5,4 8 13,3 7-25,0 5-4,0 3-9,3 2 0,8 2-1,2 4 1,1 0-8,2 0 6,3 9 1,0 8 0,-2 7 0,1 11 0,1-3-1,4 8 1,-4-4-5,2-11-3,-3-2 8,-3-13 0,-3-10 1,-3 0 0,-5-4 10,0-16-3,-4-6-1,2-8-3,-2 2 6,4-8-8,2 8 0,3-2 0,1 9 26,4 10-6,1 5 2,1 10-13,0 0-9,2 3-1,0 19 1,-1 3-1,4-4-19,-2 2-70,14 3-50,-6-12-152,0-3 19</inkml:trace>
  <inkml:trace contextRef="#ctx0" brushRef="#br0" timeOffset="210978.2622">11912 17794 1122,'0'0'212,"0"0"-176,0 0-36,0 0-35,0 0 26,0 0 2,-121 85-9,113-50-34,0 2 27,4 3 23,2-4 16,2-7 12,0-6-12,2-4 1,10-13-8,1-6-8,3 0 5,-1-15-6,3-9-32,-1-10-3,-3-2-24,-1 0 20,-6-5-9,-5 10 48,-2 0 5,0 9 87,0 17 10,0 5-49,0 0-46,0 5 11,5 17 12,0 5-15,1 1-14,3 2 7,7-3-6,3-4-2,4-9 0,3-7-9,0-7-54,9-7-95,-6-17-74,-7-2-142</inkml:trace>
  <inkml:trace contextRef="#ctx0" brushRef="#br0" timeOffset="211182.0882">12119 17455 856,'0'0'329,"0"0"-229,0 0-72,0 0-18,0 0 3,0 0-3,0 0-9,13 117-1,8-65-1,0 5-5,6 2-12,2-1-56,2 18-156,-6-17 82,-5-11-148</inkml:trace>
  <inkml:trace contextRef="#ctx0" brushRef="#br0" timeOffset="211393.5251">12137 17812 1360,'0'0'270,"0"0"-143,0 0-103,0 0-23,0 0 5,0 0 12,134-22-18,-67 0-149,-9 4-750</inkml:trace>
  <inkml:trace contextRef="#ctx0" brushRef="#br0" timeOffset="211943.8182">13063 17522 1175,'0'0'327,"0"0"-288,0 0-39,-50 152-26,29-95 5,3 2 20,1-2 0,3-12 0,3-8 1,5-11-1,-1-14 1,5-11 0,-1-1 16,1-3-16,2-25-20,0-8-3,-2-9 14,2-5 8,0-6 0,0-2-14,0 8 8,0 1 7,7 8 6,6 6-5,0 7 7,5 12 5,-3 2-12,4 10-1,-1 4-1,1 4 1,4 18-2,1 19 2,3 9-5,2 15 5,0 8 1,-1 7 12,1 0-13,-2-5-9,0-11-27,8-6-61,-5-19-184,-8-16-341</inkml:trace>
  <inkml:trace contextRef="#ctx0" brushRef="#br0" timeOffset="212151.1375">12826 17817 375,'0'0'1137,"0"0"-971,0 0-146,0 0-7,0 0 9,113 0 0,-20-19-22,-8 1-127,-10 5-711</inkml:trace>
  <inkml:trace contextRef="#ctx0" brushRef="#br0" timeOffset="212720.0449">14087 17681 1337,'0'0'210,"0"0"-187,0 0-22,0 0 0,-76 121 0,55-85-1,2 5 0,1-6-55,2-2 17,2-7 27,6-8-2,1-5 7,7-13-6,0 0-40,0-5 10,7-21-233,11-20 117,-5-11 11,-2 7-257,-7 3 144,-4 22 260,0 3 379,0 6-134,0 2-2,0 4 32,-2 5-161,0 5-70,2 0-43,0 15 0,0 12-1,0 8 0,12 1 0,5 0-1,1 1-7,1 1-8,0-6-61,-3-1-114,-5-8 32,-5-9-88</inkml:trace>
  <inkml:trace contextRef="#ctx0" brushRef="#br0" timeOffset="212893.9138">13828 17867 1332,'0'0'273,"0"0"-206,0 0-35,0 0 7,0 0-1,170-25-38,-89 13-87,-2-1-724</inkml:trace>
  <inkml:trace contextRef="#ctx0" brushRef="#br0" timeOffset="213712.2031">14792 17681 1324,'0'0'216,"0"0"-216,0 0-12,0 0-11,0 0 0,0 0 15,0 0 0,3 99-47,12-49-14,2 3-15,-5-7-43,1-7 56,-3-8 52,-3-9 12,-3-12 7,-4-10 0,0 0 140,0-14-96,0-12-44,0-6 0,0-9 1,-7 2-1,1-2 9,4 5 37,2 7 25,0 6 25,0 4-39,0 6-33,8 9-9,2 4-15,7 0 0,-2 0-1,4 17-34,-4 6-3,3-1 8,-3 4 11,-1 1 2,-3-8 8,-3 0 7,0-12-11,-4-2-1,0-5 14,-1 0 14,1 0 54,0-12-45,4-7-10,-2 0 53,3-4 12,2-3-24,5 8-3,-1-4-13,5 8-25,1 6-11,0 8-2,2 0-22,1 8-36,-1 14-65,8 14-12,-4-8-166,-5-6-69</inkml:trace>
  <inkml:trace contextRef="#ctx0" brushRef="#br0" timeOffset="214073.7816">15568 17704 669,'0'0'638,"0"0"-596,0 0-40,0 0-2,0 0 0,-133 19-21,101 6-63,3 7-75,0 0 56,9 4 70,4-1 33,9-7 0,7-6 0,0-4 0,0-10 1,17-8 70,2 0-68,6-8-3,-2-14-54,-2-1 31,-5-4-3,-4 4 26,-3 5 101,-7 7 70,-2 4-26,0 7-45,0 0-71,0 0-29,0 14 0,2 8 0,7 5 0,7-4-9,5 4-36,17-9-68,-4-4-144,-3-11 44</inkml:trace>
  <inkml:trace contextRef="#ctx0" brushRef="#br0" timeOffset="214293.7385">15695 17413 1117,'0'0'306,"0"0"-195,0 0-72,0 0-19,0 0-11,0 0-8,0 0 0,-47 141-1,57-79 0,9 8-17,4-2-46,-3 5-1,-3-12-33,4 6-161,-8-17 27,-5-16-426</inkml:trace>
  <inkml:trace contextRef="#ctx0" brushRef="#br0" timeOffset="214462.2641">15592 17864 1363,'0'0'246,"0"0"-198,0 0-29,0 0-5,168-70-14,-91 44-73,-7 6-612</inkml:trace>
  <inkml:trace contextRef="#ctx0" brushRef="#br0" timeOffset="215196.2212">16150 17660 1393,'0'0'271,"0"0"-271,0 0-1,0 0 1,0 0 1,0 0 2,42 120 2,-17-80-5,-4 4 0,0-2 0,-5-3-10,-5-11-44,-3-2-42,-4-13 12,-1-8-61,-3-5-13,0-5 76,0-20-25,-3-7-94,-14-9 201,-3-6 36,-5-3 13,1 0 18,2-3 25,4 7 87,7 7-40,9 8-43,2 5-10,0 8-25,8 3-45,11 6-15,0 1 1,6 3-2,-1 5 0,1 0-7,0 22 6,-8 11-12,-1 1-38,-9 2 5,-5 3 28,-2-2 9,0-5-1,0-6 10,-2 0 0,2-8 0,0-4-7,0-6 7,10-2 0,13-6 2,6 0-2,9 0-9,1 0-36,0-6-123,-12 2 99,-6 0 55,-9 4 14,-7 0 91,-5 0 2,0 8-41,-10 11-21,-18 12-5,-6 4-10,-11 3-5,-10 9-4,10-10-7,14-7-233</inkml:trace>
  <inkml:trace contextRef="#ctx0" brushRef="#br0" timeOffset="217150.0789">17256 17897 1099,'0'0'20,"0"0"-20,0 0 0,0 0 67,0 0 13,0 0-44,0 0-6,141 21 11,-111-16-1,7-5 14,6 0-4,5 0-13,9 0-6,11 0-6,6-9-6,10 6-11,24-7 1,27-4-6,27-9-2,-10 1 0,-29 4 0,-41 2-1,-28 6-45,13 2-77,-13 2-248,-10 2-678</inkml:trace>
  <inkml:trace contextRef="#ctx0" brushRef="#br0" timeOffset="217408.1774">18569 17646 1081,'0'0'253,"0"0"-177,0 0-62,0 0-12,0 0 0,0 0 4,0 0-6,52 54 5,-24-23-5,2 6 0,-9-3 2,-5-2-2,-9-5-8,-7-1-82,-7-8-157,-11-9-395</inkml:trace>
  <inkml:trace contextRef="#ctx0" brushRef="#br0" timeOffset="220029.2345">18834 17155 1204,'0'0'229,"0"0"-155,0 0-57,0 0 5,0 0 61,0 0-36,0 0-39,-9-4-8,9 4 6,8 5-12,2 16 8,1 3-2,1 6 1,-1 10-1,-3 6 0,4 6 0,3 6-1,3 1-1,7-6 0,1-5-4,5-6 5,4-11-34,-4-10-7,0-6-19,-7-7 1,-2-8 14,-6 0-8,-5-12 34,-5-6 11,-3-6 8,-3-2 1,0 0 29,0 4 0,-9 4 11,-4-1 10,3 10 11,3 5-15,4 4-14,-2 0-24,3 4-8,0 9-1,2 6 1,0 3-6,0 0 5,2-4-15,11 0-10,3-4-12,1 0-3,2-5-1,2-9-57,0 0-85,1 0-7,-1-15 25,-6 1 6,-5-2 141,-4-2 19,-4 4 166,-2-1 64,0 4-59,0 7-41,0-2-53,-2 2-36,-4 4-17,2 0-12,2 0-10,2 0-2,0 0-8,0 8 7,0 2-5,4 3 3,8 0-6,1 1 2,3-5 6,-1-4-1,6-2-15,-2-3-24,-1 0-5,3 0-2,-4-8-61,-3-9-47,-6 3 65,-3 0 58,-3 0 25,-2-2 8,0 5 0,0 4 8,0 1 83,-4 2 10,1 4 2,1 0-32,2 0-43,0 0-28,0 0 7,0 4-5,0 5-1,5 0 1,5 1-2,7 2-6,0-2-17,5-3 13,1-1 9,2-1-63,-1-5-20,-4 0-30,-2 0-8,-7 0-39,-5-6-53,-6-6 96,0-2 118,0 2 72,0-3 43,0 2 51,0-1-20,0 1 109,0 9-156,0 4-67,5 0-22,6 4-8,-1 19-1,5 3 0,4 10-1,-3-4-134,-3-11-151</inkml:trace>
  <inkml:trace contextRef="#ctx0" brushRef="#br0" timeOffset="220426.5695">19317 17231 1332,'0'0'175,"0"0"-135,0 0-17,0 0-16,0 0-6,0 0 0,0 0-2,94 50-67,-89-20-327</inkml:trace>
  <inkml:trace contextRef="#ctx0" brushRef="#br0" timeOffset="221536.4034">20331 17455 1428,'0'0'218,"0"0"-160,0 0-36,0 0-14,0 0-8,0 0-6,0 0 6,16 62 1,11-25-1,4 2-15,1-3-26,-3-5-15,-6-10-12,-2-6-5,-10-7 12,-4-8 61,-7 0 0,0-8 15,0-14-5,0 0-7,0-6 19,0 2 11,0 4-7,4-2-17,14 2 26,6 5-3,3 3-12,2 4-18,2 7-1,-4 3-1,-6 0-6,-8 13-59,-13 18-16,0 5 25,-16 4-10,-13 4-156,0-4 69,0-7 43,7-6 51,6-10 37,7-11 22,9-6 0,0 0-2,2-6-1,17-17 3,5 2 25,-1-2-16,7 4 27,-5 2 88,-3 5 106,-4 2-120,-5 5-57,-2 5-37,-2 0-15,0 0-1,0 9 0,0 9-17,0-3-17,0 6 11,2-3 16,3 0 6,1-6 0,3-6-21,-1-6-11,4 0-148,-1 0 88,-5-14 47,-1-3 45,-5-6 1,-3 2 69,-1-2 100,-3-3-67,-2 8-21,0 4-3,0 3 12,0 8-35,-5 3-31,-1 0-19,-4 3-4,4 16-2,4 4 1,2-2-1,0 3 1,14-2-1,6 0 1,5 0 0,5-4 1,-4-8-1,2-2 1,-6-8-1,-2 0-7,-2-3-25,-7-16-5,-4-4 4,-7 0 7,0-17-28,-16 6-110,-4 2-147</inkml:trace>
  <inkml:trace contextRef="#ctx0" brushRef="#br0" timeOffset="221720.0759">20630 17295 1483,'0'0'265,"0"0"-211,0 0-53,0 0 12,172-6-13,-90 10-239</inkml:trace>
  <inkml:trace contextRef="#ctx0" brushRef="#br0" timeOffset="222047.4268">21488 17387 568,'0'0'1035,"0"0"-1011,0 0-24,0 0-29,0 112 8,21-75 15,0-1-85,6-6-53,4-3-147,-8-14-2,-8-3-209</inkml:trace>
  <inkml:trace contextRef="#ctx0" brushRef="#br0" timeOffset="222389.8698">21638 17616 173,'0'0'344,"0"0"-82,0 0-62,0 0 2,-10-121-108,10 93-7,0 6-1,2 4 40,8 6-65,-2 10-42,1-2-17,5 4 3,-1 0-5,3 14-27,-1 8-54,-1 0-37,-1 0-18,0 1-91,-1-5 76,-2-5 0,0-2-7,-1-11 158,-1 0 26,-2 0 103,2-15 63,-3-2 28,1-10-91,3 4-24,5-4-35,-2 1 9,5 0-21,-4 12-20,-3 4-6,0 10-32,-4 0 1,1 10 4,-1 16-5,2 0-10,0 6 0,3-6-38,18-2-42,-2-11-44,4-8-398</inkml:trace>
  <inkml:trace contextRef="#ctx0" brushRef="#br0" timeOffset="222751.1026">22176 17375 1258,'0'0'173,"0"0"-157,0 0-16,0 0 0,-124 67 0,119-42-142,5 1-59,0-2 77,11 2 27,4-3 45,-1-9 41,0-7 11,-1-7 33,-1 0 50,-2 0 126,1-11-93,5-7-20,-1-4-60,4-1-16,1 3 11,-5 4 8,-4 6 6,-1 2-19,-4 8-11,-2 0-14,5 4 1,5 14 4,1 0-6,8 0-38,3-4-24,3-2-11,18-12-124,-9 0-31,-3 0-89</inkml:trace>
  <inkml:trace contextRef="#ctx0" brushRef="#br0" timeOffset="222939.7478">22604 17306 416,'0'0'247,"0"0"-81,-6-133-27,-10 80 41,3 12-12,2 10 6,1 17-57,6 6-62,0 8-30,2 0-25,-1 18 0,3 17-6,0 6 4,0 12-8,7 5-47,9 4-21,10 32-30,-4-14-170,1-11-209</inkml:trace>
  <inkml:trace contextRef="#ctx0" brushRef="#br0" timeOffset="223150.1484">22402 17409 1614,'0'0'281,"0"0"-212,0 0-47,0 0-22,129-53-30,-60 52-155,-7-3-709</inkml:trace>
  <inkml:trace contextRef="#ctx0" brushRef="#br0" timeOffset="223810.1733">22974 17179 1438,'0'0'141,"0"0"-141,0 0-16,0 0 15,0 0 1,9 106 1,7-56-1,-1 7-1,3 0-34,0-7-10,-3-10-6,-2-7-17,-1-12-98,-3-8 24,-5-13-50,-2 0 148,-2-19-81,0-10-51,-2-12 103,-11-4 73,-7-8 94,0-10 85,-2 6-13,-1 7-49,8 2 103,6 15-46,6 12 18,3 3-100,3 7-63,17-1-10,7 3 1,3 5-20,9-1 0,-2 5 0,-1 0-30,-2 0-43,-8 10-13,-8 10-4,-7 0-34,-11 7 10,0-1 26,-11-5 50,-14 2 38,-1-9 25,4-1 21,6 0-13,7-7-18,9-2-4,0 0-10,5-4 34,19 4 8,12-4-27,4 0-16,3 2-8,-1 7 0,-7-2 8,-4 3 0,-9 4 14,-10 2 7,-10 2-7,-2 0 17,-18 0 24,-20 4 0,-37 14-36,7-6-19,4-6-219</inkml:trace>
  <inkml:trace contextRef="#ctx0" brushRef="#br0" timeOffset="228367.1873">14127 18588 563,'0'0'49,"0"0"-47,0 0-2,0 0 49,0 0 17,0 0 15,13-21 3,-13 16 79,0 1-38,2 1-56,2-4-46,1-1-10,2 2-12,-3 2 0,0 0-1,-1 1 15,-3 3-14,2 0 7,-2 0-7,0 0 5,0 15 30,0 5-14,0 6-6,0 2-3,0 7-6,0 5 9,0 6-7,0-2-8,0 0-1,0-4 0,16-9-16,1-14-160,4-13-390</inkml:trace>
  <inkml:trace contextRef="#ctx0" brushRef="#br0" timeOffset="228646.612">14002 18508 1202,'0'0'245,"0"0"-170,0 0-74,0 0 8,0 0 5,0 0 4,129-4-17,-60-3-1,-11 0-86,-7-2-285</inkml:trace>
  <inkml:trace contextRef="#ctx0" brushRef="#br0" timeOffset="229012.6865">14480 18723 436,'0'0'989,"0"0"-861,0 0-96,0 0-12,0 0 14,0 0-17,0 0-17,23 18 1,-10-1-1,3 2-45,-3-1-42,-1 4 20,-2 0-110,-3-9-107,-3-4-540</inkml:trace>
  <inkml:trace contextRef="#ctx0" brushRef="#br0" timeOffset="229209.7124">14547 18661 1437,'0'0'87,"0"0"-87,0 0-187,0 0-219</inkml:trace>
  <inkml:trace contextRef="#ctx0" brushRef="#br0" timeOffset="229666.6763">14739 18751 1094,'0'0'154,"0"0"-153,0 0-1,0 0 29,0 0 2,0 0-7,0 0-11,40 88-7,-38-71-5,1-4 2,-1-3-3,0-6 0,-2 0 0,2-4 1,0 0 8,1 0-9,2-12 1,-3-2 5,2 4-5,-2-2 32,0 2-5,1 2-8,-1-1 5,4-1 18,4 7-3,1-1-16,5 3-15,-1 1-1,3 0-8,-1 5-1,-1 8-21,2 10-59,4 7-34,-2-1-136,-4-10-26</inkml:trace>
  <inkml:trace contextRef="#ctx0" brushRef="#br0" timeOffset="229977.1882">15109 18602 1129,'0'0'246,"0"0"-159,0 0-36,0 0-17,0 0-27,0 0-7,0 0 0,2 26-1,14 2-63,8 17-156,-3-5-85,-8-10-322</inkml:trace>
  <inkml:trace contextRef="#ctx0" brushRef="#br0" timeOffset="230168.4801">15232 18802 874,'0'0'273,"0"0"-176,0 0-1,0 0-21,0 0-28,0 0-20,0 0-18,118-53-9,-101 53-7,-4 2-63,-5 9-8,-6 12 33,-2-2-77,0 17 1,-16-7-34,-1-5-513</inkml:trace>
  <inkml:trace contextRef="#ctx0" brushRef="#br0" timeOffset="230495.8047">14910 18217 1177,'0'0'360,"0"0"-283,0 0-45,0 0-16,-120 85-8,78-4-8,11-8-39,4-6-289</inkml:trace>
  <inkml:trace contextRef="#ctx0" brushRef="#br0" timeOffset="231430.2458">16288 18614 1189,'0'0'206,"0"0"-148,0 0 45,0 0-3,0 0-41,0 0-30,0 0-29,-9-12-3,9 30-4,0 9 7,4 9 0,5 0 0,5 0 1,1-2-1,5-6 0,2-6 3,1-9-3,3 2-1,3-9-28,0-4-45,3-2-32,-1 0-16,0 0-151,-4 0 36,-5-6 104,-6-7 94,-4 6 39,-2-7 99,-4-4-59,1 0-1,-3-6 16,2-6 92,-4-1-28,0 0-90,0-5-29,0 0-29,-1 1-71,3 3-33,-2 7 83,0 6 50,-2 9 95,0 1 84,0 9-87,0 0-17,0 0-5,0 0-21,0 0-26,-4 13-10,-1 1-5,3 4-8,2 0 1,0-4-1,0 2 0,0-6-24,0 3-12,11-12-23,-2-1-218,-2 0-501</inkml:trace>
  <inkml:trace contextRef="#ctx0" brushRef="#br0" timeOffset="231931.9011">17079 18173 1094,'0'0'177,"0"0"-134,0 0 2,0 0-3,0 0-4,0 0-16,-120 90-6,95-45-9,7 3 5,5-2 10,8 2-8,5-8-13,0-4 0,25-10 6,13-11-7,31-15-7,-9 0-98,-4 0-502</inkml:trace>
  <inkml:trace contextRef="#ctx0" brushRef="#br0" timeOffset="232333.2296">17291 18402 1145,'0'0'184,"0"0"-155,0 0-1,0 0 1,0 0 32,0 0-19,0 0-30,84-69-12,-70 69 1,-6 0-1,-6 6-9,-2 11-4,0 1 12,-6 4 0,-8-1 1,-1 0 1,2-3-1,3-5 0,6-3-10,4-3 4,0-3 6,4 0 1,19-4 5,10 0-6,5 0-5,5-8-17,5-9-106,-7-2-168,-10 0-553</inkml:trace>
  <inkml:trace contextRef="#ctx0" brushRef="#br0" timeOffset="232526.99">17638 18298 1101,'0'0'177,"0"0"-137,0 0 59,0 0-13,0 0-40,0 0-11,0 0-12,96 98-21,-103-34-2,-17-5-72,-5-11-96</inkml:trace>
  <inkml:trace contextRef="#ctx0" brushRef="#br0" timeOffset="233739.205">18299 18785 504,'0'0'271,"0"0"-108,0 0-5,0 0-3,0 0-6,0 0-47,0 0-34,-19 14-8,19-11-23,0-3-12,0 0 4,21 0-21,18 4-7,14 1 0,17-5 0,14 0 1,9 0-2,6 0 0,-8-5-11,-7-6 1,-10 5 0,-11-2 7,-10-2-17,-8 1 4,-10 2-15,-6-3-16,-6 2-14,-2-2-8,2-5-65,-5 4-122,-3 1-17</inkml:trace>
  <inkml:trace contextRef="#ctx0" brushRef="#br0" timeOffset="233954.4613">19195 18642 1250,'0'0'213,"0"0"-155,0 0-43,0 0 8,0 0-11,0 0-12,0 0-10,93 13-44,-56-4-59,-8 2-44,-12 5 79,-10 1 29,-14 24-29,-22-5 33,-8 4-69</inkml:trace>
  <inkml:trace contextRef="#ctx0" brushRef="#br0" timeOffset="236303.0721">21205 18023 697,'0'0'374,"0"0"-239,0 0-40,0 0-21,0 0-43,0 0-14,0 0-2,-64 8-7,43 10 1,1 4 6,3 5 15,0 0 8,9 7-24,4-1-2,4 2-9,0-2-2,6-4 5,13 4-3,0-7-3,16 0-6,-3-8-71,-3-8-239</inkml:trace>
  <inkml:trace contextRef="#ctx0" brushRef="#br0" timeOffset="236873.0175">21430 18165 540,'0'0'198,"0"0"-133,0 0-35,0 0-12,0 0-7,0 0-1,0 0-1,110-14-9,-99 14 0,-5 0 0,-2 4 0,-4 6-7,0-2 6,0 6 1,-4 1 1,-9-4 0,-1 3 0,6-5 13,1-3-7,3-3 3,4-3-2,0 0 6,0 0 18,2 0 46,15 0 12,6 0-90,1 0-57,1 0-12,-6 0 28,-2 0 33,-7 13 7,-1 1-7,-5 0 1,-1 4 14,-3-2-4,0-3-3,-9 6 0,-8-5 31,-4 0-31,-4-2 7,1-2 32,2 2-38,6-6 11,8-6-12,3 0-30,5 0-193</inkml:trace>
  <inkml:trace contextRef="#ctx0" brushRef="#br0" timeOffset="237171.644">21804 17959 1113,'0'0'221,"0"0"-163,0 0-29,0 0 21,0 0 8,67 134-13,-63-76-22,-4 13-23,-19 25-42,-14-18-108,-6-14-1141</inkml:trace>
  <inkml:trace contextRef="#ctx0" brushRef="#br0" timeOffset="254405.5204">20094 18267 431,'0'0'253,"0"0"-171,0 0-39,0 0-1,0 0-4,0 0 27,-6 0-65,6 0-26,0 0 7,0 5 19,-2-1 14,2-4 61,-2 4-44,2-4 80,0 1-40,0-1-51,0 8-8,0 3-5,0 1 2,0 2 4,0-1-7,0 8-6,0-1-1,0 2 1,0 0 0,0 4 0,0-3 0,0-6 1,0-3-2,2 1 1,0-4 0,2 3 1,0-2-1,-2-1 0,2 6 25,-2-3-24,1 5 1,1 2 7,2 2-9,2 3-1,0-5 1,1-2 1,-2-1 0,0-5-1,-3 0 0,1-7 0,-3 2 7,2 1-6,-2-8 7,0 3-8,3-1 8,-3 6-7,3-3-1,0 4 5,-3-2-4,2 1-2,0-2 1,3-2 0,-3 4 29,4-1-28,0 2 9,1-1 13,0-3-11,-2 4-2,2-3-9,-3 1 3,0-1-4,2-4 0,-2 6 7,1-6-7,-1 3 1,4-2-1,-1-4 14,-1 4-14,2 0 6,-2-4-6,3 0 1,-2 0 1,3 0-1,-4 0 0,1 0 0,-5 0-1,1-4 0,0 4 1,1-4 7,1 0-8,2-5-1,0 4 1,0-1-1,-1-2-1,2 0-6,-2 2-4,3-2-17,-1-1 20,-1-4-8,-1 6 5,-1-4 12,-2 6 0,-1 0 0,-2-2 1,1 2 0,1-1 6,0-2-7,3 0-2,-2-7 2,1 7-1,1-9 1,-3-2-1,0 2-21,1-1 6,0 0 14,-3 0 2,-2 0 0,2 2 0,-2 0 2,3-4-2,-3 1 0,2 1 0,0-6-2,2-2-23,-2 0 10,3 3-8,-3 2 22,-2 7 1,0 4 27,0 3-19,0-2-8,0 6 12,0-4-2,0-1-9,0-2 1,-2 1-1,2 0 9,-2-3 0,2 6-2,-3-2 0,3-1-6,0 7 5,0-5-7,-2-1-39,2-2-118,-4 0-214</inkml:trace>
  <inkml:trace contextRef="#ctx0" brushRef="#br0" timeOffset="279924.628">4962 11819 510,'0'0'58,"0"0"-26,0 0 355,0 0-170,0 0-117,0 0-41,-53 28-7,46-22 5,0 2-21,0 2-12,2 0-7,-3 0 3,2 4-9,-3-3-4,0 4 6,-6 1-13,6 1 1,-5 0 9,3 3-9,0-2-1,4 2 16,2-3-14,5-2-1,0-3 2,0-4 17,16-2-2,2-1-1,5-4-17,3-1 8,-1 0-8,2-3-31,0-11-5,-4-4-40,2-4-16,-7-3 26,-4-3 41,-3-1 23,-7-4 2,-4 1 18,0 5 36,0 6 20,0 3 35,-9 6-3,-2 3-28,0 4-43,-3 1-10,1 4-17,1 0-8,4 0-15,-3 16-20,1 2-148,4-2-357</inkml:trace>
  <inkml:trace contextRef="#ctx0" brushRef="#br0" timeOffset="280368.5145">5203 12083 1260,'0'0'243,"0"0"-243,0 0-1,0 0 1,0 0 15,0 0-5,0 0-10,-33 39 0,33-29 10,0-1-4,0 0-6,2-1 10,6 0-9,0-5 0,-2 0 0,-1-2-1,-3-1 13,0 0-11,-2 0 21,0-7-23,0-6-91,0 1-197</inkml:trace>
  <inkml:trace contextRef="#ctx0" brushRef="#br0" timeOffset="280998.3272">5492 11911 1008,'0'0'227,"0"0"-204,0 0-23,0 0-10,0 0 10,0 0 25,0 0-18,-104 90 5,97-72 14,3 0 33,4 1 20,0 0-1,0-1-17,0 1-29,11-5-14,7 0-7,6-7-9,7-1 11,6-6-13,2 0-64,1 0-33,3-9-22,-5-7-80,-5-4 65,-8 1 73,-10-1 61,-9 0 55,-6 2 153,0 1 11,-8 2-21,-13 5-84,0 0 40,-4 2-68,3 3-57,2 3-28,2 0 5,3 2-6,-6 0-98,5 4-94,3 9-371</inkml:trace>
  <inkml:trace contextRef="#ctx0" brushRef="#br0" timeOffset="281620.6048">6219 11683 735,'0'0'700,"0"0"-660,0 0-40,0 0-25,0 0 25,0 0 28,0 0-15,-104 43-12,83-18-1,1 2 1,0 4 1,4 1 11,1 2 7,4 0 17,6 0 22,3-5-24,2 0 12,0-2-14,4-6 8,17-1-6,3-6-17,8-4-17,1-7-1,0-3-47,1 0-10,-5-3-4,-7-12 14,-2-1 14,-9-3 15,-8 1 18,-3 2 50,0 0 55,-21 2-19,-4 4-17,-1 3 41,0 0-65,1 5-36,5 2 4,5 0-13,5 0-2,3 0-21,7 0-118,0 2-113,0 2-270</inkml:trace>
  <inkml:trace contextRef="#ctx0" brushRef="#br0" timeOffset="281981.1785">6653 11803 1358,'0'0'230,"0"0"-230,0 0-48,0 0 38,0 0 10,0 0 58,0 0-38,-62 18-11,31 4-8,0 1-1,-1 4 2,3-1-1,5-4 5,2 1-5,4-6-1,7-3 1,2-1 0,6-5 11,3 1-4,0-3 14,16-2 18,11-2-26,7-2-12,5 0 12,7 0-14,-2-2-22,12-14-23,-10 0-85,-11 2-228</inkml:trace>
  <inkml:trace contextRef="#ctx0" brushRef="#br0" timeOffset="282209.3888">6693 11909 1024,'0'0'566,"0"0"-435,0 0-93,0 0-30,0 0 19,0 0-12,-15 116 7,15-88-17,11 2-4,1-1-2,-2-4-14,1 0-67,1-7-155,-3-7-866</inkml:trace>
  <inkml:trace contextRef="#ctx0" brushRef="#br0" timeOffset="282741.8587">6930 11744 1540,'0'0'229,"0"0"-229,0 0-72,0 0 72,0 0 0,0 0 15,0 0-15,66 0-172,-37 4-5,0 5-16,3-1 61,-3-2 2,-5 1 51,-1-1-34,-6-1-11,-1-1 13,-3-3 111,-4 3 30,-2 3 58,-2 0 38,-1 6 95,0 3 9,0 7-111,3 2-41,-1 5-29,4 4 12,-1-2-22,0 2-2,-2-1-11,1-3-13,-1 0-10,0-5 6,-2 0-8,-1-5 6,-2-5-7,2-9-6,1-1-122,-1-5-379</inkml:trace>
  <inkml:trace contextRef="#ctx0" brushRef="#br0" timeOffset="282956.5338">7166 11989 1194,'0'0'550,"0"0"-392,0 0-111,0 0-23,0 0-4,139-100-20,-91 86-120,-10 3-740</inkml:trace>
  <inkml:trace contextRef="#ctx0" brushRef="#br0" timeOffset="284745.284">5003 13591 41,'0'0'151,"0"0"-77,0 0-40,0 0 28,0 0 106,0 0-43,0 0-17,-10 0 9,10 0-46,0 0 10,0 0 39,0 0-50,0 0-28,0 0-15,0 0-12,0 0-14,0 0 0,0 0-1,0 0-51,0-5-300</inkml:trace>
  <inkml:trace contextRef="#ctx0" brushRef="#br0" timeOffset="285067.6217">5003 13591 715,'31'-56'340,"-38"56"-240,-4 0-74,0 0-10,-1 0 53,4 0-33,-3 0-24,1 2-12,2 8 0,-3 2 0,1 4 6,2 2 16,-3 3 20,1-2 6,2 3-13,-2-1 5,5-1-3,2 0-21,3-2-5,0-3 5,7 2 15,12-3-14,8-3-17,2-5-26,4-3-25,1-3-29,0 0-63,-3-11-59,4-18-20,-7 5-79,-11 0-58</inkml:trace>
  <inkml:trace contextRef="#ctx0" brushRef="#br0" timeOffset="285191.4557">5163 13573 367,'0'0'651,"0"0"-405,0 0-115,0 0-37,0 0-34,0 0-20,-127-32-27,109 32-13,5 6-20,3 6-152,4 0-443</inkml:trace>
  <inkml:trace contextRef="#ctx0" brushRef="#br0" timeOffset="285798.8917">5404 13802 1038,'0'0'94,"0"0"-78,0 0-16,0 0 16,0 0 40,0 0-24,0 0-17,19 22-4,-9-22 28,-1 0 2,-1 0-24,1 0 11,-4 0 31,-3-8 31,1 0 21,-3 0-26,0-1-51,0-4-34,-8 1-79,2 2-505</inkml:trace>
  <inkml:trace contextRef="#ctx0" brushRef="#br0" timeOffset="286398.1699">5739 13593 1164,'0'0'203,"0"0"-156,0 0-36,0 0-4,0 0 29,30-108 2,-25 94-22,-1 7-9,-2 2 0,0 4 14,-2 1-1,3 0-11,-3 0-9,2 7 1,0 13 1,0 4 5,-2 4-6,2 4-1,-2-4 11,0 4-11,5-3-1,4-5 0,4-4 0,14-4-84,-2-8-212,-4-4-250</inkml:trace>
  <inkml:trace contextRef="#ctx0" brushRef="#br0" timeOffset="286725.0329">6268 13422 1247,'0'0'367,"0"0"-287,0 0-80,0 0-12,0 0 12,-122 47 0,108-23 12,3 4-11,3 6 0,2-2 6,2 3-6,4-5 20,0-6-8,0-3-13,12-4 1,3-5 2,-1-8-3,3-4-18,3 0-60,16-10-122,-5-11-133,-2 2-566</inkml:trace>
  <inkml:trace contextRef="#ctx0" brushRef="#br0" timeOffset="286881.2146">6324 13516 1117,'0'0'348,"0"0"-215,0 0-85,0 0-34,0 0-8,-133-17-6,119 26-39,4-1-236</inkml:trace>
  <inkml:trace contextRef="#ctx0" brushRef="#br0" timeOffset="287409.6617">6535 13472 1099,'0'0'214,"0"0"-151,0 0-34,0 0-5,-84 110 29,84-95 24,0-1-28,15-6-44,10-5-5,2-3-48,4 0-45,0-8-35,-2-10-56,-2-3 41,-3-1 79,-6-2 64,-7-2 34,-2 2 73,-9 4 77,0 2-18,0 8-52,0 6-12,-4 4-41,1 0-39,-1 12-13,2 8 5,2 4-1,0 1-11,9 2-1,13 3-1,2 1 0,3 2 0,-2 2-29,-6-2 18,-2 0 11,-9-3-2,-6-4 1,-2-4-6,-2-6 7,-18-6 0,-4-4 45,-3-6-27,-2 0-12,2 0-6,0-4-11,7-6-101,7 0-260</inkml:trace>
  <inkml:trace contextRef="#ctx0" brushRef="#br0" timeOffset="287985.0286">7110 13483 1066,'0'0'234,"0"0"-161,0 0-57,0 0-15,0 0 30,0 0 63,0 0-44,-16 64-34,34-52-2,1 0 37,0 3 10,3-1-33,3 0 6,0-1-18,-3 1-3,-2 3-7,-2-2-6,-3 3 6,-7 0-4,0-1-1,-5-2 1,-3-3-1,0 1 27,0-5-12,-3-2-8,-5-2-8,5-2-10,1-2-85,-1-10-160,3-6-999</inkml:trace>
  <inkml:trace contextRef="#ctx0" brushRef="#br0" timeOffset="288169.6475">7217 13469 1478,'0'0'251,"0"0"-181,0 0-25,0 0-36,0 0 3,188-76-12,-119 58-31,-9 2-275</inkml:trace>
  <inkml:trace contextRef="#ctx0" brushRef="#br0" timeOffset="290256.3328">5197 15320 750,'0'0'332,"0"0"-229,0 0-86,0 0 8,0 0 46,0 0 12,0 0-30,-25 0-18,25 0-19,0 0 4,0 0 7,0 0 10,-2 0-3,2 0-20,-3 0-5,-3 0-8,-1 0-1,-4 4 0,2 5-1,-3-1 0,4-1 1,1 5 0,3-4 0,0 7-1,2-2 1,-4-1 0,4 4-1,2 0 1,0-2 1,0 0 0,0 1 0,0 0 0,2-5-1,10 3 1,1-4-1,3-1-2,1-6-17,4-2-3,1 0-18,0 0-23,2-6-15,-1-12 36,0 0-6,-6 0 29,-4-4 19,-4 0 0,-4 0 20,-5 4 66,0 1 5,0 0-12,-7 3-17,-4 3-13,0 0-9,0 5-29,4 2-10,5 0 2,-1 4-3,1 0-48,0 4-64,0 13-44,0-2-350</inkml:trace>
  <inkml:trace contextRef="#ctx0" brushRef="#br0" timeOffset="290859.2208">5660 15561 459,'0'0'508,"0"0"-306,0 0-150,0 0-40,0 0-6,0 0-6,0 0 38,0 18-1,0-17 13,0 2 47,0-3 9,0 0-13,0 0 8,0 0-34,0 0-3,0-4-33,0-4-30,0-2-1,0 1-35,0 1-123,0 2-638</inkml:trace>
  <inkml:trace contextRef="#ctx0" brushRef="#br0" timeOffset="291458.3811">5990 15404 1345,'0'0'133,"0"0"-133,0 0-91,0 0 18,0 0 73,0 0 61,0 0-13,33-92-48,-24 84-19,-5 2 17,1 6 2,-5 0 0,0 0-16,0 4 16,0 10 1,-3 11 20,-5 2-5,-6 7 29,3 4 3,5-1-31,3-2-7,3-4-3,0-8-6,9-2-1,18-11-65,-2-5-188,-6-5-53</inkml:trace>
  <inkml:trace contextRef="#ctx0" brushRef="#br0" timeOffset="291864.2754">6366 15390 1172,'0'0'371,"0"0"-265,0 0-78,0 0-18,0 0-8,0 0-1,0 0 1,-74 78-2,74-52 1,0 1 0,14-1 11,4-2-11,4-2 0,0 0-1,1-8 1,-1-5 0,0-2-1,1-7-28,1 0-42,-2-8-43,0-11 15,-5-2-96,-7-2 194,-5-4 16,-5 1 113,0-5 31,-7 7-26,-9 4-21,-1 3-47,1 6-28,-2 7-25,2 4-4,1 0-9,4 0-37,2 13-203,4-4-754</inkml:trace>
  <inkml:trace contextRef="#ctx0" brushRef="#br0" timeOffset="292420.9775">6921 15330 882,'0'0'272,"0"0"-179,0 0-66,0 0-11,0 0 15,-81 106 1,81-96 4,0 2-19,12-8-17,8-4-20,2 0-44,1-4-59,-5-13 33,4-1 64,-6-3 26,-6 2 5,-1-4 12,-5 4 22,-1 8 58,-1 5 35,-2 2-13,0 4-64,0 0-45,0 0-9,0 13 8,5 6-8,6 3-1,4 0 0,3 5-10,2-4 3,-2 8 7,-2-8 1,-5 6 0,-9-6 0,-2 4 8,-7-5 10,-24 0 33,-9 0 22,-7-2-18,3-4-36,5-6-4,10-2 0,8-8-4,7 0-12,9-8-60,3-6-160,2-4-635</inkml:trace>
  <inkml:trace contextRef="#ctx0" brushRef="#br0" timeOffset="292797.7899">7366 15414 778,'0'0'179,"0"0"-101,0 0 77,0 0-39,0 0 7,0 0-43,0 0-29,76 84-21,-63-74-14,-1 3-3,-3-5 24,-1 1-4,-3 1-8,-1-1-6,-1-1-10,-3 1-9,0-4 0,0 0-1,-6-1-34,-10 1-2,-13-5-78,2 0-124,2 0-145</inkml:trace>
  <inkml:trace contextRef="#ctx0" brushRef="#br0" timeOffset="292967.2019">7503 15262 1337,'0'0'181,"0"0"-129,0 0-35,185-80-17,-123 61-67,-8 2-446</inkml:trace>
  <inkml:trace contextRef="#ctx0" brushRef="#br0" timeOffset="294813.6672">5234 16981 1217,'0'0'175,"0"0"-165,0 0-8,0 0-2,0 0 65,0 0-20,0 0-26,-13-8 0,13 8-12,0 0 12,0 0-10,0 0-9,0 0 0,-7 0-7,-1 3 7,1 11 0,-6 4 0,-1 8 0,1-4 2,1 6-2,1-1 0,4-5 0,6 0 0,1-4 0,0-8 0,0-2 2,13-4-1,3-4-1,3 0-8,2-4-13,1-4-32,-3-2 28,-2-2 24,-2 2 0,-6-3 1,-4 4 1,-1-5 12,-4 1 9,0-5 7,0 1-10,0-2 3,-2 1 17,-5-4 1,0 8-16,3-4-2,1 6-16,-1 2-4,2 6-1,2 0-1,0 4-65,0 4-55,0 14-30,0-5-382</inkml:trace>
  <inkml:trace contextRef="#ctx0" brushRef="#br0" timeOffset="295319.0415">5560 17227 624,'0'0'710,"0"0"-593,0 0-83,0 0-34,0 0 1,0 0 25,0 0 13,-16 0-27,16-4-11,-2 4 0,2 0 35,0-5 34,0-1-31,0-5 17,0-3-10,0 0-12,0-4-34,0-8-1,10 8-122,0-5-451</inkml:trace>
  <inkml:trace contextRef="#ctx0" brushRef="#br0" timeOffset="296040.3579">6099 16924 880,'0'0'720,"0"0"-621,0 0-99,0 0-52,0 0 42,0 0 10,0 0 0,-83 16 1,66 2 5,-4 4-5,6 6 0,-1-2-1,5 2 0,5-2 7,4 1-6,2-4 15,0 0-7,2-7 0,13-2-9,5-10-1,7-4-20,4 0-27,4-12-81,6-10-63,-5-2 9,2-7 140,-12-1 43,-12 2 29,-10 3 130,-4 0-37,-4 5 52,-19 8-51,-4 2-45,-4 6-16,-2 6-33,4 0-16,4 4-11,8 10-2,8 0-2,9 4-71,2-6-84,13-2-231</inkml:trace>
  <inkml:trace contextRef="#ctx0" brushRef="#br0" timeOffset="296542.5048">6736 16754 1380,'0'0'199,"0"0"-199,0 0-16,-145 106 4,107-66 12,7-4 14,11 4-4,11-4-4,9-4-5,0-2 9,11-7 3,11-5 5,3-4-5,4-5-4,-2 0-8,2-5-1,-5-4-38,1 0 9,-3 0-16,-7-4 18,-3-10 19,-10-1 6,-2-1 2,0-2 1,-8 4 57,-13 0-17,-4 6-1,-4 0-15,2 6 3,1 2-11,4 0-15,8 0-1,8 0 0,4 0-1,2 0-86,12 0-45,7 0-210</inkml:trace>
  <inkml:trace contextRef="#ctx0" brushRef="#br0" timeOffset="296908.0054">7302 16808 801,'0'0'517,"0"0"-449,0 0-60,0 0-7,-113 44 15,76-22 29,2 0-6,-3 0-17,3 2-10,1-2 4,10 0 0,5-4-6,11 1 7,8-8 8,0-1 39,4-2-26,16-4-22,7-2-7,4-2 1,5 0-10,6 0 0,1-6-24,17-8-66,-14-1-157,-6 0-405</inkml:trace>
  <inkml:trace contextRef="#ctx0" brushRef="#br0" timeOffset="297126.2306">7244 16918 1446,'0'0'214,"0"0"-179,0 0-35,0 0-7,-44 112 7,44-80 2,0-1-2,0 0 0,0 0-6,12-9-118,5-8-33,-5-4-163</inkml:trace>
  <inkml:trace contextRef="#ctx0" brushRef="#br0" timeOffset="297382.9777">7451 16790 1345,'0'0'234,"0"0"-234,0 0-63,0 0-56,0 0 91,0 0 21,0 0-67,123 8-234,-94-4-271</inkml:trace>
  <inkml:trace contextRef="#ctx0" brushRef="#br0" timeOffset="297546.7372">7663 16802 18,'0'0'393,"0"0"-155,0 0-66,0 0-42,0 0-46,0 0 43,0 0-73,31 35-41,-31-16-12,0 4-1,-2-2 0,0 3-6,2 2-93,0 0 31,0-2 0,0 2-33,0 10 6,4-10-18,0-8-158</inkml:trace>
  <inkml:trace contextRef="#ctx0" brushRef="#br0" timeOffset="298606.6141">7727 16910 827,'0'0'298,"0"0"-215,0 0-70,0 0-12,0 0 57,0 0 46,0 0-58,0 26-31,0-16-6,0 2 7,0 6 29,-6 0 4,-3 0-4,0 4-16,0 0-14,3-4-8,1 6 2,0-2-9,3 0 0,2 1 1,0-1 0,0 3 0,0-2 0,0-2-1,0 0-17,0-5-20,5 2-12,-1-4-14,1-4-21,-5 11-25,0-2-76,0-2-185</inkml:trace>
  <inkml:trace contextRef="#ctx0" brushRef="#br0" timeOffset="299140.2599">7490 17056 1204,'0'0'214,"0"0"-167,0 0-47,0 0 0,0 0 55,0 0-8,0 0-34,30 2-1,-4-2 2,2 0 62,1 0 0,2 0-32,2-2-21,3-2-15,17-8-8,-5 2-90,-6-3-429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xmlns="" id="{684F336F-81A1-94B1-588B-EA6B2619923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FontTx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xmlns="" id="{1AC7DF16-B9CE-B946-E0E8-BB16B3881A9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xmlns="" id="{BEC63AF9-C8B5-7D5C-DD44-8E6F41AD389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xmlns="" id="{E3258C54-8CEB-8E94-E853-B0036F42333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xmlns="" id="{E1906232-062C-5F78-1E00-6F71B1AB143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FontTx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xmlns="" id="{477A1109-BDB9-E088-3354-25A06F9DDE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DA843FF-6D13-4E17-9277-208DC89070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33964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xmlns="" id="{3C8646FF-241B-26E3-EFE8-7004C2F6F9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9pPr>
          </a:lstStyle>
          <a:p>
            <a:fld id="{E4AA0A1C-56DD-4EBF-A350-B84358358D7A}" type="slidenum">
              <a:rPr lang="en-US" altLang="en-US" sz="1200" b="0" i="0" smtClean="0">
                <a:solidFill>
                  <a:schemeClr val="tx1"/>
                </a:solidFill>
              </a:rPr>
              <a:pPr/>
              <a:t>1</a:t>
            </a:fld>
            <a:endParaRPr lang="en-US" altLang="en-US" sz="1200" b="0" i="0">
              <a:solidFill>
                <a:schemeClr val="tx1"/>
              </a:solidFill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xmlns="" id="{C2EF2B86-F205-B8A3-E32D-4DDA55FE8C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xmlns="" id="{0CE496C4-A4D6-1B21-5B2C-EC179B6871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E2C190-67CD-61EA-D98A-2443E89B2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74868F5-72C6-357B-67C3-6D8BF2128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0F82180-2DF7-B5C4-363A-750DDD4AF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5125FB1-A58A-B82F-1B6F-D3AD1627D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A58427E-E5A4-7E3B-AFB6-5AC0CD7D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83C982-C383-4EB2-AF9C-DEE0AF2CA4B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5387343"/>
      </p:ext>
    </p:extLst>
  </p:cSld>
  <p:clrMapOvr>
    <a:masterClrMapping/>
  </p:clrMapOvr>
  <p:transition spd="slow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80B571-7D32-74ED-6B7F-B8464A90B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6748861-E544-AF62-729F-C95B7579A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4BE8E41-D29E-7080-AF7D-DEB6C1731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3388837-9AF7-E4CD-B3F9-CD99A3CD2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C94A26D-5D30-4342-E927-E4C14235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289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25C442-5E31-D01B-2FDD-2C9C5407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39CE4EC-59DC-CFE3-DED4-27F8F07C2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0267F69-22BD-0779-2D3A-DF4F4AF24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A8D5DBA-3C8A-E1C1-EF47-52972EEBA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CD2C7F2-FAC6-FF30-A8AB-4F000CD3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954DB3-F5E2-4838-AA39-EBE5F39640A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7083897"/>
      </p:ext>
    </p:extLst>
  </p:cSld>
  <p:clrMapOvr>
    <a:masterClrMapping/>
  </p:clrMapOvr>
  <p:transition spd="slow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2E762A-DDCF-7F1F-AF80-4901E28A8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25E1E0-1921-E878-C0D7-F8B45D07CE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88795E1-8182-C348-9914-7D7A6E9CB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5434408-45A2-8A22-E087-79663A5EA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81C78C5-44FB-042D-8EE9-8B82A5A5A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6F99C9E-2186-1E4D-E973-05EA99E0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4526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915B14-B6C9-1B88-DEBD-1A82FE935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6080DCA-4DF5-6FB8-FAC0-E07F3838C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E1B0AE9-B186-71A5-3B8B-C56E1F1F7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115D7B4-C73E-89B3-4347-CB428886D3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1267828-B35B-6CEB-D7EB-6EA066A12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E19A06B-745A-4C27-04AB-A110DD04F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D7F548D-6715-905A-BB27-E84C380BB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96D88C7-9EAD-1CD1-1B40-F503280B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1364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DD242A-23ED-3623-68F3-AACE37AC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E37BC04-83D7-E7DE-D2A1-320BD7A0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5E1745B-BB6E-A0A7-A841-4481C1292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D3E51C5-296E-95A6-95EE-3192CC94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7A422-EB1F-44D4-9FAF-2BB0C3EE147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1644069"/>
      </p:ext>
    </p:extLst>
  </p:cSld>
  <p:clrMapOvr>
    <a:masterClrMapping/>
  </p:clrMapOvr>
  <p:transition spd="slow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663109A-DA82-08CF-2339-ABCE3985F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B0249DD-00D4-56AA-AB9E-40418BD5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0EDBC0D-4433-6F84-1B4C-89908CF6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7E38E1-3D55-42B5-875F-6FB9F23CC6E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1473189"/>
      </p:ext>
    </p:extLst>
  </p:cSld>
  <p:clrMapOvr>
    <a:masterClrMapping/>
  </p:clrMapOvr>
  <p:transition spd="slow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2847E5-653A-BF75-DB0C-3C95E4976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FF2C36D-BEE0-FE0A-AAA2-0B8226B67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43288A9-7F60-54C7-4C74-4E7E9EEA2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04FB344-F5EF-5489-8FB7-779B68A0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C5CFA3B-3CF2-E805-6E10-5DEEF499F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6EDB989-0051-2435-A808-27B5DA97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194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2C62BE-4EF0-907C-2F56-AA4AE1597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94D7A87-78E1-7F46-A9D2-989F22E2B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B180D62-C050-670B-3B47-BB72E1E8A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5D1C418-A7CF-1DAE-A703-75DDFEC4C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4F6A6F6-89D6-1C74-2081-1D6AD03A3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98E7756-1D78-7001-08F7-7ACEAEA70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628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9F5D4A-6048-580F-1249-0E665CB22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B89E9D0-D83F-9091-FAAD-BC44DB051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935B31A-573D-F552-2F0C-CFD91978D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52BB226-0174-68E5-4479-B1CCC80CC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746E58-0666-1AA0-E801-25C36165C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3557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73966F4-E800-1284-80A5-1A5357FE99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D04D696-E8CE-0842-1617-75D190AF8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1430D0A-AAAE-3254-3EA9-CB280132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F0976B9-EABC-1EC1-6780-BF1F6B296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2BBF92A-A3EF-9FC0-9A5F-17089BDC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6126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C24108C-8BA7-404D-0A30-043C9F5C0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2EC9470-924D-B9B6-28EF-2EE4D7ED4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B8DE40D-2B1A-2202-5F1D-C7D354872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4EF6F1-1520-F88F-1646-4828317D05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3929CAC-1A7E-57EC-BA33-EB0D1F60C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863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</p:sldLayoutIdLst>
  <p:transition spd="slow">
    <p:zoom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e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customXml" Target="../ink/ink2.xml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20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image" Target="../media/image26.png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33.wmf"/><Relationship Id="rId3" Type="http://schemas.openxmlformats.org/officeDocument/2006/relationships/oleObject" Target="../embeddings/oleObject24.bin"/><Relationship Id="rId21" Type="http://schemas.openxmlformats.org/officeDocument/2006/relationships/oleObject" Target="../embeddings/oleObject33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30.wmf"/><Relationship Id="rId1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2.wmf"/><Relationship Id="rId20" Type="http://schemas.openxmlformats.org/officeDocument/2006/relationships/image" Target="../media/image34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29.wmf"/><Relationship Id="rId19" Type="http://schemas.openxmlformats.org/officeDocument/2006/relationships/oleObject" Target="../embeddings/oleObject32.bin"/><Relationship Id="rId4" Type="http://schemas.openxmlformats.org/officeDocument/2006/relationships/image" Target="../media/image15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1.wmf"/><Relationship Id="rId22" Type="http://schemas.openxmlformats.org/officeDocument/2006/relationships/image" Target="../media/image3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37.bin"/><Relationship Id="rId21" Type="http://schemas.openxmlformats.org/officeDocument/2006/relationships/oleObject" Target="../embeddings/oleObject46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7.wmf"/><Relationship Id="rId17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9.wmf"/><Relationship Id="rId20" Type="http://schemas.openxmlformats.org/officeDocument/2006/relationships/image" Target="../media/image50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1.bin"/><Relationship Id="rId24" Type="http://schemas.openxmlformats.org/officeDocument/2006/relationships/image" Target="../media/image52.wmf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23" Type="http://schemas.openxmlformats.org/officeDocument/2006/relationships/oleObject" Target="../embeddings/oleObject47.bin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45.bin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8.wmf"/><Relationship Id="rId22" Type="http://schemas.openxmlformats.org/officeDocument/2006/relationships/image" Target="../media/image5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53.bin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5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5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xmlns="" id="{A5D180D4-A056-CB0B-D3B8-6EBCCCCE1B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1863" y="304800"/>
            <a:ext cx="7620000" cy="99218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Bách khoa tp Hồ Chí Minh</a:t>
            </a:r>
            <a:br>
              <a:rPr lang="en-US" altLang="en-US" sz="3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 môn Toán ứng dụng</a:t>
            </a:r>
            <a:br>
              <a:rPr lang="en-US" altLang="en-US" sz="3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-------------------------------------------------------------------------------------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xmlns="" id="{9AF6C4A8-A6AE-C1B5-06EA-CBF2E10403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2209800"/>
            <a:ext cx="8077200" cy="335280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buFontTx/>
              <a:buNone/>
              <a:defRPr/>
            </a:pPr>
            <a:r>
              <a:rPr lang="en-US" sz="3000" b="1">
                <a:solidFill>
                  <a:srgbClr val="0000FF"/>
                </a:solidFill>
                <a:latin typeface="VNI-Times" pitchFamily="2" charset="0"/>
              </a:rPr>
              <a:t>			</a:t>
            </a:r>
            <a:r>
              <a:rPr lang="en-US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Môn học Phương pháp tính	</a:t>
            </a:r>
          </a:p>
          <a:p>
            <a:pPr>
              <a:lnSpc>
                <a:spcPct val="130000"/>
              </a:lnSpc>
              <a:buFontTx/>
              <a:buNone/>
              <a:defRPr/>
            </a:pPr>
            <a:r>
              <a:rPr lang="en-US" sz="36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</a:t>
            </a:r>
            <a:r>
              <a:rPr lang="en-US" sz="32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 </a:t>
            </a:r>
            <a:r>
              <a:rPr lang="en-US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 đạo hàm riêng</a:t>
            </a:r>
          </a:p>
          <a:p>
            <a:pPr marL="0" indent="0">
              <a:lnSpc>
                <a:spcPct val="90000"/>
              </a:lnSpc>
              <a:buFontTx/>
              <a:buNone/>
              <a:defRPr/>
            </a:pPr>
            <a:endParaRPr lang="en-US" sz="32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Tx/>
              <a:buNone/>
              <a:defRPr/>
            </a:pPr>
            <a:r>
              <a:rPr lang="en-US" sz="36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Giảng viên: TS Đặng Văn Vinh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sz="2000" b="1">
                <a:solidFill>
                  <a:schemeClr val="accent2"/>
                </a:solidFill>
                <a:latin typeface="+mj-lt"/>
              </a:rPr>
              <a:t>				</a:t>
            </a:r>
            <a:endParaRPr lang="en-US" sz="1800" b="1">
              <a:solidFill>
                <a:schemeClr val="accent2"/>
              </a:solidFill>
              <a:latin typeface="+mj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6">
            <a:extLst>
              <a:ext uri="{FF2B5EF4-FFF2-40B4-BE49-F238E27FC236}">
                <a16:creationId xmlns:a16="http://schemas.microsoft.com/office/drawing/2014/main" xmlns="" id="{E55FAF2C-1C93-A7F4-D1AE-6DAFADA11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10452"/>
            <a:ext cx="6248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FF0000"/>
                </a:solidFill>
              </a:rPr>
              <a:t>Nội dung chương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xmlns="" id="{A5AD6974-3EEC-471C-F148-4C73DE84B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068618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1/ </a:t>
            </a:r>
            <a:r>
              <a:rPr lang="en-US" altLang="en-US" sz="2400"/>
              <a:t>Phương trình </a:t>
            </a:r>
            <a:r>
              <a:rPr lang="en-US" altLang="en-US" sz="2400" smtClean="0"/>
              <a:t>Parabolic</a:t>
            </a:r>
            <a:endParaRPr lang="en-US" altLang="en-US" sz="2400" b="0" i="0"/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xmlns="" id="{58F313ED-9C4D-5B64-45D8-EA3342542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654" y="1981200"/>
            <a:ext cx="7798019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2/ Phương trình </a:t>
            </a:r>
            <a:r>
              <a:rPr lang="en-US" altLang="en-US" sz="2400" b="0" i="0" smtClean="0"/>
              <a:t>Poisson</a:t>
            </a:r>
            <a:endParaRPr lang="en-US" altLang="en-US" sz="2400" b="0" i="0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xmlns="" id="{8D52233B-06C4-3BD0-370E-0F8F8111B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903715"/>
            <a:ext cx="779802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3/ </a:t>
            </a:r>
            <a:r>
              <a:rPr lang="en-US" altLang="en-US" sz="2400"/>
              <a:t>Phương trình Hyperbolic</a:t>
            </a:r>
            <a:endParaRPr lang="en-US" altLang="en-US" sz="2400" b="0" i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255960" y="694440"/>
              <a:ext cx="6247440" cy="248256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8400" y="684720"/>
                <a:ext cx="6258240" cy="249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9715094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xmlns="" id="{8499BA08-E110-C015-0CAA-AF2086ACC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38100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 smtClean="0">
                <a:solidFill>
                  <a:srgbClr val="FF0000"/>
                </a:solidFill>
              </a:rPr>
              <a:t>1/ </a:t>
            </a:r>
            <a:r>
              <a:rPr lang="en-US" altLang="en-US" sz="2400">
                <a:solidFill>
                  <a:srgbClr val="FF0000"/>
                </a:solidFill>
              </a:rPr>
              <a:t>Phương trình Parabolic</a:t>
            </a:r>
            <a:endParaRPr lang="en-US" altLang="en-US" sz="2400" b="0" i="0">
              <a:solidFill>
                <a:srgbClr val="FF0000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xmlns="" id="{DEBD8FCA-0AF4-949D-C1B1-38B875BC3389}"/>
              </a:ext>
            </a:extLst>
          </p:cNvPr>
          <p:cNvGrpSpPr/>
          <p:nvPr/>
        </p:nvGrpSpPr>
        <p:grpSpPr>
          <a:xfrm>
            <a:off x="385544" y="533400"/>
            <a:ext cx="8682256" cy="461665"/>
            <a:chOff x="325219" y="589678"/>
            <a:chExt cx="8682256" cy="461665"/>
          </a:xfrm>
        </p:grpSpPr>
        <p:sp>
          <p:nvSpPr>
            <p:cNvPr id="3" name="Text Box 6">
              <a:extLst>
                <a:ext uri="{FF2B5EF4-FFF2-40B4-BE49-F238E27FC236}">
                  <a16:creationId xmlns:a16="http://schemas.microsoft.com/office/drawing/2014/main" xmlns="" id="{43ACC847-62A0-D63B-8C0A-CDC334711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219" y="589678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</a:t>
              </a:r>
              <a:r>
                <a:rPr lang="en-US" altLang="en-US" sz="2400">
                  <a:solidFill>
                    <a:srgbClr val="00B0F0"/>
                  </a:solidFill>
                </a:rPr>
                <a:t>Bài toán</a:t>
              </a:r>
              <a:r>
                <a:rPr lang="en-US" altLang="en-US" sz="2400"/>
                <a:t>: tìm hàm               trên miền hình chữ nhật </a:t>
              </a:r>
              <a:endParaRPr lang="en-US" altLang="en-US" sz="2400" b="0" i="0"/>
            </a:p>
          </p:txBody>
        </p:sp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xmlns="" id="{8DBAE3AF-72B8-FFF5-5FAB-706B6BF442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5784051"/>
                </p:ext>
              </p:extLst>
            </p:nvPr>
          </p:nvGraphicFramePr>
          <p:xfrm>
            <a:off x="2911475" y="638891"/>
            <a:ext cx="7493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4" name="Equation" r:id="rId3" imgW="749160" imgH="393480" progId="Equation.DSMT4">
                    <p:embed/>
                  </p:oleObj>
                </mc:Choice>
                <mc:Fallback>
                  <p:oleObj name="Equation" r:id="rId3" imgW="74916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11475" y="638891"/>
                          <a:ext cx="7493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41FC60BA-700A-AA78-BD90-18726ECDFD9D}"/>
              </a:ext>
            </a:extLst>
          </p:cNvPr>
          <p:cNvGrpSpPr/>
          <p:nvPr/>
        </p:nvGrpSpPr>
        <p:grpSpPr>
          <a:xfrm>
            <a:off x="230872" y="2032000"/>
            <a:ext cx="8682256" cy="711200"/>
            <a:chOff x="325219" y="2166578"/>
            <a:chExt cx="8682256" cy="711200"/>
          </a:xfrm>
        </p:grpSpPr>
        <p:sp>
          <p:nvSpPr>
            <p:cNvPr id="12" name="Text Box 6">
              <a:extLst>
                <a:ext uri="{FF2B5EF4-FFF2-40B4-BE49-F238E27FC236}">
                  <a16:creationId xmlns:a16="http://schemas.microsoft.com/office/drawing/2014/main" xmlns="" id="{CAEED56F-23CB-D439-F0E7-75225A004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219" y="225296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thỏa pt truyền nhiệt</a:t>
              </a:r>
            </a:p>
          </p:txBody>
        </p:sp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xmlns="" id="{E3E978E4-10B9-1785-49F3-1FF85545FB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5046891"/>
                </p:ext>
              </p:extLst>
            </p:nvPr>
          </p:nvGraphicFramePr>
          <p:xfrm>
            <a:off x="3218547" y="2166578"/>
            <a:ext cx="3771900" cy="71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5" name="Equation" r:id="rId5" imgW="3771720" imgH="711000" progId="Equation.DSMT4">
                    <p:embed/>
                  </p:oleObj>
                </mc:Choice>
                <mc:Fallback>
                  <p:oleObj name="Equation" r:id="rId5" imgW="3771720" imgH="711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18547" y="2166578"/>
                          <a:ext cx="3771900" cy="711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xmlns="" id="{74D3F146-EC62-681C-C614-42DCCC1EBD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22940"/>
              </p:ext>
            </p:extLst>
          </p:nvPr>
        </p:nvGraphicFramePr>
        <p:xfrm>
          <a:off x="2032000" y="5048427"/>
          <a:ext cx="2921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6" name="Equation" r:id="rId7" imgW="2920680" imgH="342720" progId="Equation.DSMT4">
                  <p:embed/>
                </p:oleObj>
              </mc:Choice>
              <mc:Fallback>
                <p:oleObj name="Equation" r:id="rId7" imgW="29206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32000" y="5048427"/>
                        <a:ext cx="2921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A0B294A9-68B7-5280-BE73-0ECEF9B495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81235"/>
              </p:ext>
            </p:extLst>
          </p:nvPr>
        </p:nvGraphicFramePr>
        <p:xfrm>
          <a:off x="2260600" y="1239968"/>
          <a:ext cx="2997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7" name="Equation" r:id="rId9" imgW="2997000" imgH="495000" progId="Equation.DSMT4">
                  <p:embed/>
                </p:oleObj>
              </mc:Choice>
              <mc:Fallback>
                <p:oleObj name="Equation" r:id="rId9" imgW="299700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60600" y="1239968"/>
                        <a:ext cx="29972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071B14AD-06A9-B8AE-819E-3A759E8C58A4}"/>
              </a:ext>
            </a:extLst>
          </p:cNvPr>
          <p:cNvGrpSpPr/>
          <p:nvPr/>
        </p:nvGrpSpPr>
        <p:grpSpPr>
          <a:xfrm>
            <a:off x="216366" y="3124200"/>
            <a:ext cx="8682256" cy="461665"/>
            <a:chOff x="325219" y="2252960"/>
            <a:chExt cx="8682256" cy="461665"/>
          </a:xfrm>
        </p:grpSpPr>
        <p:sp>
          <p:nvSpPr>
            <p:cNvPr id="11" name="Text Box 6">
              <a:extLst>
                <a:ext uri="{FF2B5EF4-FFF2-40B4-BE49-F238E27FC236}">
                  <a16:creationId xmlns:a16="http://schemas.microsoft.com/office/drawing/2014/main" xmlns="" id="{98EBB692-1766-48F7-415B-34A5977CF8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219" y="225296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và điều kiện biên</a:t>
              </a:r>
            </a:p>
          </p:txBody>
        </p:sp>
        <p:graphicFrame>
          <p:nvGraphicFramePr>
            <p:cNvPr id="13" name="Object 12">
              <a:extLst>
                <a:ext uri="{FF2B5EF4-FFF2-40B4-BE49-F238E27FC236}">
                  <a16:creationId xmlns:a16="http://schemas.microsoft.com/office/drawing/2014/main" xmlns="" id="{2CEB8425-98B0-B14D-63C3-9BE1A80F21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4563890"/>
                </p:ext>
              </p:extLst>
            </p:nvPr>
          </p:nvGraphicFramePr>
          <p:xfrm>
            <a:off x="3156853" y="2308162"/>
            <a:ext cx="41275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8" name="Equation" r:id="rId11" imgW="4127400" imgH="393480" progId="Equation.DSMT4">
                    <p:embed/>
                  </p:oleObj>
                </mc:Choice>
                <mc:Fallback>
                  <p:oleObj name="Equation" r:id="rId11" imgW="412740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156853" y="2308162"/>
                          <a:ext cx="41275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5"/>
          <p:cNvGrpSpPr/>
          <p:nvPr/>
        </p:nvGrpSpPr>
        <p:grpSpPr>
          <a:xfrm>
            <a:off x="266041" y="3784321"/>
            <a:ext cx="8682256" cy="461665"/>
            <a:chOff x="266041" y="3784321"/>
            <a:chExt cx="8682256" cy="461665"/>
          </a:xfrm>
        </p:grpSpPr>
        <p:sp>
          <p:nvSpPr>
            <p:cNvPr id="23" name="Text Box 6">
              <a:extLst>
                <a:ext uri="{FF2B5EF4-FFF2-40B4-BE49-F238E27FC236}">
                  <a16:creationId xmlns:a16="http://schemas.microsoft.com/office/drawing/2014/main" xmlns="" id="{98EBB692-1766-48F7-415B-34A5977CF8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041" y="3784321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</a:t>
              </a:r>
              <a:r>
                <a:rPr lang="en-US" altLang="en-US" sz="2400" b="0" i="0" smtClean="0"/>
                <a:t>điều </a:t>
              </a:r>
              <a:r>
                <a:rPr lang="en-US" altLang="en-US" sz="2400" b="0" i="0"/>
                <a:t>kiện </a:t>
              </a:r>
              <a:r>
                <a:rPr lang="en-US" altLang="en-US" sz="2400" b="0" i="0" smtClean="0"/>
                <a:t>ban đầu</a:t>
              </a:r>
              <a:endParaRPr lang="en-US" altLang="en-US" sz="2400" b="0" i="0"/>
            </a:p>
          </p:txBody>
        </p:sp>
        <p:graphicFrame>
          <p:nvGraphicFramePr>
            <p:cNvPr id="21" name="Object 20">
              <a:extLst>
                <a:ext uri="{FF2B5EF4-FFF2-40B4-BE49-F238E27FC236}">
                  <a16:creationId xmlns:a16="http://schemas.microsoft.com/office/drawing/2014/main" xmlns="" id="{9459812C-8267-D91D-DB18-C10BAF2C4D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7304428"/>
                </p:ext>
              </p:extLst>
            </p:nvPr>
          </p:nvGraphicFramePr>
          <p:xfrm>
            <a:off x="3259822" y="3846425"/>
            <a:ext cx="29337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9" name="Equation" r:id="rId13" imgW="2933640" imgH="393480" progId="Equation.DSMT4">
                    <p:embed/>
                  </p:oleObj>
                </mc:Choice>
                <mc:Fallback>
                  <p:oleObj name="Equation" r:id="rId13" imgW="293364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259822" y="3846425"/>
                          <a:ext cx="29337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6"/>
          <p:cNvGrpSpPr/>
          <p:nvPr/>
        </p:nvGrpSpPr>
        <p:grpSpPr>
          <a:xfrm>
            <a:off x="230872" y="4279900"/>
            <a:ext cx="8682256" cy="673100"/>
            <a:chOff x="230872" y="4279900"/>
            <a:chExt cx="8682256" cy="673100"/>
          </a:xfrm>
        </p:grpSpPr>
        <p:sp>
          <p:nvSpPr>
            <p:cNvPr id="29" name="Text Box 6">
              <a:extLst>
                <a:ext uri="{FF2B5EF4-FFF2-40B4-BE49-F238E27FC236}">
                  <a16:creationId xmlns:a16="http://schemas.microsoft.com/office/drawing/2014/main" xmlns="" id="{F385D1E3-E5C1-69E6-DF62-DB9EB522D1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872" y="4346324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Chia đều          thành n đoạn với bước chia   </a:t>
              </a:r>
            </a:p>
          </p:txBody>
        </p:sp>
        <p:graphicFrame>
          <p:nvGraphicFramePr>
            <p:cNvPr id="30" name="Object 29">
              <a:extLst>
                <a:ext uri="{FF2B5EF4-FFF2-40B4-BE49-F238E27FC236}">
                  <a16:creationId xmlns:a16="http://schemas.microsoft.com/office/drawing/2014/main" xmlns="" id="{10F57E8E-3917-8E44-1B8D-63ED8207CB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9778129"/>
                </p:ext>
              </p:extLst>
            </p:nvPr>
          </p:nvGraphicFramePr>
          <p:xfrm>
            <a:off x="1584325" y="4406801"/>
            <a:ext cx="5969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70" name="Equation" r:id="rId15" imgW="596880" imgH="393480" progId="Equation.DSMT4">
                    <p:embed/>
                  </p:oleObj>
                </mc:Choice>
                <mc:Fallback>
                  <p:oleObj name="Equation" r:id="rId15" imgW="59688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584325" y="4406801"/>
                          <a:ext cx="5969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3">
              <a:extLst>
                <a:ext uri="{FF2B5EF4-FFF2-40B4-BE49-F238E27FC236}">
                  <a16:creationId xmlns:a16="http://schemas.microsoft.com/office/drawing/2014/main" xmlns="" id="{738A21CF-7AB8-2D2A-5563-B6EEE0AB33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5330552"/>
                </p:ext>
              </p:extLst>
            </p:nvPr>
          </p:nvGraphicFramePr>
          <p:xfrm>
            <a:off x="5791200" y="4279900"/>
            <a:ext cx="1193800" cy="673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71" name="Equation" r:id="rId17" imgW="1193760" imgH="672840" progId="Equation.DSMT4">
                    <p:embed/>
                  </p:oleObj>
                </mc:Choice>
                <mc:Fallback>
                  <p:oleObj name="Equation" r:id="rId17" imgW="1193760" imgH="6728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791200" y="4279900"/>
                          <a:ext cx="1193800" cy="673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8"/>
          <p:cNvGrpSpPr/>
          <p:nvPr/>
        </p:nvGrpSpPr>
        <p:grpSpPr>
          <a:xfrm>
            <a:off x="216366" y="5830811"/>
            <a:ext cx="8682256" cy="493789"/>
            <a:chOff x="216366" y="5830811"/>
            <a:chExt cx="8682256" cy="493789"/>
          </a:xfrm>
        </p:grpSpPr>
        <p:sp>
          <p:nvSpPr>
            <p:cNvPr id="26" name="Text Box 6">
              <a:extLst>
                <a:ext uri="{FF2B5EF4-FFF2-40B4-BE49-F238E27FC236}">
                  <a16:creationId xmlns:a16="http://schemas.microsoft.com/office/drawing/2014/main" xmlns="" id="{530CFBF7-D56E-7E33-780C-D30F0AADB5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366" y="5830811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Chọn bước thời gian       và đặt  </a:t>
              </a:r>
            </a:p>
          </p:txBody>
        </p:sp>
        <p:graphicFrame>
          <p:nvGraphicFramePr>
            <p:cNvPr id="25" name="Object 24">
              <a:extLst>
                <a:ext uri="{FF2B5EF4-FFF2-40B4-BE49-F238E27FC236}">
                  <a16:creationId xmlns:a16="http://schemas.microsoft.com/office/drawing/2014/main" xmlns="" id="{E22CE4F2-9713-ED0D-8127-AF1E5CA219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4166366"/>
                </p:ext>
              </p:extLst>
            </p:nvPr>
          </p:nvGraphicFramePr>
          <p:xfrm>
            <a:off x="4356100" y="5943600"/>
            <a:ext cx="901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72" name="Equation" r:id="rId19" imgW="901440" imgH="380880" progId="Equation.DSMT4">
                    <p:embed/>
                  </p:oleObj>
                </mc:Choice>
                <mc:Fallback>
                  <p:oleObj name="Equation" r:id="rId19" imgW="9014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356100" y="5943600"/>
                          <a:ext cx="901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30">
              <a:extLst>
                <a:ext uri="{FF2B5EF4-FFF2-40B4-BE49-F238E27FC236}">
                  <a16:creationId xmlns:a16="http://schemas.microsoft.com/office/drawing/2014/main" xmlns="" id="{CB27F2BA-DB98-728B-95A3-501BE6EDD4E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3258201"/>
                </p:ext>
              </p:extLst>
            </p:nvPr>
          </p:nvGraphicFramePr>
          <p:xfrm>
            <a:off x="3048000" y="5946775"/>
            <a:ext cx="3048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73" name="Equation" r:id="rId21" imgW="304560" imgH="253800" progId="Equation.DSMT4">
                    <p:embed/>
                  </p:oleObj>
                </mc:Choice>
                <mc:Fallback>
                  <p:oleObj name="Equation" r:id="rId21" imgW="3045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048000" y="5946775"/>
                          <a:ext cx="3048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4" name="Ink 13"/>
              <p14:cNvContentPartPr/>
              <p14:nvPr/>
            </p14:nvContentPartPr>
            <p14:xfrm>
              <a:off x="3823200" y="107280"/>
              <a:ext cx="5219640" cy="3631680"/>
            </p14:xfrm>
          </p:contentPart>
        </mc:Choice>
        <mc:Fallback>
          <p:pic>
            <p:nvPicPr>
              <p:cNvPr id="14" name="Ink 13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815280" y="100080"/>
                <a:ext cx="5232600" cy="364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6671534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>
            <a:extLst>
              <a:ext uri="{FF2B5EF4-FFF2-40B4-BE49-F238E27FC236}">
                <a16:creationId xmlns:a16="http://schemas.microsoft.com/office/drawing/2014/main" xmlns="" id="{43ACC847-62A0-D63B-8C0A-CDC334711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9320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</a:t>
            </a:r>
            <a:r>
              <a:rPr lang="en-US" altLang="en-US" sz="2400" err="1">
                <a:solidFill>
                  <a:srgbClr val="00B0F0"/>
                </a:solidFill>
              </a:rPr>
              <a:t>Bài</a:t>
            </a:r>
            <a:r>
              <a:rPr lang="en-US" altLang="en-US" sz="2400">
                <a:solidFill>
                  <a:srgbClr val="00B0F0"/>
                </a:solidFill>
              </a:rPr>
              <a:t> </a:t>
            </a:r>
            <a:r>
              <a:rPr lang="en-US" altLang="en-US" sz="2400" err="1">
                <a:solidFill>
                  <a:srgbClr val="00B0F0"/>
                </a:solidFill>
              </a:rPr>
              <a:t>toán</a:t>
            </a:r>
            <a:r>
              <a:rPr lang="en-US" altLang="en-US" sz="2400">
                <a:solidFill>
                  <a:srgbClr val="00B0F0"/>
                </a:solidFill>
              </a:rPr>
              <a:t>: </a:t>
            </a:r>
            <a:r>
              <a:rPr lang="en-US" altLang="en-US" sz="2400" err="1" smtClean="0"/>
              <a:t>Tìm</a:t>
            </a:r>
            <a:r>
              <a:rPr lang="en-US" altLang="en-US" sz="2400" smtClean="0"/>
              <a:t> </a:t>
            </a:r>
            <a:r>
              <a:rPr lang="en-US" altLang="en-US" sz="2400" err="1" smtClean="0"/>
              <a:t>nhiệt</a:t>
            </a:r>
            <a:r>
              <a:rPr lang="en-US" altLang="en-US" sz="2400" smtClean="0"/>
              <a:t> </a:t>
            </a:r>
            <a:r>
              <a:rPr lang="en-US" altLang="en-US" sz="2400" err="1" smtClean="0"/>
              <a:t>độ</a:t>
            </a:r>
            <a:r>
              <a:rPr lang="en-US" altLang="en-US" sz="2400" smtClean="0"/>
              <a:t> </a:t>
            </a:r>
            <a:r>
              <a:rPr lang="en-US" altLang="en-US" sz="2400" err="1" smtClean="0"/>
              <a:t>trên</a:t>
            </a:r>
            <a:r>
              <a:rPr lang="en-US" altLang="en-US" sz="2400" smtClean="0"/>
              <a:t> </a:t>
            </a:r>
            <a:r>
              <a:rPr lang="en-US" altLang="en-US" sz="2400" err="1" smtClean="0"/>
              <a:t>thanh</a:t>
            </a:r>
            <a:r>
              <a:rPr lang="en-US" altLang="en-US" sz="2400" smtClean="0"/>
              <a:t> </a:t>
            </a:r>
            <a:r>
              <a:rPr lang="en-US" altLang="en-US" sz="2400" err="1" smtClean="0"/>
              <a:t>có</a:t>
            </a:r>
            <a:r>
              <a:rPr lang="en-US" altLang="en-US" sz="2400" smtClean="0"/>
              <a:t> </a:t>
            </a:r>
            <a:r>
              <a:rPr lang="en-US" altLang="en-US" sz="2400" err="1" smtClean="0"/>
              <a:t>chiều</a:t>
            </a:r>
            <a:r>
              <a:rPr lang="en-US" altLang="en-US" sz="2400" smtClean="0"/>
              <a:t> </a:t>
            </a:r>
            <a:r>
              <a:rPr lang="en-US" altLang="en-US" sz="2400" err="1" smtClean="0"/>
              <a:t>dài</a:t>
            </a:r>
            <a:r>
              <a:rPr lang="en-US" altLang="en-US" sz="2400" smtClean="0"/>
              <a:t> L. </a:t>
            </a:r>
            <a:endParaRPr lang="en-US" altLang="en-US" sz="2400" b="0" i="0"/>
          </a:p>
        </p:txBody>
      </p:sp>
      <p:grpSp>
        <p:nvGrpSpPr>
          <p:cNvPr id="19" name="Group 18"/>
          <p:cNvGrpSpPr/>
          <p:nvPr/>
        </p:nvGrpSpPr>
        <p:grpSpPr>
          <a:xfrm>
            <a:off x="360484" y="1371600"/>
            <a:ext cx="8682256" cy="461665"/>
            <a:chOff x="360484" y="1371600"/>
            <a:chExt cx="8682256" cy="461665"/>
          </a:xfrm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xmlns="" id="{43ACC847-62A0-D63B-8C0A-CDC334711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484" y="137160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</a:t>
              </a:r>
              <a:r>
                <a:rPr lang="en-US" altLang="en-US" sz="2400" smtClean="0"/>
                <a:t>Điều kiện biên: </a:t>
              </a:r>
              <a:endParaRPr lang="en-US" altLang="en-US" sz="2400" b="0" i="0"/>
            </a:p>
          </p:txBody>
        </p:sp>
        <p:graphicFrame>
          <p:nvGraphicFramePr>
            <p:cNvPr id="2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1255867"/>
                </p:ext>
              </p:extLst>
            </p:nvPr>
          </p:nvGraphicFramePr>
          <p:xfrm>
            <a:off x="2590800" y="1443682"/>
            <a:ext cx="246380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74" name="Equation" r:id="rId3" imgW="2463480" imgH="317160" progId="Equation.DSMT4">
                    <p:embed/>
                  </p:oleObj>
                </mc:Choice>
                <mc:Fallback>
                  <p:oleObj name="Equation" r:id="rId3" imgW="2463480" imgH="3171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590800" y="1443682"/>
                          <a:ext cx="2463800" cy="317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17"/>
          <p:cNvGrpSpPr/>
          <p:nvPr/>
        </p:nvGrpSpPr>
        <p:grpSpPr>
          <a:xfrm>
            <a:off x="366346" y="637232"/>
            <a:ext cx="8682256" cy="711200"/>
            <a:chOff x="366346" y="637232"/>
            <a:chExt cx="8682256" cy="711200"/>
          </a:xfrm>
        </p:grpSpPr>
        <p:sp>
          <p:nvSpPr>
            <p:cNvPr id="4" name="Text Box 6">
              <a:extLst>
                <a:ext uri="{FF2B5EF4-FFF2-40B4-BE49-F238E27FC236}">
                  <a16:creationId xmlns:a16="http://schemas.microsoft.com/office/drawing/2014/main" xmlns="" id="{43ACC847-62A0-D63B-8C0A-CDC334711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346" y="76200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</a:t>
              </a:r>
              <a:r>
                <a:rPr lang="en-US" altLang="en-US" sz="2400" smtClean="0"/>
                <a:t>phương trình truyền nhiệt:                        hoặc </a:t>
              </a:r>
              <a:endParaRPr lang="en-US" altLang="en-US" sz="2400" b="0" i="0"/>
            </a:p>
          </p:txBody>
        </p:sp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xmlns="" id="{8DBAE3AF-72B8-FFF5-5FAB-706B6BF442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167875"/>
                </p:ext>
              </p:extLst>
            </p:nvPr>
          </p:nvGraphicFramePr>
          <p:xfrm>
            <a:off x="3864878" y="637232"/>
            <a:ext cx="1409700" cy="71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75" name="Equation" r:id="rId5" imgW="1409400" imgH="711000" progId="Equation.DSMT4">
                    <p:embed/>
                  </p:oleObj>
                </mc:Choice>
                <mc:Fallback>
                  <p:oleObj name="Equation" r:id="rId5" imgW="1409400" imgH="711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64878" y="637232"/>
                          <a:ext cx="1409700" cy="711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4331363"/>
                </p:ext>
              </p:extLst>
            </p:nvPr>
          </p:nvGraphicFramePr>
          <p:xfrm>
            <a:off x="6400800" y="802332"/>
            <a:ext cx="1117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76" name="Equation" r:id="rId7" imgW="1117440" imgH="380880" progId="Equation.DSMT4">
                    <p:embed/>
                  </p:oleObj>
                </mc:Choice>
                <mc:Fallback>
                  <p:oleObj name="Equation" r:id="rId7" imgW="11174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400800" y="802332"/>
                          <a:ext cx="1117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Group 19"/>
          <p:cNvGrpSpPr/>
          <p:nvPr/>
        </p:nvGrpSpPr>
        <p:grpSpPr>
          <a:xfrm>
            <a:off x="381000" y="1900535"/>
            <a:ext cx="8682256" cy="464596"/>
            <a:chOff x="381000" y="1900535"/>
            <a:chExt cx="8682256" cy="464596"/>
          </a:xfrm>
        </p:grpSpPr>
        <p:sp>
          <p:nvSpPr>
            <p:cNvPr id="9" name="Text Box 6">
              <a:extLst>
                <a:ext uri="{FF2B5EF4-FFF2-40B4-BE49-F238E27FC236}">
                  <a16:creationId xmlns:a16="http://schemas.microsoft.com/office/drawing/2014/main" xmlns="" id="{43ACC847-62A0-D63B-8C0A-CDC334711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1900535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</a:t>
              </a:r>
              <a:r>
                <a:rPr lang="en-US" altLang="en-US" sz="2400" smtClean="0"/>
                <a:t>Điều kiện ban đầu: </a:t>
              </a:r>
              <a:endParaRPr lang="en-US" altLang="en-US" sz="2400" b="0" i="0"/>
            </a:p>
          </p:txBody>
        </p:sp>
        <p:graphicFrame>
          <p:nvGraphicFramePr>
            <p:cNvPr id="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5964208"/>
                </p:ext>
              </p:extLst>
            </p:nvPr>
          </p:nvGraphicFramePr>
          <p:xfrm>
            <a:off x="2971800" y="1971431"/>
            <a:ext cx="27305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77" name="Equation" r:id="rId9" imgW="2730240" imgH="393480" progId="Equation.DSMT4">
                    <p:embed/>
                  </p:oleObj>
                </mc:Choice>
                <mc:Fallback>
                  <p:oleObj name="Equation" r:id="rId9" imgW="273024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971800" y="1971431"/>
                          <a:ext cx="27305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Group 20"/>
          <p:cNvGrpSpPr/>
          <p:nvPr/>
        </p:nvGrpSpPr>
        <p:grpSpPr>
          <a:xfrm>
            <a:off x="381000" y="2514600"/>
            <a:ext cx="8682256" cy="461665"/>
            <a:chOff x="381000" y="2514600"/>
            <a:chExt cx="8682256" cy="461665"/>
          </a:xfrm>
        </p:grpSpPr>
        <p:sp>
          <p:nvSpPr>
            <p:cNvPr id="11" name="Text Box 6">
              <a:extLst>
                <a:ext uri="{FF2B5EF4-FFF2-40B4-BE49-F238E27FC236}">
                  <a16:creationId xmlns:a16="http://schemas.microsoft.com/office/drawing/2014/main" xmlns="" id="{43ACC847-62A0-D63B-8C0A-CDC334711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251460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</a:t>
              </a:r>
              <a:r>
                <a:rPr lang="en-US" altLang="en-US" sz="2400" smtClean="0"/>
                <a:t>Nghiệm của bài toán là một hàm </a:t>
              </a:r>
              <a:endParaRPr lang="en-US" altLang="en-US" sz="2400" b="0" i="0"/>
            </a:p>
          </p:txBody>
        </p:sp>
        <p:graphicFrame>
          <p:nvGraphicFramePr>
            <p:cNvPr id="10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94558425"/>
                </p:ext>
              </p:extLst>
            </p:nvPr>
          </p:nvGraphicFramePr>
          <p:xfrm>
            <a:off x="4722128" y="2548582"/>
            <a:ext cx="11684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78" name="Equation" r:id="rId11" imgW="1168200" imgH="393480" progId="Equation.DSMT4">
                    <p:embed/>
                  </p:oleObj>
                </mc:Choice>
                <mc:Fallback>
                  <p:oleObj name="Equation" r:id="rId11" imgW="116820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722128" y="2548582"/>
                          <a:ext cx="11684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 Box 6">
            <a:extLst>
              <a:ext uri="{FF2B5EF4-FFF2-40B4-BE49-F238E27FC236}">
                <a16:creationId xmlns:a16="http://schemas.microsoft.com/office/drawing/2014/main" xmlns="" id="{43ACC847-62A0-D63B-8C0A-CDC334711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84" y="3140526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</a:t>
            </a:r>
            <a:r>
              <a:rPr lang="en-US" altLang="en-US" sz="2400" smtClean="0"/>
              <a:t>Dùng phương sai phân hữu hạn (Finie Difference Method: FDM)</a:t>
            </a:r>
            <a:endParaRPr lang="en-US" altLang="en-US" sz="2400" b="0" i="0"/>
          </a:p>
        </p:txBody>
      </p:sp>
      <p:grpSp>
        <p:nvGrpSpPr>
          <p:cNvPr id="22" name="Group 21"/>
          <p:cNvGrpSpPr/>
          <p:nvPr/>
        </p:nvGrpSpPr>
        <p:grpSpPr>
          <a:xfrm>
            <a:off x="360484" y="3755082"/>
            <a:ext cx="8682256" cy="723900"/>
            <a:chOff x="360484" y="3755082"/>
            <a:chExt cx="8682256" cy="723900"/>
          </a:xfrm>
        </p:grpSpPr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xmlns="" id="{43ACC847-62A0-D63B-8C0A-CDC334711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484" y="388620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</a:t>
              </a:r>
              <a:r>
                <a:rPr lang="en-US" altLang="en-US" sz="2400" smtClean="0"/>
                <a:t>Dùng sai phân tiến </a:t>
              </a:r>
              <a:endParaRPr lang="en-US" altLang="en-US" sz="2400" b="0" i="0"/>
            </a:p>
          </p:txBody>
        </p:sp>
        <p:graphicFrame>
          <p:nvGraphicFramePr>
            <p:cNvPr id="12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2759296"/>
                </p:ext>
              </p:extLst>
            </p:nvPr>
          </p:nvGraphicFramePr>
          <p:xfrm>
            <a:off x="3124200" y="3755082"/>
            <a:ext cx="5092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79" name="Equation" r:id="rId13" imgW="5092560" imgH="723600" progId="Equation.DSMT4">
                    <p:embed/>
                  </p:oleObj>
                </mc:Choice>
                <mc:Fallback>
                  <p:oleObj name="Equation" r:id="rId13" imgW="509256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124200" y="3755082"/>
                          <a:ext cx="50927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Text Box 6">
            <a:extLst>
              <a:ext uri="{FF2B5EF4-FFF2-40B4-BE49-F238E27FC236}">
                <a16:creationId xmlns:a16="http://schemas.microsoft.com/office/drawing/2014/main" xmlns="" id="{43ACC847-62A0-D63B-8C0A-CDC334711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495800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</a:t>
            </a:r>
            <a:r>
              <a:rPr lang="en-US" altLang="en-US" sz="2400" smtClean="0"/>
              <a:t>Dùng sai phân hướng tâm</a:t>
            </a:r>
            <a:endParaRPr lang="en-US" altLang="en-US" sz="2400" b="0" i="0"/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379667"/>
              </p:ext>
            </p:extLst>
          </p:nvPr>
        </p:nvGraphicFramePr>
        <p:xfrm>
          <a:off x="1219200" y="5029200"/>
          <a:ext cx="5168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0" name="Equation" r:id="rId15" imgW="5168880" imgH="723600" progId="Equation.DSMT4">
                  <p:embed/>
                </p:oleObj>
              </mc:Choice>
              <mc:Fallback>
                <p:oleObj name="Equation" r:id="rId15" imgW="51688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19200" y="5029200"/>
                        <a:ext cx="51689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784651"/>
              </p:ext>
            </p:extLst>
          </p:nvPr>
        </p:nvGraphicFramePr>
        <p:xfrm>
          <a:off x="1295400" y="5867400"/>
          <a:ext cx="3568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1" name="Equation" r:id="rId17" imgW="3568680" imgH="698400" progId="Equation.DSMT4">
                  <p:embed/>
                </p:oleObj>
              </mc:Choice>
              <mc:Fallback>
                <p:oleObj name="Equation" r:id="rId17" imgW="356868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95400" y="5867400"/>
                        <a:ext cx="35687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4326828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>
            <a:extLst>
              <a:ext uri="{FF2B5EF4-FFF2-40B4-BE49-F238E27FC236}">
                <a16:creationId xmlns:a16="http://schemas.microsoft.com/office/drawing/2014/main" xmlns="" id="{43ACC847-62A0-D63B-8C0A-CDC334711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9320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</a:t>
            </a:r>
            <a:r>
              <a:rPr lang="en-US" altLang="en-US" sz="2400" err="1">
                <a:solidFill>
                  <a:srgbClr val="00B0F0"/>
                </a:solidFill>
              </a:rPr>
              <a:t>Bài</a:t>
            </a:r>
            <a:r>
              <a:rPr lang="en-US" altLang="en-US" sz="2400">
                <a:solidFill>
                  <a:srgbClr val="00B0F0"/>
                </a:solidFill>
              </a:rPr>
              <a:t> </a:t>
            </a:r>
            <a:r>
              <a:rPr lang="en-US" altLang="en-US" sz="2400" err="1">
                <a:solidFill>
                  <a:srgbClr val="00B0F0"/>
                </a:solidFill>
              </a:rPr>
              <a:t>toán</a:t>
            </a:r>
            <a:r>
              <a:rPr lang="en-US" altLang="en-US" sz="2400"/>
              <a:t>: </a:t>
            </a:r>
            <a:r>
              <a:rPr lang="en-US" altLang="en-US" sz="2400" err="1" smtClean="0"/>
              <a:t>Tìm</a:t>
            </a:r>
            <a:r>
              <a:rPr lang="en-US" altLang="en-US" sz="2400" smtClean="0"/>
              <a:t> </a:t>
            </a:r>
            <a:r>
              <a:rPr lang="en-US" altLang="en-US" sz="2400" err="1" smtClean="0"/>
              <a:t>nhiệt</a:t>
            </a:r>
            <a:r>
              <a:rPr lang="en-US" altLang="en-US" sz="2400" smtClean="0"/>
              <a:t> </a:t>
            </a:r>
            <a:r>
              <a:rPr lang="en-US" altLang="en-US" sz="2400" err="1" smtClean="0"/>
              <a:t>độ</a:t>
            </a:r>
            <a:r>
              <a:rPr lang="en-US" altLang="en-US" sz="2400" smtClean="0"/>
              <a:t> </a:t>
            </a:r>
            <a:r>
              <a:rPr lang="en-US" altLang="en-US" sz="2400" err="1" smtClean="0"/>
              <a:t>trên</a:t>
            </a:r>
            <a:r>
              <a:rPr lang="en-US" altLang="en-US" sz="2400" smtClean="0"/>
              <a:t> </a:t>
            </a:r>
            <a:r>
              <a:rPr lang="en-US" altLang="en-US" sz="2400" err="1" smtClean="0"/>
              <a:t>thanh</a:t>
            </a:r>
            <a:r>
              <a:rPr lang="en-US" altLang="en-US" sz="2400" smtClean="0"/>
              <a:t> </a:t>
            </a:r>
            <a:r>
              <a:rPr lang="en-US" altLang="en-US" sz="2400" err="1" smtClean="0"/>
              <a:t>có</a:t>
            </a:r>
            <a:r>
              <a:rPr lang="en-US" altLang="en-US" sz="2400" smtClean="0"/>
              <a:t> </a:t>
            </a:r>
            <a:r>
              <a:rPr lang="en-US" altLang="en-US" sz="2400" err="1" smtClean="0"/>
              <a:t>chiều</a:t>
            </a:r>
            <a:r>
              <a:rPr lang="en-US" altLang="en-US" sz="2400" smtClean="0"/>
              <a:t> </a:t>
            </a:r>
            <a:r>
              <a:rPr lang="en-US" altLang="en-US" sz="2400" err="1" smtClean="0"/>
              <a:t>dài</a:t>
            </a:r>
            <a:r>
              <a:rPr lang="en-US" altLang="en-US" sz="2400" smtClean="0"/>
              <a:t> L. </a:t>
            </a:r>
            <a:endParaRPr lang="en-US" altLang="en-US" sz="2400" b="0" i="0"/>
          </a:p>
        </p:txBody>
      </p:sp>
      <p:grpSp>
        <p:nvGrpSpPr>
          <p:cNvPr id="2" name="Group 1"/>
          <p:cNvGrpSpPr/>
          <p:nvPr/>
        </p:nvGrpSpPr>
        <p:grpSpPr>
          <a:xfrm>
            <a:off x="302528" y="533400"/>
            <a:ext cx="8534400" cy="1145092"/>
            <a:chOff x="302528" y="533400"/>
            <a:chExt cx="8534400" cy="1145092"/>
          </a:xfrm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xmlns="" id="{A5AD6974-3EEC-471C-F148-4C73DE84B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28" y="533400"/>
              <a:ext cx="8534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 smtClean="0"/>
                <a:t>Chia </a:t>
              </a:r>
              <a:r>
                <a:rPr lang="en-US" altLang="en-US" sz="2400" b="0" i="0" err="1" smtClean="0"/>
                <a:t>đoạn</a:t>
              </a:r>
              <a:r>
                <a:rPr lang="en-US" altLang="en-US" sz="2400" b="0" i="0" smtClean="0"/>
                <a:t> [0,L] </a:t>
              </a:r>
              <a:r>
                <a:rPr lang="en-US" altLang="en-US" sz="2400" b="0" i="0" err="1" smtClean="0"/>
                <a:t>thành</a:t>
              </a:r>
              <a:r>
                <a:rPr lang="en-US" altLang="en-US" sz="2400" b="0" i="0" smtClean="0"/>
                <a:t> n </a:t>
              </a:r>
              <a:r>
                <a:rPr lang="en-US" altLang="en-US" sz="2400" b="0" i="0" err="1" smtClean="0"/>
                <a:t>đoạn</a:t>
              </a:r>
              <a:r>
                <a:rPr lang="en-US" altLang="en-US" sz="2400" b="0" i="0" smtClean="0"/>
                <a:t> </a:t>
              </a:r>
              <a:r>
                <a:rPr lang="en-US" altLang="en-US" sz="2400" b="0" i="0" err="1" smtClean="0"/>
                <a:t>có</a:t>
              </a:r>
              <a:r>
                <a:rPr lang="en-US" altLang="en-US" sz="2400" b="0" i="0" smtClean="0"/>
                <a:t> </a:t>
              </a:r>
              <a:r>
                <a:rPr lang="en-US" altLang="en-US" sz="2400" b="0" i="0" err="1" smtClean="0"/>
                <a:t>chiều</a:t>
              </a:r>
              <a:r>
                <a:rPr lang="en-US" altLang="en-US" sz="2400" b="0" i="0" smtClean="0"/>
                <a:t> </a:t>
              </a:r>
              <a:r>
                <a:rPr lang="en-US" altLang="en-US" sz="2400" b="0" i="0" err="1" smtClean="0"/>
                <a:t>dài</a:t>
              </a:r>
              <a:r>
                <a:rPr lang="en-US" altLang="en-US" sz="2400" b="0" i="0" smtClean="0"/>
                <a:t> </a:t>
              </a:r>
              <a:r>
                <a:rPr lang="en-US" altLang="en-US" sz="2400" b="0" i="0" err="1" smtClean="0"/>
                <a:t>bằng</a:t>
              </a:r>
              <a:r>
                <a:rPr lang="en-US" altLang="en-US" sz="2400" b="0" i="0" smtClean="0"/>
                <a:t> </a:t>
              </a:r>
              <a:r>
                <a:rPr lang="en-US" altLang="en-US" sz="2400" b="0" i="0" err="1" smtClean="0"/>
                <a:t>nhau</a:t>
              </a:r>
              <a:r>
                <a:rPr lang="en-US" altLang="en-US" sz="2400" b="0" i="0" smtClean="0"/>
                <a:t> </a:t>
              </a:r>
              <a:r>
                <a:rPr lang="en-US" altLang="en-US" sz="2400" b="0" i="0" err="1" smtClean="0"/>
                <a:t>bởi</a:t>
              </a:r>
              <a:r>
                <a:rPr lang="en-US" altLang="en-US" sz="2400" b="0" i="0" smtClean="0"/>
                <a:t> </a:t>
              </a:r>
              <a:r>
                <a:rPr lang="en-US" altLang="en-US" sz="2400" b="0" i="0" err="1" smtClean="0"/>
                <a:t>các</a:t>
              </a:r>
              <a:r>
                <a:rPr lang="en-US" altLang="en-US" sz="2400" b="0" i="0" smtClean="0"/>
                <a:t> </a:t>
              </a:r>
              <a:r>
                <a:rPr lang="en-US" altLang="en-US" sz="2400" b="0" i="0" err="1" smtClean="0"/>
                <a:t>nút</a:t>
              </a:r>
              <a:r>
                <a:rPr lang="en-US" altLang="en-US" sz="2400" b="0" i="0" smtClean="0"/>
                <a:t> </a:t>
              </a:r>
              <a:endParaRPr lang="en-US" altLang="en-US" sz="2400" b="0" i="0"/>
            </a:p>
          </p:txBody>
        </p:sp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xmlns="" id="{8DBAE3AF-72B8-FFF5-5FAB-706B6BF442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8436552"/>
                </p:ext>
              </p:extLst>
            </p:nvPr>
          </p:nvGraphicFramePr>
          <p:xfrm>
            <a:off x="457200" y="1143000"/>
            <a:ext cx="1206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7" name="Equation" r:id="rId3" imgW="1206360" imgH="342720" progId="Equation.DSMT4">
                    <p:embed/>
                  </p:oleObj>
                </mc:Choice>
                <mc:Fallback>
                  <p:oleObj name="Equation" r:id="rId3" imgW="12063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57200" y="1143000"/>
                          <a:ext cx="1206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6">
              <a:extLst>
                <a:ext uri="{FF2B5EF4-FFF2-40B4-BE49-F238E27FC236}">
                  <a16:creationId xmlns:a16="http://schemas.microsoft.com/office/drawing/2014/main" xmlns="" id="{A5AD6974-3EEC-471C-F148-4C73DE84B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800" y="1111110"/>
              <a:ext cx="367811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smtClean="0"/>
                <a:t>với bước chia </a:t>
              </a:r>
              <a:endParaRPr lang="en-US" altLang="en-US" sz="2400" b="0" i="0"/>
            </a:p>
          </p:txBody>
        </p:sp>
        <p:graphicFrame>
          <p:nvGraphicFramePr>
            <p:cNvPr id="5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2936587"/>
                </p:ext>
              </p:extLst>
            </p:nvPr>
          </p:nvGraphicFramePr>
          <p:xfrm>
            <a:off x="3830515" y="1005392"/>
            <a:ext cx="825500" cy="673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8" name="Equation" r:id="rId5" imgW="825480" imgH="672840" progId="Equation.DSMT4">
                    <p:embed/>
                  </p:oleObj>
                </mc:Choice>
                <mc:Fallback>
                  <p:oleObj name="Equation" r:id="rId5" imgW="825480" imgH="6728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30515" y="1005392"/>
                          <a:ext cx="825500" cy="673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"/>
          <p:cNvGrpSpPr/>
          <p:nvPr/>
        </p:nvGrpSpPr>
        <p:grpSpPr>
          <a:xfrm>
            <a:off x="304800" y="1600200"/>
            <a:ext cx="8534400" cy="1039375"/>
            <a:chOff x="304800" y="1600200"/>
            <a:chExt cx="8534400" cy="1039375"/>
          </a:xfrm>
        </p:grpSpPr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xmlns="" id="{A5AD6974-3EEC-471C-F148-4C73DE84B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1600200"/>
              <a:ext cx="8534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 smtClean="0"/>
                <a:t>Chia khoảng             thành các đoạn </a:t>
              </a:r>
              <a:r>
                <a:rPr lang="en-US" altLang="en-US" sz="2400" b="0" i="0" err="1" smtClean="0"/>
                <a:t>có</a:t>
              </a:r>
              <a:r>
                <a:rPr lang="en-US" altLang="en-US" sz="2400" b="0" i="0" smtClean="0"/>
                <a:t> </a:t>
              </a:r>
              <a:r>
                <a:rPr lang="en-US" altLang="en-US" sz="2400" b="0" i="0" err="1" smtClean="0"/>
                <a:t>chiều</a:t>
              </a:r>
              <a:r>
                <a:rPr lang="en-US" altLang="en-US" sz="2400" b="0" i="0" smtClean="0"/>
                <a:t> </a:t>
              </a:r>
              <a:r>
                <a:rPr lang="en-US" altLang="en-US" sz="2400" b="0" i="0" err="1" smtClean="0"/>
                <a:t>dài</a:t>
              </a:r>
              <a:r>
                <a:rPr lang="en-US" altLang="en-US" sz="2400" b="0" i="0" smtClean="0"/>
                <a:t> </a:t>
              </a:r>
              <a:r>
                <a:rPr lang="en-US" altLang="en-US" sz="2400" b="0" i="0" err="1" smtClean="0"/>
                <a:t>bằng</a:t>
              </a:r>
              <a:r>
                <a:rPr lang="en-US" altLang="en-US" sz="2400" b="0" i="0" smtClean="0"/>
                <a:t> </a:t>
              </a:r>
              <a:r>
                <a:rPr lang="en-US" altLang="en-US" sz="2400" b="0" i="0" err="1" smtClean="0"/>
                <a:t>nhau</a:t>
              </a:r>
              <a:r>
                <a:rPr lang="en-US" altLang="en-US" sz="2400" b="0" i="0" smtClean="0"/>
                <a:t> </a:t>
              </a:r>
              <a:r>
                <a:rPr lang="en-US" altLang="en-US" sz="2400" b="0" i="0" err="1" smtClean="0"/>
                <a:t>bởi</a:t>
              </a:r>
              <a:r>
                <a:rPr lang="en-US" altLang="en-US" sz="2400" b="0" i="0" smtClean="0"/>
                <a:t> </a:t>
              </a:r>
              <a:r>
                <a:rPr lang="en-US" altLang="en-US" sz="2400" b="0" i="0" err="1" smtClean="0"/>
                <a:t>các</a:t>
              </a:r>
              <a:r>
                <a:rPr lang="en-US" altLang="en-US" sz="2400" b="0" i="0" smtClean="0"/>
                <a:t> </a:t>
              </a:r>
              <a:endParaRPr lang="en-US" altLang="en-US" sz="2400" b="0" i="0"/>
            </a:p>
          </p:txBody>
        </p:sp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xmlns="" id="{8DBAE3AF-72B8-FFF5-5FAB-706B6BF442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0037682"/>
                </p:ext>
              </p:extLst>
            </p:nvPr>
          </p:nvGraphicFramePr>
          <p:xfrm>
            <a:off x="395288" y="2209800"/>
            <a:ext cx="1333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9" name="Equation" r:id="rId7" imgW="1333440" imgH="342720" progId="Equation.DSMT4">
                    <p:embed/>
                  </p:oleObj>
                </mc:Choice>
                <mc:Fallback>
                  <p:oleObj name="Equation" r:id="rId7" imgW="13334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5288" y="2209800"/>
                          <a:ext cx="1333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6">
              <a:extLst>
                <a:ext uri="{FF2B5EF4-FFF2-40B4-BE49-F238E27FC236}">
                  <a16:creationId xmlns:a16="http://schemas.microsoft.com/office/drawing/2014/main" xmlns="" id="{A5AD6974-3EEC-471C-F148-4C73DE84B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1072" y="2177910"/>
              <a:ext cx="367811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smtClean="0"/>
                <a:t>với bước chia </a:t>
              </a:r>
              <a:endParaRPr lang="en-US" altLang="en-US" sz="2400" b="0" i="0"/>
            </a:p>
          </p:txBody>
        </p:sp>
        <p:graphicFrame>
          <p:nvGraphicFramePr>
            <p:cNvPr id="13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0322609"/>
                </p:ext>
              </p:extLst>
            </p:nvPr>
          </p:nvGraphicFramePr>
          <p:xfrm>
            <a:off x="3733800" y="2281238"/>
            <a:ext cx="3048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0" name="Equation" r:id="rId9" imgW="304560" imgH="253800" progId="Equation.DSMT4">
                    <p:embed/>
                  </p:oleObj>
                </mc:Choice>
                <mc:Fallback>
                  <p:oleObj name="Equation" r:id="rId9" imgW="3045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733800" y="2281238"/>
                          <a:ext cx="3048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9362861"/>
                </p:ext>
              </p:extLst>
            </p:nvPr>
          </p:nvGraphicFramePr>
          <p:xfrm>
            <a:off x="2057400" y="1668165"/>
            <a:ext cx="8382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1" name="Equation" r:id="rId11" imgW="838080" imgH="393480" progId="Equation.DSMT4">
                    <p:embed/>
                  </p:oleObj>
                </mc:Choice>
                <mc:Fallback>
                  <p:oleObj name="Equation" r:id="rId11" imgW="83808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57400" y="1668165"/>
                          <a:ext cx="8382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715" y="2514600"/>
            <a:ext cx="5867400" cy="39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3892022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366346" y="116956"/>
            <a:ext cx="8682256" cy="461665"/>
            <a:chOff x="366346" y="116956"/>
            <a:chExt cx="8682256" cy="461665"/>
          </a:xfrm>
        </p:grpSpPr>
        <p:sp>
          <p:nvSpPr>
            <p:cNvPr id="4" name="Text Box 6">
              <a:extLst>
                <a:ext uri="{FF2B5EF4-FFF2-40B4-BE49-F238E27FC236}">
                  <a16:creationId xmlns:a16="http://schemas.microsoft.com/office/drawing/2014/main" xmlns="" id="{43ACC847-62A0-D63B-8C0A-CDC334711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346" y="116956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</a:t>
              </a:r>
              <a:r>
                <a:rPr lang="en-US" altLang="en-US" sz="2400" smtClean="0"/>
                <a:t>phương trình truyền nhiệt</a:t>
              </a:r>
              <a:endParaRPr lang="en-US" altLang="en-US" sz="2400" b="0" i="0"/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2092006"/>
                </p:ext>
              </p:extLst>
            </p:nvPr>
          </p:nvGraphicFramePr>
          <p:xfrm>
            <a:off x="3810000" y="197621"/>
            <a:ext cx="1117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36" name="Equation" r:id="rId3" imgW="1117440" imgH="380880" progId="Equation.DSMT4">
                    <p:embed/>
                  </p:oleObj>
                </mc:Choice>
                <mc:Fallback>
                  <p:oleObj name="Equation" r:id="rId3" imgW="11174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0" y="197621"/>
                          <a:ext cx="1117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983494"/>
              </p:ext>
            </p:extLst>
          </p:nvPr>
        </p:nvGraphicFramePr>
        <p:xfrm>
          <a:off x="1143000" y="630115"/>
          <a:ext cx="4025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7" name="Equation" r:id="rId5" imgW="4025880" imgH="698400" progId="Equation.DSMT4">
                  <p:embed/>
                </p:oleObj>
              </mc:Choice>
              <mc:Fallback>
                <p:oleObj name="Equation" r:id="rId5" imgW="402588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3000" y="630115"/>
                        <a:ext cx="40259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50952"/>
              </p:ext>
            </p:extLst>
          </p:nvPr>
        </p:nvGraphicFramePr>
        <p:xfrm>
          <a:off x="508000" y="1295400"/>
          <a:ext cx="4445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8" name="Equation" r:id="rId7" imgW="4444920" imgH="711000" progId="Equation.DSMT4">
                  <p:embed/>
                </p:oleObj>
              </mc:Choice>
              <mc:Fallback>
                <p:oleObj name="Equation" r:id="rId7" imgW="444492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8000" y="1295400"/>
                        <a:ext cx="44450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25"/>
          <p:cNvGrpSpPr/>
          <p:nvPr/>
        </p:nvGrpSpPr>
        <p:grpSpPr>
          <a:xfrm>
            <a:off x="5372100" y="1323032"/>
            <a:ext cx="1866900" cy="711200"/>
            <a:chOff x="6096000" y="1323032"/>
            <a:chExt cx="1866900" cy="711200"/>
          </a:xfrm>
        </p:grpSpPr>
        <p:graphicFrame>
          <p:nvGraphicFramePr>
            <p:cNvPr id="24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4364169"/>
                </p:ext>
              </p:extLst>
            </p:nvPr>
          </p:nvGraphicFramePr>
          <p:xfrm>
            <a:off x="6858000" y="1323032"/>
            <a:ext cx="1104900" cy="71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39" name="Equation" r:id="rId9" imgW="1104840" imgH="711000" progId="Equation.DSMT4">
                    <p:embed/>
                  </p:oleObj>
                </mc:Choice>
                <mc:Fallback>
                  <p:oleObj name="Equation" r:id="rId9" imgW="1104840" imgH="711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858000" y="1323032"/>
                          <a:ext cx="1104900" cy="711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 Box 6">
              <a:extLst>
                <a:ext uri="{FF2B5EF4-FFF2-40B4-BE49-F238E27FC236}">
                  <a16:creationId xmlns:a16="http://schemas.microsoft.com/office/drawing/2014/main" xmlns="" id="{43ACC847-62A0-D63B-8C0A-CDC334711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1447800"/>
              <a:ext cx="1143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</a:t>
              </a:r>
              <a:r>
                <a:rPr lang="en-US" altLang="en-US" sz="2400" smtClean="0"/>
                <a:t>Đặt</a:t>
              </a:r>
              <a:endParaRPr lang="en-US" altLang="en-US" sz="2400" b="0" i="0"/>
            </a:p>
          </p:txBody>
        </p:sp>
      </p:grpSp>
      <p:graphicFrame>
        <p:nvGraphicFramePr>
          <p:cNvPr id="2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3254363"/>
              </p:ext>
            </p:extLst>
          </p:nvPr>
        </p:nvGraphicFramePr>
        <p:xfrm>
          <a:off x="457200" y="2139462"/>
          <a:ext cx="4076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0" name="Equation" r:id="rId11" imgW="4076640" imgH="393480" progId="Equation.DSMT4">
                  <p:embed/>
                </p:oleObj>
              </mc:Choice>
              <mc:Fallback>
                <p:oleObj name="Equation" r:id="rId11" imgW="40766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7200" y="2139462"/>
                        <a:ext cx="40767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6">
            <a:extLst>
              <a:ext uri="{FF2B5EF4-FFF2-40B4-BE49-F238E27FC236}">
                <a16:creationId xmlns:a16="http://schemas.microsoft.com/office/drawing/2014/main" xmlns="" id="{43ACC847-62A0-D63B-8C0A-CDC334711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209799"/>
            <a:ext cx="2971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en-US" sz="2400" b="0" i="0"/>
              <a:t> </a:t>
            </a:r>
            <a:r>
              <a:rPr lang="en-US" altLang="en-US" sz="2400" smtClean="0"/>
              <a:t>Công thức lặp để tính nhiệt độ các nút</a:t>
            </a:r>
            <a:endParaRPr lang="en-US" altLang="en-US" sz="2400" b="0" i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780879"/>
              </p:ext>
            </p:extLst>
          </p:nvPr>
        </p:nvGraphicFramePr>
        <p:xfrm>
          <a:off x="355600" y="2895600"/>
          <a:ext cx="5029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1" name="Equation" r:id="rId13" imgW="5029200" imgH="393480" progId="Equation.DSMT4">
                  <p:embed/>
                </p:oleObj>
              </mc:Choice>
              <mc:Fallback>
                <p:oleObj name="Equation" r:id="rId13" imgW="50292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5600" y="2895600"/>
                        <a:ext cx="50292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080329"/>
              </p:ext>
            </p:extLst>
          </p:nvPr>
        </p:nvGraphicFramePr>
        <p:xfrm>
          <a:off x="323850" y="3581400"/>
          <a:ext cx="510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2" name="Equation" r:id="rId15" imgW="5105160" imgH="393480" progId="Equation.DSMT4">
                  <p:embed/>
                </p:oleObj>
              </mc:Choice>
              <mc:Fallback>
                <p:oleObj name="Equation" r:id="rId15" imgW="51051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3850" y="3581400"/>
                        <a:ext cx="5105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589407"/>
              </p:ext>
            </p:extLst>
          </p:nvPr>
        </p:nvGraphicFramePr>
        <p:xfrm>
          <a:off x="360363" y="4267200"/>
          <a:ext cx="5118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3" name="Equation" r:id="rId17" imgW="5117760" imgH="393480" progId="Equation.DSMT4">
                  <p:embed/>
                </p:oleObj>
              </mc:Choice>
              <mc:Fallback>
                <p:oleObj name="Equation" r:id="rId17" imgW="51177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60363" y="4267200"/>
                        <a:ext cx="51181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720912"/>
              </p:ext>
            </p:extLst>
          </p:nvPr>
        </p:nvGraphicFramePr>
        <p:xfrm>
          <a:off x="1346200" y="4927600"/>
          <a:ext cx="32004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4" name="Equation" r:id="rId19" imgW="3200400" imgH="139680" progId="Equation.DSMT4">
                  <p:embed/>
                </p:oleObj>
              </mc:Choice>
              <mc:Fallback>
                <p:oleObj name="Equation" r:id="rId19" imgW="320040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346200" y="4927600"/>
                        <a:ext cx="32004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8409423"/>
              </p:ext>
            </p:extLst>
          </p:nvPr>
        </p:nvGraphicFramePr>
        <p:xfrm>
          <a:off x="366346" y="5334000"/>
          <a:ext cx="5994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5" name="Equation" r:id="rId21" imgW="5994360" imgH="393480" progId="Equation.DSMT4">
                  <p:embed/>
                </p:oleObj>
              </mc:Choice>
              <mc:Fallback>
                <p:oleObj name="Equation" r:id="rId21" imgW="59943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66346" y="5334000"/>
                        <a:ext cx="5994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9062501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xmlns="" id="{43ACC847-62A0-D63B-8C0A-CDC334711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346" y="116956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</a:t>
            </a:r>
            <a:r>
              <a:rPr lang="en-US" altLang="en-US" sz="2400" smtClean="0"/>
              <a:t>Dạng ma trận</a:t>
            </a:r>
            <a:endParaRPr lang="en-US" altLang="en-US" sz="2400" b="0" i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289316"/>
              </p:ext>
            </p:extLst>
          </p:nvPr>
        </p:nvGraphicFramePr>
        <p:xfrm>
          <a:off x="457200" y="838200"/>
          <a:ext cx="6604000" cy="252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name="Equation" r:id="rId3" imgW="6603840" imgH="2527200" progId="Equation.DSMT4">
                  <p:embed/>
                </p:oleObj>
              </mc:Choice>
              <mc:Fallback>
                <p:oleObj name="Equation" r:id="rId3" imgW="6603840" imgH="252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838200"/>
                        <a:ext cx="6604000" cy="252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417937"/>
              </p:ext>
            </p:extLst>
          </p:nvPr>
        </p:nvGraphicFramePr>
        <p:xfrm>
          <a:off x="457200" y="4038600"/>
          <a:ext cx="6731000" cy="252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2" name="Equation" r:id="rId5" imgW="6730920" imgH="2527200" progId="Equation.DSMT4">
                  <p:embed/>
                </p:oleObj>
              </mc:Choice>
              <mc:Fallback>
                <p:oleObj name="Equation" r:id="rId5" imgW="6730920" imgH="252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200" y="4038600"/>
                        <a:ext cx="6731000" cy="252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339969" y="3429000"/>
            <a:ext cx="8682256" cy="461665"/>
            <a:chOff x="339969" y="3429000"/>
            <a:chExt cx="8682256" cy="461665"/>
          </a:xfrm>
        </p:grpSpPr>
        <p:sp>
          <p:nvSpPr>
            <p:cNvPr id="16" name="Text Box 6">
              <a:extLst>
                <a:ext uri="{FF2B5EF4-FFF2-40B4-BE49-F238E27FC236}">
                  <a16:creationId xmlns:a16="http://schemas.microsoft.com/office/drawing/2014/main" xmlns="" id="{43ACC847-62A0-D63B-8C0A-CDC334711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969" y="342900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 smtClean="0"/>
                <a:t>Công thức lặp để tính </a:t>
              </a:r>
              <a:endParaRPr lang="en-US" altLang="en-US" sz="2400" b="0" i="0"/>
            </a:p>
          </p:txBody>
        </p:sp>
        <p:graphicFrame>
          <p:nvGraphicFramePr>
            <p:cNvPr id="10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7455812"/>
                </p:ext>
              </p:extLst>
            </p:nvPr>
          </p:nvGraphicFramePr>
          <p:xfrm>
            <a:off x="3276600" y="3475038"/>
            <a:ext cx="19431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3" name="Equation" r:id="rId7" imgW="1942920" imgH="368280" progId="Equation.DSMT4">
                    <p:embed/>
                  </p:oleObj>
                </mc:Choice>
                <mc:Fallback>
                  <p:oleObj name="Equation" r:id="rId7" imgW="1942920" imgH="368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6600" y="3475038"/>
                          <a:ext cx="1943100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85576566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84638"/>
            <a:ext cx="8298996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415880" y="3303360"/>
              <a:ext cx="2887920" cy="10922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9400" y="3296520"/>
                <a:ext cx="2900520" cy="110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62882"/>
      </p:ext>
    </p:extLst>
  </p:cSld>
  <p:clrMapOvr>
    <a:masterClrMapping/>
  </p:clrMapOvr>
  <p:transition spd="slow"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"/>
            <a:ext cx="8001000" cy="576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787040" y="55440"/>
              <a:ext cx="7357680" cy="680292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79120" y="49320"/>
                <a:ext cx="7370280" cy="681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9183694"/>
      </p:ext>
    </p:extLst>
  </p:cSld>
  <p:clrMapOvr>
    <a:masterClrMapping/>
  </p:clrMapOvr>
  <p:transition spd="slow">
    <p:zo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46" y="0"/>
            <a:ext cx="7543800" cy="6323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720440" y="46800"/>
              <a:ext cx="7152840" cy="67802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2160" y="39600"/>
                <a:ext cx="7168680" cy="679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9183694"/>
      </p:ext>
    </p:extLst>
  </p:cSld>
  <p:clrMapOvr>
    <a:masterClrMapping/>
  </p:clrMapOvr>
  <p:transition spd="slow"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xmlns="" id="{8499BA08-E110-C015-0CAA-AF2086ACC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38100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 smtClean="0">
                <a:solidFill>
                  <a:srgbClr val="FF0000"/>
                </a:solidFill>
              </a:rPr>
              <a:t>2/ </a:t>
            </a:r>
            <a:r>
              <a:rPr lang="en-US" altLang="en-US" sz="2400">
                <a:solidFill>
                  <a:srgbClr val="FF0000"/>
                </a:solidFill>
              </a:rPr>
              <a:t>Phương trình Poisson</a:t>
            </a:r>
            <a:endParaRPr lang="en-US" altLang="en-US" sz="2400" b="0" i="0">
              <a:solidFill>
                <a:srgbClr val="FF0000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xmlns="" id="{DEBD8FCA-0AF4-949D-C1B1-38B875BC3389}"/>
              </a:ext>
            </a:extLst>
          </p:cNvPr>
          <p:cNvGrpSpPr/>
          <p:nvPr/>
        </p:nvGrpSpPr>
        <p:grpSpPr>
          <a:xfrm>
            <a:off x="385544" y="533400"/>
            <a:ext cx="8682256" cy="461665"/>
            <a:chOff x="325219" y="589678"/>
            <a:chExt cx="8682256" cy="461665"/>
          </a:xfrm>
        </p:grpSpPr>
        <p:sp>
          <p:nvSpPr>
            <p:cNvPr id="3" name="Text Box 6">
              <a:extLst>
                <a:ext uri="{FF2B5EF4-FFF2-40B4-BE49-F238E27FC236}">
                  <a16:creationId xmlns:a16="http://schemas.microsoft.com/office/drawing/2014/main" xmlns="" id="{43ACC847-62A0-D63B-8C0A-CDC334711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219" y="589678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</a:t>
              </a:r>
              <a:r>
                <a:rPr lang="en-US" altLang="en-US" sz="2400"/>
                <a:t>Bài toán: tìm hàm               trên miền hình chữ nhật </a:t>
              </a:r>
              <a:endParaRPr lang="en-US" altLang="en-US" sz="2400" b="0" i="0"/>
            </a:p>
          </p:txBody>
        </p:sp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xmlns="" id="{8DBAE3AF-72B8-FFF5-5FAB-706B6BF442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1734173"/>
                </p:ext>
              </p:extLst>
            </p:nvPr>
          </p:nvGraphicFramePr>
          <p:xfrm>
            <a:off x="2873375" y="638593"/>
            <a:ext cx="8255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4" name="Equation" r:id="rId3" imgW="825480" imgH="393480" progId="Equation.DSMT4">
                    <p:embed/>
                  </p:oleObj>
                </mc:Choice>
                <mc:Fallback>
                  <p:oleObj name="Equation" r:id="rId3" imgW="82548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73375" y="638593"/>
                          <a:ext cx="8255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41FC60BA-700A-AA78-BD90-18726ECDFD9D}"/>
              </a:ext>
            </a:extLst>
          </p:cNvPr>
          <p:cNvGrpSpPr/>
          <p:nvPr/>
        </p:nvGrpSpPr>
        <p:grpSpPr>
          <a:xfrm>
            <a:off x="216366" y="1554731"/>
            <a:ext cx="8682256" cy="762000"/>
            <a:chOff x="325219" y="2141746"/>
            <a:chExt cx="8682256" cy="762000"/>
          </a:xfrm>
        </p:grpSpPr>
        <p:sp>
          <p:nvSpPr>
            <p:cNvPr id="12" name="Text Box 6">
              <a:extLst>
                <a:ext uri="{FF2B5EF4-FFF2-40B4-BE49-F238E27FC236}">
                  <a16:creationId xmlns:a16="http://schemas.microsoft.com/office/drawing/2014/main" xmlns="" id="{CAEED56F-23CB-D439-F0E7-75225A004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219" y="225296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thỏa phương trình Poisson</a:t>
              </a:r>
            </a:p>
          </p:txBody>
        </p:sp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xmlns="" id="{E3E978E4-10B9-1785-49F3-1FF85545FB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5054261"/>
                </p:ext>
              </p:extLst>
            </p:nvPr>
          </p:nvGraphicFramePr>
          <p:xfrm>
            <a:off x="3868053" y="2141746"/>
            <a:ext cx="3708400" cy="76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" name="Equation" r:id="rId5" imgW="3708360" imgH="761760" progId="Equation.DSMT4">
                    <p:embed/>
                  </p:oleObj>
                </mc:Choice>
                <mc:Fallback>
                  <p:oleObj name="Equation" r:id="rId5" imgW="3708360" imgH="7617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68053" y="2141746"/>
                          <a:ext cx="3708400" cy="762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xmlns="" id="{74D3F146-EC62-681C-C614-42DCCC1EBD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592358"/>
              </p:ext>
            </p:extLst>
          </p:nvPr>
        </p:nvGraphicFramePr>
        <p:xfrm>
          <a:off x="2091422" y="4017513"/>
          <a:ext cx="2921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6" name="Equation" r:id="rId7" imgW="2920680" imgH="342720" progId="Equation.DSMT4">
                  <p:embed/>
                </p:oleObj>
              </mc:Choice>
              <mc:Fallback>
                <p:oleObj name="Equation" r:id="rId7" imgW="29206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91422" y="4017513"/>
                        <a:ext cx="2921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6">
            <a:extLst>
              <a:ext uri="{FF2B5EF4-FFF2-40B4-BE49-F238E27FC236}">
                <a16:creationId xmlns:a16="http://schemas.microsoft.com/office/drawing/2014/main" xmlns="" id="{F385D1E3-E5C1-69E6-DF62-DB9EB522D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72" y="3422498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Chia đều          thành n đoạn với bước chia   </a:t>
            </a:r>
          </a:p>
        </p:txBody>
      </p:sp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xmlns="" id="{10F57E8E-3917-8E44-1B8D-63ED8207CB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120651"/>
              </p:ext>
            </p:extLst>
          </p:nvPr>
        </p:nvGraphicFramePr>
        <p:xfrm>
          <a:off x="1584325" y="3482975"/>
          <a:ext cx="596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7" name="Equation" r:id="rId9" imgW="596880" imgH="393480" progId="Equation.DSMT4">
                  <p:embed/>
                </p:oleObj>
              </mc:Choice>
              <mc:Fallback>
                <p:oleObj name="Equation" r:id="rId9" imgW="5968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4325" y="3482975"/>
                        <a:ext cx="596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A0B294A9-68B7-5280-BE73-0ECEF9B495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962004"/>
              </p:ext>
            </p:extLst>
          </p:nvPr>
        </p:nvGraphicFramePr>
        <p:xfrm>
          <a:off x="2006600" y="1094780"/>
          <a:ext cx="3505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" name="Equation" r:id="rId11" imgW="3504960" imgH="495000" progId="Equation.DSMT4">
                  <p:embed/>
                </p:oleObj>
              </mc:Choice>
              <mc:Fallback>
                <p:oleObj name="Equation" r:id="rId11" imgW="350496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06600" y="1094780"/>
                        <a:ext cx="35052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071B14AD-06A9-B8AE-819E-3A759E8C58A4}"/>
              </a:ext>
            </a:extLst>
          </p:cNvPr>
          <p:cNvGrpSpPr/>
          <p:nvPr/>
        </p:nvGrpSpPr>
        <p:grpSpPr>
          <a:xfrm>
            <a:off x="216366" y="2389548"/>
            <a:ext cx="8682256" cy="461665"/>
            <a:chOff x="325219" y="2252960"/>
            <a:chExt cx="8682256" cy="461665"/>
          </a:xfrm>
        </p:grpSpPr>
        <p:sp>
          <p:nvSpPr>
            <p:cNvPr id="11" name="Text Box 6">
              <a:extLst>
                <a:ext uri="{FF2B5EF4-FFF2-40B4-BE49-F238E27FC236}">
                  <a16:creationId xmlns:a16="http://schemas.microsoft.com/office/drawing/2014/main" xmlns="" id="{98EBB692-1766-48F7-415B-34A5977CF8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219" y="225296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và điều kiện biên</a:t>
              </a:r>
            </a:p>
          </p:txBody>
        </p:sp>
        <p:graphicFrame>
          <p:nvGraphicFramePr>
            <p:cNvPr id="13" name="Object 12">
              <a:extLst>
                <a:ext uri="{FF2B5EF4-FFF2-40B4-BE49-F238E27FC236}">
                  <a16:creationId xmlns:a16="http://schemas.microsoft.com/office/drawing/2014/main" xmlns="" id="{2CEB8425-98B0-B14D-63C3-9BE1A80F21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3303060"/>
                </p:ext>
              </p:extLst>
            </p:nvPr>
          </p:nvGraphicFramePr>
          <p:xfrm>
            <a:off x="2775853" y="2308794"/>
            <a:ext cx="48895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9" name="Equation" r:id="rId13" imgW="4889160" imgH="393480" progId="Equation.DSMT4">
                    <p:embed/>
                  </p:oleObj>
                </mc:Choice>
                <mc:Fallback>
                  <p:oleObj name="Equation" r:id="rId13" imgW="4889160" imgH="393480" progId="Equation.DSMT4">
                    <p:embed/>
                    <p:pic>
                      <p:nvPicPr>
                        <p:cNvPr id="10" name="Object 9">
                          <a:extLst>
                            <a:ext uri="{FF2B5EF4-FFF2-40B4-BE49-F238E27FC236}">
                              <a16:creationId xmlns:a16="http://schemas.microsoft.com/office/drawing/2014/main" xmlns="" id="{E3E978E4-10B9-1785-49F3-1FF85545FBE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775853" y="2308794"/>
                          <a:ext cx="48895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xmlns="" id="{9459812C-8267-D91D-DB18-C10BAF2C4D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203544"/>
              </p:ext>
            </p:extLst>
          </p:nvPr>
        </p:nvGraphicFramePr>
        <p:xfrm>
          <a:off x="2667000" y="2924030"/>
          <a:ext cx="4737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0" name="Equation" r:id="rId15" imgW="4736880" imgH="393480" progId="Equation.DSMT4">
                  <p:embed/>
                </p:oleObj>
              </mc:Choice>
              <mc:Fallback>
                <p:oleObj name="Equation" r:id="rId15" imgW="47368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67000" y="2924030"/>
                        <a:ext cx="47371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xmlns="" id="{738A21CF-7AB8-2D2A-5563-B6EEE0AB33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229682"/>
              </p:ext>
            </p:extLst>
          </p:nvPr>
        </p:nvGraphicFramePr>
        <p:xfrm>
          <a:off x="5791200" y="3356074"/>
          <a:ext cx="1193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1" name="Equation" r:id="rId17" imgW="1193760" imgH="672840" progId="Equation.DSMT4">
                  <p:embed/>
                </p:oleObj>
              </mc:Choice>
              <mc:Fallback>
                <p:oleObj name="Equation" r:id="rId17" imgW="119376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91200" y="3356074"/>
                        <a:ext cx="11938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xmlns="" id="{E22CE4F2-9713-ED0D-8127-AF1E5CA219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882170"/>
              </p:ext>
            </p:extLst>
          </p:nvPr>
        </p:nvGraphicFramePr>
        <p:xfrm>
          <a:off x="1898650" y="5278646"/>
          <a:ext cx="3136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2" name="Equation" r:id="rId19" imgW="3136680" imgH="380880" progId="Equation.DSMT4">
                  <p:embed/>
                </p:oleObj>
              </mc:Choice>
              <mc:Fallback>
                <p:oleObj name="Equation" r:id="rId19" imgW="3136680" imgH="38088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xmlns="" id="{74D3F146-EC62-681C-C614-42DCCC1EBD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898650" y="5278646"/>
                        <a:ext cx="3136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6">
            <a:extLst>
              <a:ext uri="{FF2B5EF4-FFF2-40B4-BE49-F238E27FC236}">
                <a16:creationId xmlns:a16="http://schemas.microsoft.com/office/drawing/2014/main" xmlns="" id="{530CFBF7-D56E-7E33-780C-D30F0AADB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72" y="4640187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Chia đều          thành m đoạn với bước chia   </a:t>
            </a:r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xmlns="" id="{52F29FD3-DA0E-AE3C-BC33-26C7C86339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494651"/>
              </p:ext>
            </p:extLst>
          </p:nvPr>
        </p:nvGraphicFramePr>
        <p:xfrm>
          <a:off x="1576388" y="4699000"/>
          <a:ext cx="609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3" name="Equation" r:id="rId21" imgW="609480" imgH="393480" progId="Equation.DSMT4">
                  <p:embed/>
                </p:oleObj>
              </mc:Choice>
              <mc:Fallback>
                <p:oleObj name="Equation" r:id="rId21" imgW="609480" imgH="393480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xmlns="" id="{10F57E8E-3917-8E44-1B8D-63ED8207CB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76388" y="4699000"/>
                        <a:ext cx="6096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xmlns="" id="{CB27F2BA-DB98-728B-95A3-501BE6EDD4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293615"/>
              </p:ext>
            </p:extLst>
          </p:nvPr>
        </p:nvGraphicFramePr>
        <p:xfrm>
          <a:off x="5783263" y="4572000"/>
          <a:ext cx="1206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" name="Equation" r:id="rId23" imgW="1206360" imgH="672840" progId="Equation.DSMT4">
                  <p:embed/>
                </p:oleObj>
              </mc:Choice>
              <mc:Fallback>
                <p:oleObj name="Equation" r:id="rId23" imgW="1206360" imgH="67284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xmlns="" id="{738A21CF-7AB8-2D2A-5563-B6EEE0AB33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783263" y="4572000"/>
                        <a:ext cx="12065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8261830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xmlns="" id="{AEB9C8F7-1333-8F19-1BCD-061C263E9A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881222"/>
              </p:ext>
            </p:extLst>
          </p:nvPr>
        </p:nvGraphicFramePr>
        <p:xfrm>
          <a:off x="1524000" y="45741"/>
          <a:ext cx="3606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Equation" r:id="rId3" imgW="3606480" imgH="711000" progId="Equation.DSMT4">
                  <p:embed/>
                </p:oleObj>
              </mc:Choice>
              <mc:Fallback>
                <p:oleObj name="Equation" r:id="rId3" imgW="3606480" imgH="71100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xmlns="" id="{DCB5B5DC-C527-431B-BE2F-A430C6839F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45741"/>
                        <a:ext cx="36068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xmlns="" id="{D15B58B9-A91F-0DFB-2161-B76B582610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166615"/>
              </p:ext>
            </p:extLst>
          </p:nvPr>
        </p:nvGraphicFramePr>
        <p:xfrm>
          <a:off x="1524000" y="919808"/>
          <a:ext cx="3606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Equation" r:id="rId5" imgW="3606480" imgH="761760" progId="Equation.DSMT4">
                  <p:embed/>
                </p:oleObj>
              </mc:Choice>
              <mc:Fallback>
                <p:oleObj name="Equation" r:id="rId5" imgW="360648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4000" y="919808"/>
                        <a:ext cx="36068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3AF340D6-6BA5-84E9-59D5-46E080462B44}"/>
              </a:ext>
            </a:extLst>
          </p:cNvPr>
          <p:cNvGrpSpPr/>
          <p:nvPr/>
        </p:nvGrpSpPr>
        <p:grpSpPr>
          <a:xfrm>
            <a:off x="1071344" y="1752600"/>
            <a:ext cx="7082056" cy="491530"/>
            <a:chOff x="1071344" y="2103735"/>
            <a:chExt cx="7082056" cy="491530"/>
          </a:xfrm>
        </p:grpSpPr>
        <p:sp>
          <p:nvSpPr>
            <p:cNvPr id="18" name="Text Box 6">
              <a:extLst>
                <a:ext uri="{FF2B5EF4-FFF2-40B4-BE49-F238E27FC236}">
                  <a16:creationId xmlns:a16="http://schemas.microsoft.com/office/drawing/2014/main" xmlns="" id="{64972958-3B0B-A908-638D-B943A33F53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1344" y="2133600"/>
              <a:ext cx="70820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</a:t>
              </a:r>
              <a:r>
                <a:rPr lang="en-US" altLang="en-US" sz="2400"/>
                <a:t>Đặt                            ta có  </a:t>
              </a:r>
              <a:endParaRPr lang="en-US" altLang="en-US" sz="2400" b="0" i="0"/>
            </a:p>
          </p:txBody>
        </p:sp>
        <p:graphicFrame>
          <p:nvGraphicFramePr>
            <p:cNvPr id="19" name="Object 18">
              <a:extLst>
                <a:ext uri="{FF2B5EF4-FFF2-40B4-BE49-F238E27FC236}">
                  <a16:creationId xmlns:a16="http://schemas.microsoft.com/office/drawing/2014/main" xmlns="" id="{134142AE-E0F4-995C-1428-2820FC412A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4400961"/>
                </p:ext>
              </p:extLst>
            </p:nvPr>
          </p:nvGraphicFramePr>
          <p:xfrm>
            <a:off x="1905000" y="2103735"/>
            <a:ext cx="16891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4" name="Equation" r:id="rId7" imgW="1688760" imgH="469800" progId="Equation.DSMT4">
                    <p:embed/>
                  </p:oleObj>
                </mc:Choice>
                <mc:Fallback>
                  <p:oleObj name="Equation" r:id="rId7" imgW="1688760" imgH="469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05000" y="2103735"/>
                          <a:ext cx="1689100" cy="469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xmlns="" id="{1EE26C3C-4A09-40B2-65C6-F7508E341E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221366"/>
              </p:ext>
            </p:extLst>
          </p:nvPr>
        </p:nvGraphicFramePr>
        <p:xfrm>
          <a:off x="1160463" y="2410768"/>
          <a:ext cx="5156200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Equation" r:id="rId9" imgW="5155920" imgH="1231560" progId="Equation.DSMT4">
                  <p:embed/>
                </p:oleObj>
              </mc:Choice>
              <mc:Fallback>
                <p:oleObj name="Equation" r:id="rId9" imgW="5155920" imgH="1231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60463" y="2410768"/>
                        <a:ext cx="5156200" cy="123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66E53E35-9936-D1E0-1E7C-E737349E4512}"/>
              </a:ext>
            </a:extLst>
          </p:cNvPr>
          <p:cNvGrpSpPr/>
          <p:nvPr/>
        </p:nvGrpSpPr>
        <p:grpSpPr>
          <a:xfrm>
            <a:off x="690344" y="3657600"/>
            <a:ext cx="7082056" cy="461665"/>
            <a:chOff x="690344" y="3657600"/>
            <a:chExt cx="7082056" cy="461665"/>
          </a:xfrm>
        </p:grpSpPr>
        <p:sp>
          <p:nvSpPr>
            <p:cNvPr id="21" name="Text Box 6">
              <a:extLst>
                <a:ext uri="{FF2B5EF4-FFF2-40B4-BE49-F238E27FC236}">
                  <a16:creationId xmlns:a16="http://schemas.microsoft.com/office/drawing/2014/main" xmlns="" id="{3E94747D-E42D-9BFC-E59E-6E49583226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344" y="3657600"/>
              <a:ext cx="70820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Trường hợp                    , ta được</a:t>
              </a:r>
            </a:p>
          </p:txBody>
        </p:sp>
        <p:graphicFrame>
          <p:nvGraphicFramePr>
            <p:cNvPr id="22" name="Object 21">
              <a:extLst>
                <a:ext uri="{FF2B5EF4-FFF2-40B4-BE49-F238E27FC236}">
                  <a16:creationId xmlns:a16="http://schemas.microsoft.com/office/drawing/2014/main" xmlns="" id="{E294D57B-D973-9B75-48E4-C2E4D6D4CC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3308888"/>
                </p:ext>
              </p:extLst>
            </p:nvPr>
          </p:nvGraphicFramePr>
          <p:xfrm>
            <a:off x="2405063" y="3733800"/>
            <a:ext cx="133350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" name="Equation" r:id="rId11" imgW="1333440" imgH="317160" progId="Equation.DSMT4">
                    <p:embed/>
                  </p:oleObj>
                </mc:Choice>
                <mc:Fallback>
                  <p:oleObj name="Equation" r:id="rId11" imgW="1333440" imgH="317160" progId="Equation.DSMT4">
                    <p:embed/>
                    <p:pic>
                      <p:nvPicPr>
                        <p:cNvPr id="19" name="Object 18">
                          <a:extLst>
                            <a:ext uri="{FF2B5EF4-FFF2-40B4-BE49-F238E27FC236}">
                              <a16:creationId xmlns:a16="http://schemas.microsoft.com/office/drawing/2014/main" xmlns="" id="{134142AE-E0F4-995C-1428-2820FC412AC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405063" y="3733800"/>
                          <a:ext cx="1333500" cy="317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xmlns="" id="{5A02BF2A-34C7-FA86-86C4-0997517610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555408"/>
              </p:ext>
            </p:extLst>
          </p:nvPr>
        </p:nvGraphicFramePr>
        <p:xfrm>
          <a:off x="838200" y="4195465"/>
          <a:ext cx="4737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Equation" r:id="rId13" imgW="4736880" imgH="901440" progId="Equation.DSMT4">
                  <p:embed/>
                </p:oleObj>
              </mc:Choice>
              <mc:Fallback>
                <p:oleObj name="Equation" r:id="rId13" imgW="4736880" imgH="90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38200" y="4195465"/>
                        <a:ext cx="47371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6">
            <a:extLst>
              <a:ext uri="{FF2B5EF4-FFF2-40B4-BE49-F238E27FC236}">
                <a16:creationId xmlns:a16="http://schemas.microsoft.com/office/drawing/2014/main" xmlns="" id="{934B5DBC-D28A-C936-9BE3-D9424D714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105400"/>
            <a:ext cx="838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Suy ra hệ ptrình đại số tuyến tính gồm (n-1)(m-1) phương trình</a:t>
            </a:r>
          </a:p>
        </p:txBody>
      </p:sp>
    </p:spTree>
    <p:extLst>
      <p:ext uri="{BB962C8B-B14F-4D97-AF65-F5344CB8AC3E}">
        <p14:creationId xmlns:p14="http://schemas.microsoft.com/office/powerpoint/2010/main" val="673715716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33731</TotalTime>
  <Words>283</Words>
  <Application>Microsoft Office PowerPoint</Application>
  <PresentationFormat>On-screen Show (4:3)</PresentationFormat>
  <Paragraphs>45</Paragraphs>
  <Slides>12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 Theme</vt:lpstr>
      <vt:lpstr>Equation</vt:lpstr>
      <vt:lpstr>Trường Đại học Bách khoa tp Hồ Chí Minh Bộ môn Toán ứng dụng -------------------------------------------------------------------------------------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CoatsPP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HOÄI NGHÒ CHAÁT LÖÔÏNG LAÀN IV “Naêng suaát-Chaát löôïng chìa khoaù ñeå caïnh tranh vaø hoäi nhaäp” 21/11/01</dc:title>
  <dc:creator>Diem Lan</dc:creator>
  <cp:lastModifiedBy>Admin</cp:lastModifiedBy>
  <cp:revision>1507</cp:revision>
  <cp:lastPrinted>2001-11-20T08:03:29Z</cp:lastPrinted>
  <dcterms:created xsi:type="dcterms:W3CDTF">2001-11-06T08:45:38Z</dcterms:created>
  <dcterms:modified xsi:type="dcterms:W3CDTF">2023-11-17T04:19:13Z</dcterms:modified>
</cp:coreProperties>
</file>